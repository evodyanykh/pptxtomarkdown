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7"/>
  </p:notesMasterIdLst>
  <p:sldIdLst>
    <p:sldId id="4629" r:id="rId2"/>
    <p:sldId id="4761" r:id="rId3"/>
    <p:sldId id="4758" r:id="rId4"/>
    <p:sldId id="4731" r:id="rId5"/>
    <p:sldId id="4755" r:id="rId6"/>
    <p:sldId id="4824" r:id="rId7"/>
    <p:sldId id="256" r:id="rId8"/>
    <p:sldId id="1137" r:id="rId9"/>
    <p:sldId id="4762" r:id="rId10"/>
    <p:sldId id="1130" r:id="rId11"/>
    <p:sldId id="3049" r:id="rId12"/>
    <p:sldId id="4765" r:id="rId13"/>
    <p:sldId id="4837" r:id="rId14"/>
    <p:sldId id="4833" r:id="rId15"/>
    <p:sldId id="4766" r:id="rId16"/>
    <p:sldId id="4606" r:id="rId17"/>
    <p:sldId id="4822" r:id="rId18"/>
    <p:sldId id="4839" r:id="rId19"/>
    <p:sldId id="4820" r:id="rId20"/>
    <p:sldId id="4548" r:id="rId21"/>
    <p:sldId id="4767" r:id="rId22"/>
    <p:sldId id="4768" r:id="rId23"/>
    <p:sldId id="4843" r:id="rId24"/>
    <p:sldId id="4769" r:id="rId25"/>
    <p:sldId id="4770" r:id="rId26"/>
    <p:sldId id="4826" r:id="rId27"/>
    <p:sldId id="4771" r:id="rId28"/>
    <p:sldId id="4757" r:id="rId29"/>
    <p:sldId id="4627" r:id="rId30"/>
    <p:sldId id="4553" r:id="rId31"/>
    <p:sldId id="4772" r:id="rId32"/>
    <p:sldId id="4760" r:id="rId33"/>
    <p:sldId id="4842" r:id="rId34"/>
    <p:sldId id="4841" r:id="rId35"/>
    <p:sldId id="4774" r:id="rId36"/>
  </p:sldIdLst>
  <p:sldSz cx="18291175" cy="10288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13" userDrawn="1">
          <p15:clr>
            <a:srgbClr val="A4A3A4"/>
          </p15:clr>
        </p15:guide>
        <p15:guide id="2" pos="576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57360A-7EF9-52D2-D55A-7B6AC6174B5A}" name="Anastasiia Gladova" initials="AG" userId="Anastasiia Gladova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ркина Дария Викторовна" initials="КДВ" lastIdx="11" clrIdx="0">
    <p:extLst>
      <p:ext uri="{19B8F6BF-5375-455C-9EA6-DF929625EA0E}">
        <p15:presenceInfo xmlns:p15="http://schemas.microsoft.com/office/powerpoint/2012/main" userId="Куркина Дария Викторовна" providerId="None"/>
      </p:ext>
    </p:extLst>
  </p:cmAuthor>
  <p:cmAuthor id="2" name="Федотова Ольга Александровна" initials="ФОА" lastIdx="3" clrIdx="1">
    <p:extLst>
      <p:ext uri="{19B8F6BF-5375-455C-9EA6-DF929625EA0E}">
        <p15:presenceInfo xmlns:p15="http://schemas.microsoft.com/office/powerpoint/2012/main" userId="S-1-5-21-390448390-874910804-2499822187-567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BE"/>
    <a:srgbClr val="FFBF76"/>
    <a:srgbClr val="5BAFE3"/>
    <a:srgbClr val="C30341"/>
    <a:srgbClr val="D9F3FD"/>
    <a:srgbClr val="D6E8F6"/>
    <a:srgbClr val="C00000"/>
    <a:srgbClr val="DEEFF9"/>
    <a:srgbClr val="7030A0"/>
    <a:srgbClr val="21BA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38100" cmpd="sng">
              <a:solidFill>
                <a:schemeClr val="lt1"/>
              </a:solidFill>
            </a:ln>
          </a:left>
          <a:right>
            <a:ln w="38100" cmpd="sng">
              <a:solidFill>
                <a:schemeClr val="lt1"/>
              </a:solidFill>
            </a:ln>
          </a:right>
          <a:top>
            <a:ln w="38100" cmpd="sng">
              <a:solidFill>
                <a:schemeClr val="lt1"/>
              </a:solidFill>
            </a:ln>
          </a:top>
          <a:bottom>
            <a:ln w="38100" cmpd="sng">
              <a:solidFill>
                <a:schemeClr val="lt1"/>
              </a:solidFill>
            </a:ln>
          </a:bottom>
          <a:insideH>
            <a:ln w="38100" cmpd="sng">
              <a:solidFill>
                <a:schemeClr val="lt1"/>
              </a:solidFill>
            </a:ln>
          </a:insideH>
          <a:insideV>
            <a:ln w="38100" cmpd="sng">
              <a:solidFill>
                <a:schemeClr val="lt1"/>
              </a:solidFill>
            </a:ln>
          </a:insideV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9" autoAdjust="0"/>
    <p:restoredTop sz="96182" autoAdjust="0"/>
  </p:normalViewPr>
  <p:slideViewPr>
    <p:cSldViewPr snapToGrid="0">
      <p:cViewPr varScale="1">
        <p:scale>
          <a:sx n="104" d="100"/>
          <a:sy n="104" d="100"/>
        </p:scale>
        <p:origin x="2724" y="76"/>
      </p:cViewPr>
      <p:guideLst>
        <p:guide orient="horz" pos="5713"/>
        <p:guide pos="57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rpov\Downloads\&#1057;&#1044;&#1054;%20&#1074;%20&#1094;&#1080;&#1092;&#1088;&#1072;&#1093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rpov\Downloads\&#1057;&#1044;&#1054;%20&#1074;%20&#1094;&#1080;&#1092;&#1088;&#1072;&#1093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rpov\Downloads\&#1057;&#1044;&#1054;%20&#1074;%20&#1094;&#1080;&#1092;&#1088;&#1072;&#1093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rpov\Downloads\&#1057;&#1044;&#1054;%20&#1074;%20&#1094;&#1080;&#1092;&#1088;&#1072;&#1093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rpov\Downloads\&#1057;&#1044;&#1054;%20&#1074;%20&#1094;&#1080;&#1092;&#1088;&#1072;&#1093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rpov\Downloads\&#1057;&#1044;&#1054;%20&#1074;%20&#1094;&#1080;&#1092;&#1088;&#1072;&#1093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/>
              <a:t>Учебных материалов (контент)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8.47240221577929E-2"/>
          <c:y val="0.11743494037193324"/>
          <c:w val="0.89422426627928708"/>
          <c:h val="0.811063120864213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Лист1!$E$16</c:f>
              <c:strCache>
                <c:ptCount val="1"/>
                <c:pt idx="0">
                  <c:v>Учебных материалов (контент)</c:v>
                </c:pt>
              </c:strCache>
            </c:strRef>
          </c:tx>
          <c:spPr>
            <a:solidFill>
              <a:srgbClr val="006EBE"/>
            </a:solidFill>
            <a:ln>
              <a:noFill/>
            </a:ln>
            <a:effectLst/>
          </c:spPr>
          <c:invertIfNegative val="0"/>
          <c:cat>
            <c:numRef>
              <c:f>Лист1!$C$17:$C$18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Лист1!$E$17:$E$18</c:f>
              <c:numCache>
                <c:formatCode>General</c:formatCode>
                <c:ptCount val="2"/>
                <c:pt idx="0">
                  <c:v>203249</c:v>
                </c:pt>
                <c:pt idx="1">
                  <c:v>258090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89-4984-BD62-1196C6D2E9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8919136"/>
        <c:axId val="1488924416"/>
      </c:barChart>
      <c:catAx>
        <c:axId val="1488919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8924416"/>
        <c:crosses val="autoZero"/>
        <c:auto val="1"/>
        <c:lblAlgn val="ctr"/>
        <c:lblOffset val="100"/>
        <c:noMultiLvlLbl val="0"/>
      </c:catAx>
      <c:valAx>
        <c:axId val="1488924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8919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/>
              <a:t>Просмотры контента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Лист1!$F$16</c:f>
              <c:strCache>
                <c:ptCount val="1"/>
                <c:pt idx="0">
                  <c:v>Просмотры контента</c:v>
                </c:pt>
              </c:strCache>
            </c:strRef>
          </c:tx>
          <c:spPr>
            <a:solidFill>
              <a:srgbClr val="5BAFE3"/>
            </a:solidFill>
            <a:ln>
              <a:noFill/>
            </a:ln>
            <a:effectLst/>
          </c:spPr>
          <c:invertIfNegative val="0"/>
          <c:cat>
            <c:numRef>
              <c:f>Лист1!$C$17:$C$18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Лист1!$F$17:$F$18</c:f>
              <c:numCache>
                <c:formatCode>#,##0</c:formatCode>
                <c:ptCount val="2"/>
                <c:pt idx="0">
                  <c:v>18633271</c:v>
                </c:pt>
                <c:pt idx="1">
                  <c:v>40304049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82-4B29-BFE9-57F11CA67B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8920096"/>
        <c:axId val="1488918656"/>
      </c:barChart>
      <c:catAx>
        <c:axId val="1488920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8918656"/>
        <c:crosses val="autoZero"/>
        <c:auto val="1"/>
        <c:lblAlgn val="ctr"/>
        <c:lblOffset val="100"/>
        <c:noMultiLvlLbl val="0"/>
      </c:catAx>
      <c:valAx>
        <c:axId val="1488918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8920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/>
              <a:t>Оценок внесено в СДО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Лист1!$G$16</c:f>
              <c:strCache>
                <c:ptCount val="1"/>
                <c:pt idx="0">
                  <c:v>Оценок внесено в СДО</c:v>
                </c:pt>
              </c:strCache>
            </c:strRef>
          </c:tx>
          <c:spPr>
            <a:solidFill>
              <a:srgbClr val="FFBF76"/>
            </a:solidFill>
            <a:ln>
              <a:noFill/>
            </a:ln>
            <a:effectLst/>
          </c:spPr>
          <c:invertIfNegative val="0"/>
          <c:cat>
            <c:numRef>
              <c:f>Лист1!$C$17:$C$18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Лист1!$G$17:$G$18</c:f>
              <c:numCache>
                <c:formatCode>General</c:formatCode>
                <c:ptCount val="2"/>
                <c:pt idx="0">
                  <c:v>75768</c:v>
                </c:pt>
                <c:pt idx="1">
                  <c:v>340188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1D-42DC-977B-8DEF71DC1F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8928736"/>
        <c:axId val="1488912896"/>
      </c:barChart>
      <c:catAx>
        <c:axId val="1488928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8912896"/>
        <c:crosses val="autoZero"/>
        <c:auto val="1"/>
        <c:lblAlgn val="ctr"/>
        <c:lblOffset val="100"/>
        <c:noMultiLvlLbl val="0"/>
      </c:catAx>
      <c:valAx>
        <c:axId val="1488912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8928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/>
              <a:t>Курсов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Лист1!$D$16</c:f>
              <c:strCache>
                <c:ptCount val="1"/>
                <c:pt idx="0">
                  <c:v>Курсов</c:v>
                </c:pt>
              </c:strCache>
            </c:strRef>
          </c:tx>
          <c:spPr>
            <a:solidFill>
              <a:srgbClr val="C30341"/>
            </a:solidFill>
            <a:ln>
              <a:noFill/>
            </a:ln>
            <a:effectLst/>
          </c:spPr>
          <c:invertIfNegative val="0"/>
          <c:cat>
            <c:numRef>
              <c:f>Лист1!$C$17:$C$18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Лист1!$D$17:$D$18</c:f>
              <c:numCache>
                <c:formatCode>General</c:formatCode>
                <c:ptCount val="2"/>
                <c:pt idx="0">
                  <c:v>9864</c:v>
                </c:pt>
                <c:pt idx="1">
                  <c:v>21184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0E-46B7-AB02-52DBE3CD3E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3988991"/>
        <c:axId val="803987551"/>
      </c:barChart>
      <c:catAx>
        <c:axId val="803988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03987551"/>
        <c:crosses val="autoZero"/>
        <c:auto val="1"/>
        <c:lblAlgn val="ctr"/>
        <c:lblOffset val="100"/>
        <c:noMultiLvlLbl val="0"/>
      </c:catAx>
      <c:valAx>
        <c:axId val="803987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039889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/>
              <a:t>Преподаватели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6.9109448294541284E-2"/>
          <c:y val="0.24284857789122752"/>
          <c:w val="0.89167121296184126"/>
          <c:h val="0.624594169853655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Лист1!$H$16</c:f>
              <c:strCache>
                <c:ptCount val="1"/>
                <c:pt idx="0">
                  <c:v>Преподаватели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Лист1!$C$17:$C$18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Лист1!$H$17:$H$18</c:f>
              <c:numCache>
                <c:formatCode>General</c:formatCode>
                <c:ptCount val="2"/>
                <c:pt idx="0">
                  <c:v>2792</c:v>
                </c:pt>
                <c:pt idx="1">
                  <c:v>4309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67-46AF-AAA0-B0A6792C6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31475520"/>
        <c:axId val="1931464000"/>
      </c:barChart>
      <c:catAx>
        <c:axId val="1931475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31464000"/>
        <c:crosses val="autoZero"/>
        <c:auto val="1"/>
        <c:lblAlgn val="ctr"/>
        <c:lblOffset val="100"/>
        <c:noMultiLvlLbl val="0"/>
      </c:catAx>
      <c:valAx>
        <c:axId val="19314640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31475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/>
              <a:t>Студенты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7.1824383327378866E-2"/>
          <c:y val="0.21612050132229502"/>
          <c:w val="0.88147063162406125"/>
          <c:h val="0.6353404622283547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Лист1!$I$16</c:f>
              <c:strCache>
                <c:ptCount val="1"/>
                <c:pt idx="0">
                  <c:v>Студенты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Лист1!$C$17:$C$18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Лист1!$I$17:$I$18</c:f>
              <c:numCache>
                <c:formatCode>General</c:formatCode>
                <c:ptCount val="2"/>
                <c:pt idx="0">
                  <c:v>59279</c:v>
                </c:pt>
                <c:pt idx="1">
                  <c:v>80148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1F-449B-94B5-DAE212B6C3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3683808"/>
        <c:axId val="83682848"/>
      </c:barChart>
      <c:catAx>
        <c:axId val="83683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3682848"/>
        <c:crosses val="autoZero"/>
        <c:auto val="1"/>
        <c:lblAlgn val="ctr"/>
        <c:lblOffset val="100"/>
        <c:noMultiLvlLbl val="0"/>
      </c:catAx>
      <c:valAx>
        <c:axId val="83682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368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006EB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Лист1!$A$8:$A$13</c:f>
              <c:strCache>
                <c:ptCount val="6"/>
                <c:pt idx="0">
                  <c:v>Сайт Академии</c:v>
                </c:pt>
                <c:pt idx="1">
                  <c:v>Личный кабинет Поступающего</c:v>
                </c:pt>
                <c:pt idx="2">
                  <c:v>1С КАС ПК</c:v>
                </c:pt>
                <c:pt idx="3">
                  <c:v>1С КАС</c:v>
                </c:pt>
                <c:pt idx="4">
                  <c:v>СДО</c:v>
                </c:pt>
                <c:pt idx="5">
                  <c:v>Техподдержка</c:v>
                </c:pt>
              </c:strCache>
            </c:strRef>
          </c:cat>
          <c:val>
            <c:numRef>
              <c:f>Лист1!$B$8:$B$13</c:f>
              <c:numCache>
                <c:formatCode>General</c:formatCode>
                <c:ptCount val="6"/>
                <c:pt idx="0">
                  <c:v>4.0199999999999996</c:v>
                </c:pt>
                <c:pt idx="1">
                  <c:v>4.03</c:v>
                </c:pt>
                <c:pt idx="2">
                  <c:v>3.57</c:v>
                </c:pt>
                <c:pt idx="3">
                  <c:v>4.04</c:v>
                </c:pt>
                <c:pt idx="4">
                  <c:v>4.03</c:v>
                </c:pt>
                <c:pt idx="5" formatCode="0.0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EE-4242-BBE4-0B1075FBB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37599583"/>
        <c:axId val="937600543"/>
      </c:barChart>
      <c:catAx>
        <c:axId val="9375995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37600543"/>
        <c:crosses val="autoZero"/>
        <c:auto val="1"/>
        <c:lblAlgn val="ctr"/>
        <c:lblOffset val="100"/>
        <c:noMultiLvlLbl val="0"/>
      </c:catAx>
      <c:valAx>
        <c:axId val="937600543"/>
        <c:scaling>
          <c:orientation val="minMax"/>
          <c:min val="3"/>
        </c:scaling>
        <c:delete val="0"/>
        <c:axPos val="b"/>
        <c:majorGridlines>
          <c:spPr>
            <a:ln w="38100" cap="flat" cmpd="sng" algn="ctr">
              <a:solidFill>
                <a:srgbClr val="D9F3F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006EBE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37599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C565D-7B1D-46FC-ABCC-1D3FBF07A456}" type="datetimeFigureOut">
              <a:rPr lang="ru-RU" smtClean="0"/>
              <a:t>27.11.2025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28AB5-1B14-49E2-A2E4-376190BF8E3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2165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128AB5-1B14-49E2-A2E4-376190BF8E3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40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399"/>
              </a:spcBef>
              <a:buClr>
                <a:srgbClr val="006DBD"/>
              </a:buClr>
            </a:pPr>
            <a:r>
              <a:rPr lang="ru-RU" sz="1200" b="1" dirty="0">
                <a:solidFill>
                  <a:srgbClr val="006D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270 000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обучающихся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2399"/>
              </a:spcBef>
              <a:buClr>
                <a:srgbClr val="006DBD"/>
              </a:buClr>
            </a:pPr>
            <a:r>
              <a:rPr lang="ru-RU" sz="1200" b="1" dirty="0">
                <a:solidFill>
                  <a:srgbClr val="006D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200" b="1" dirty="0">
                <a:solidFill>
                  <a:srgbClr val="006D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1200" b="1" dirty="0">
                <a:solidFill>
                  <a:srgbClr val="006D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000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сотрудников, преподавателей и научных сотрудников</a:t>
            </a:r>
          </a:p>
          <a:p>
            <a:pPr>
              <a:spcBef>
                <a:spcPts val="2399"/>
              </a:spcBef>
              <a:buClr>
                <a:srgbClr val="006DBD"/>
              </a:buClr>
            </a:pPr>
            <a:r>
              <a:rPr lang="ru-RU" sz="1200" b="1" dirty="0">
                <a:solidFill>
                  <a:srgbClr val="006D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100 000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абитуриентов ежегодно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4557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3CB1-51A8-6B06-C693-035357A16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6281017-6DA6-E5B3-FBFA-BE302FD0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D1A569C-BD96-50BE-2363-ACB89A323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Показать связь 4 элементов (может заменить +)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BA62BA-9221-D2D8-2D89-AA28CF38D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B7982-0771-4C7C-9E2D-36D9F71E96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81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3CB1-51A8-6B06-C693-035357A16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6281017-6DA6-E5B3-FBFA-BE302FD0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D1A569C-BD96-50BE-2363-ACB89A323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Показать связь 4 элементов (может заменить +)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BA62BA-9221-D2D8-2D89-AA28CF38D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B7982-0771-4C7C-9E2D-36D9F71E96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81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t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6B3E1-5F7C-4775-AF1C-5CA94C6214FB}" type="slidenum">
              <a:rPr lang="tt-RU" smtClean="0"/>
              <a:t>8</a:t>
            </a:fld>
            <a:endParaRPr lang="tt-RU" dirty="0"/>
          </a:p>
        </p:txBody>
      </p:sp>
    </p:spTree>
    <p:extLst>
      <p:ext uri="{BB962C8B-B14F-4D97-AF65-F5344CB8AC3E}">
        <p14:creationId xmlns:p14="http://schemas.microsoft.com/office/powerpoint/2010/main" val="3917881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5948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t-RU" dirty="0"/>
              <a:t>ПЕРЕЧИСЛИТЬ ПРОЦЕССЫ ОТ РОДИОНОВА</a:t>
            </a:r>
            <a:r>
              <a:rPr lang="en-US" dirty="0"/>
              <a:t>:</a:t>
            </a:r>
            <a:endParaRPr lang="tt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6B3E1-5F7C-4775-AF1C-5CA94C6214FB}" type="slidenum">
              <a:rPr lang="tt-RU" smtClean="0"/>
              <a:t>10</a:t>
            </a:fld>
            <a:endParaRPr lang="tt-RU" dirty="0"/>
          </a:p>
        </p:txBody>
      </p:sp>
    </p:spTree>
    <p:extLst>
      <p:ext uri="{BB962C8B-B14F-4D97-AF65-F5344CB8AC3E}">
        <p14:creationId xmlns:p14="http://schemas.microsoft.com/office/powerpoint/2010/main" val="3822507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9326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0752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+ интеграции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128AB5-1B14-49E2-A2E4-376190BF8E3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077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9545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7123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8BB7C-1784-31F0-F88B-908C24F60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C8BEE0A-D382-3815-D0C0-16C89F88A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9AEA3B7-81DA-7FDE-E8DB-1EC2D3942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Основной тезис – Было 2 недели и не понятно сделают или нет, Табличка</a:t>
            </a:r>
            <a:r>
              <a:rPr lang="en-US" dirty="0"/>
              <a:t> “</a:t>
            </a:r>
            <a:r>
              <a:rPr lang="ru-RU" dirty="0"/>
              <a:t>Деканат работает четверг, пятница с 10 до 14</a:t>
            </a:r>
            <a:r>
              <a:rPr lang="en-US" dirty="0"/>
              <a:t>”</a:t>
            </a:r>
            <a:r>
              <a:rPr lang="ru-RU" dirty="0"/>
              <a:t>. Справку делали 2 недели </a:t>
            </a:r>
            <a:r>
              <a:rPr lang="ru-RU" dirty="0" err="1"/>
              <a:t>негарантированно</a:t>
            </a:r>
            <a:r>
              <a:rPr lang="ru-RU" dirty="0"/>
              <a:t>, а стало 30 минут.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BC8944-DC8F-9020-024C-D2B5F28CB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390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1EDCD-8E8C-DA5B-2683-E6779E832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9EC5F16-C6B4-D0F1-53F6-5CBDA5237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C54F52D-8CC3-B5B1-018F-D53ED03F9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Взять у </a:t>
            </a:r>
            <a:r>
              <a:rPr lang="ru-RU" dirty="0" err="1"/>
              <a:t>Жариоковой</a:t>
            </a:r>
            <a:r>
              <a:rPr lang="en-US" dirty="0"/>
              <a:t>/</a:t>
            </a:r>
            <a:r>
              <a:rPr lang="ru-RU" dirty="0"/>
              <a:t> Шалдаева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CE70FB-05EA-1014-4529-ED26873CB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5164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17112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0B0F6-174F-3F9E-E918-A70738F4D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10F83B0-D280-0E60-A237-FE512BEC5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71DCEE8-DAB8-6E09-7E07-6AB46CAC9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BA6E02-8DB5-7609-E400-DCA6DD989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E2DA-AEC9-467F-A380-10AA8D07FC1D}" type="slidenum">
              <a:rPr lang="ru-RU" smtClean="0"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65169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327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F319C-961B-8384-C561-4FDBCD6E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0DE5370-29E7-E01D-19D1-5E7B47586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F506643-6BC3-4E85-AD98-E2611A63D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Показать связь 4 элементов (может заменить +)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D09A6B-9129-7F11-2993-A673C5239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B7982-0771-4C7C-9E2D-36D9F71E9636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4262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FC7A2-9F67-5615-D927-3A452A58C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EB55521-7CC1-A0F0-D9C1-6C37F4DC8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8DB6EE3-429C-83F6-8973-0B0299EDF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Разработан вместе с блоком Образование и утвержден на Ученом совете Академии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929ED4-1B37-8CD2-C2B2-66C794C4E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42432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B4DFB-8CE4-F3AE-D67B-8709BA70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DE08086-D7F0-5DCB-EDFA-4227E5D27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6FF593A-59A7-C24E-17B1-D26E2D6B7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+ сюда примеры сервисов. Сюда </a:t>
            </a:r>
            <a:r>
              <a:rPr lang="ru-RU" dirty="0" err="1"/>
              <a:t>Киберпрофессора</a:t>
            </a:r>
            <a:r>
              <a:rPr lang="ru-RU" dirty="0"/>
              <a:t> + 2 </a:t>
            </a:r>
            <a:r>
              <a:rPr lang="ru-RU" dirty="0" err="1"/>
              <a:t>сорвиса</a:t>
            </a:r>
            <a:r>
              <a:rPr lang="ru-RU" dirty="0"/>
              <a:t> от Колпаковой (1 внешний, 1 внутренний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FB19BD-61CB-5081-0979-79BBFF435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97735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02508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42101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Гигачат</a:t>
            </a:r>
            <a:r>
              <a:rPr lang="ru-RU" dirty="0"/>
              <a:t>, </a:t>
            </a:r>
            <a:r>
              <a:rPr lang="ru-RU" dirty="0" err="1"/>
              <a:t>квен</a:t>
            </a:r>
            <a:r>
              <a:rPr lang="ru-RU" dirty="0"/>
              <a:t> (установлен локально), </a:t>
            </a:r>
            <a:r>
              <a:rPr lang="ru-RU" dirty="0" err="1"/>
              <a:t>дипсик</a:t>
            </a:r>
            <a:r>
              <a:rPr lang="ru-RU" dirty="0"/>
              <a:t> (локально), Т-про(Тинькофф), Яндекс </a:t>
            </a:r>
            <a:r>
              <a:rPr lang="en-US" dirty="0"/>
              <a:t>GPT</a:t>
            </a:r>
            <a:r>
              <a:rPr lang="ru-RU" dirty="0"/>
              <a:t> – остальные убрать. Справа – другие сервисы взять у Колпаковой.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31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31861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ru-RU" dirty="0"/>
              <a:t>дирекции 240 сотрудников 1</a:t>
            </a:r>
            <a:r>
              <a:rPr lang="en-US" dirty="0"/>
              <a:t>:</a:t>
            </a:r>
            <a:r>
              <a:rPr lang="ru-RU" dirty="0"/>
              <a:t>10</a:t>
            </a:r>
            <a:r>
              <a:rPr lang="en-US" dirty="0"/>
              <a:t> + </a:t>
            </a:r>
            <a:r>
              <a:rPr lang="ru-RU" dirty="0"/>
              <a:t>Совокупный эффект от ЭКОНОМИИ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B7982-0771-4C7C-9E2D-36D9F71E9636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0067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06E1F-AEB8-FB78-33EC-FE5E11F1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CD020A5-0F91-87E7-E453-791414974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8B9DB39-B749-64EA-EB26-98DAE1C7A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7545F6-ABA1-A358-C797-998D2905C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80940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E4E19-256B-C410-7749-9FA13F444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9396941-7598-319C-CC8A-F33C50301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90399DD-63FB-994E-00CE-AEEB13E87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51CAFD-A518-EDED-008A-9FB12E92D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34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81963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28AB5-1B14-49E2-A2E4-376190BF8E3C}" type="slidenum">
              <a:rPr lang="ru-RU" smtClean="0"/>
              <a:t>35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196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Цветное лог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hidden="1">
            <a:extLst>
              <a:ext uri="{FF2B5EF4-FFF2-40B4-BE49-F238E27FC236}">
                <a16:creationId xmlns:a16="http://schemas.microsoft.com/office/drawing/2014/main" id="{55D20CAF-F358-45E4-A087-4FBDFDA209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6" y="0"/>
            <a:ext cx="18290823" cy="10288588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66A852D-92B7-3FBF-7BA9-421938F303B0}"/>
              </a:ext>
            </a:extLst>
          </p:cNvPr>
          <p:cNvSpPr/>
          <p:nvPr userDrawn="1"/>
        </p:nvSpPr>
        <p:spPr>
          <a:xfrm>
            <a:off x="17084825" y="9547400"/>
            <a:ext cx="900773" cy="432749"/>
          </a:xfrm>
          <a:prstGeom prst="roundRect">
            <a:avLst>
              <a:gd name="adj" fmla="val 50000"/>
            </a:avLst>
          </a:prstGeom>
          <a:solidFill>
            <a:srgbClr val="C80D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6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067901-D0AB-4BBA-B098-936CCA163965}" type="slidenum">
              <a:rPr lang="ru-RU" sz="1399" smtClean="0">
                <a:solidFill>
                  <a:schemeClr val="bg1"/>
                </a:solidFill>
              </a:rPr>
              <a:pPr marL="0" marR="0" lvl="0" indent="0" algn="ctr" defTabSz="4568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399" dirty="0">
                <a:solidFill>
                  <a:schemeClr val="bg1"/>
                </a:solidFill>
              </a:rPr>
              <a:t> </a:t>
            </a:r>
            <a:r>
              <a:rPr lang="ru-RU" sz="1399" dirty="0"/>
              <a:t>из </a:t>
            </a:r>
            <a:r>
              <a:rPr lang="en-US" sz="1399" dirty="0"/>
              <a:t>72</a:t>
            </a:r>
            <a:endParaRPr lang="ru-RU" sz="1399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C7C5216-2047-E510-2CAD-DAF239902282}"/>
              </a:ext>
            </a:extLst>
          </p:cNvPr>
          <p:cNvSpPr/>
          <p:nvPr userDrawn="1"/>
        </p:nvSpPr>
        <p:spPr>
          <a:xfrm>
            <a:off x="16469032" y="8534400"/>
            <a:ext cx="1681316" cy="15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9" dirty="0"/>
          </a:p>
        </p:txBody>
      </p:sp>
      <p:pic>
        <p:nvPicPr>
          <p:cNvPr id="8" name="Рисунок 7" descr="Изображение выглядит как графическая вставка, Графика, Мультфильм, Анимац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DDAC0F4-230E-C16A-64FD-A803AFA46D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54758" y="436820"/>
            <a:ext cx="1555583" cy="68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35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Разделитель">
    <p:bg>
      <p:bgPr>
        <a:solidFill>
          <a:srgbClr val="D2E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Полилиния: фигура 87">
            <a:extLst>
              <a:ext uri="{FF2B5EF4-FFF2-40B4-BE49-F238E27FC236}">
                <a16:creationId xmlns:a16="http://schemas.microsoft.com/office/drawing/2014/main" id="{F3F7940E-319F-16DB-FAFC-9A1D2007EAA4}"/>
              </a:ext>
            </a:extLst>
          </p:cNvPr>
          <p:cNvSpPr/>
          <p:nvPr userDrawn="1"/>
        </p:nvSpPr>
        <p:spPr>
          <a:xfrm>
            <a:off x="12050190" y="7277428"/>
            <a:ext cx="3446709" cy="3011161"/>
          </a:xfrm>
          <a:custGeom>
            <a:avLst/>
            <a:gdLst>
              <a:gd name="connsiteX0" fmla="*/ 1734445 w 3446709"/>
              <a:gd name="connsiteY0" fmla="*/ 0 h 3011161"/>
              <a:gd name="connsiteX1" fmla="*/ 3446709 w 3446709"/>
              <a:gd name="connsiteY1" fmla="*/ 0 h 3011161"/>
              <a:gd name="connsiteX2" fmla="*/ 1712263 w 3446709"/>
              <a:gd name="connsiteY2" fmla="*/ 3011161 h 3011161"/>
              <a:gd name="connsiteX3" fmla="*/ 0 w 3446709"/>
              <a:gd name="connsiteY3" fmla="*/ 3011161 h 3011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6709" h="3011161">
                <a:moveTo>
                  <a:pt x="1734445" y="0"/>
                </a:moveTo>
                <a:lnTo>
                  <a:pt x="3446709" y="0"/>
                </a:lnTo>
                <a:lnTo>
                  <a:pt x="1712263" y="3011161"/>
                </a:lnTo>
                <a:lnTo>
                  <a:pt x="0" y="3011161"/>
                </a:lnTo>
                <a:close/>
              </a:path>
            </a:pathLst>
          </a:custGeom>
          <a:solidFill>
            <a:srgbClr val="006EBE">
              <a:alpha val="16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457216">
              <a:defRPr/>
            </a:pPr>
            <a:endParaRPr lang="ru-RU" sz="1800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100" name="Полилиния: фигура 99">
            <a:extLst>
              <a:ext uri="{FF2B5EF4-FFF2-40B4-BE49-F238E27FC236}">
                <a16:creationId xmlns:a16="http://schemas.microsoft.com/office/drawing/2014/main" id="{22AD5B93-B4F1-9468-49EA-6A4B5CC8539F}"/>
              </a:ext>
            </a:extLst>
          </p:cNvPr>
          <p:cNvSpPr/>
          <p:nvPr userDrawn="1"/>
        </p:nvSpPr>
        <p:spPr>
          <a:xfrm>
            <a:off x="0" y="0"/>
            <a:ext cx="6979786" cy="10288587"/>
          </a:xfrm>
          <a:custGeom>
            <a:avLst/>
            <a:gdLst>
              <a:gd name="connsiteX0" fmla="*/ 4373152 w 6979786"/>
              <a:gd name="connsiteY0" fmla="*/ 0 h 10288587"/>
              <a:gd name="connsiteX1" fmla="*/ 6979786 w 6979786"/>
              <a:gd name="connsiteY1" fmla="*/ 0 h 10288587"/>
              <a:gd name="connsiteX2" fmla="*/ 1053499 w 6979786"/>
              <a:gd name="connsiteY2" fmla="*/ 10288587 h 10288587"/>
              <a:gd name="connsiteX3" fmla="*/ 0 w 6979786"/>
              <a:gd name="connsiteY3" fmla="*/ 10288587 h 10288587"/>
              <a:gd name="connsiteX4" fmla="*/ 0 w 6979786"/>
              <a:gd name="connsiteY4" fmla="*/ 7592205 h 10288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79786" h="10288587">
                <a:moveTo>
                  <a:pt x="4373152" y="0"/>
                </a:moveTo>
                <a:lnTo>
                  <a:pt x="6979786" y="0"/>
                </a:lnTo>
                <a:lnTo>
                  <a:pt x="1053499" y="10288587"/>
                </a:lnTo>
                <a:lnTo>
                  <a:pt x="0" y="10288587"/>
                </a:lnTo>
                <a:lnTo>
                  <a:pt x="0" y="7592205"/>
                </a:lnTo>
                <a:close/>
              </a:path>
            </a:pathLst>
          </a:custGeom>
          <a:solidFill>
            <a:srgbClr val="006EBE">
              <a:alpha val="7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457216">
              <a:defRPr/>
            </a:pPr>
            <a:endParaRPr lang="ru-RU" sz="1800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92" name="Полилиния: фигура 91">
            <a:extLst>
              <a:ext uri="{FF2B5EF4-FFF2-40B4-BE49-F238E27FC236}">
                <a16:creationId xmlns:a16="http://schemas.microsoft.com/office/drawing/2014/main" id="{B5CB6DAB-193B-D653-0A05-7B0CEC7C7B0C}"/>
              </a:ext>
            </a:extLst>
          </p:cNvPr>
          <p:cNvSpPr/>
          <p:nvPr userDrawn="1"/>
        </p:nvSpPr>
        <p:spPr>
          <a:xfrm>
            <a:off x="1079375" y="0"/>
            <a:ext cx="3885930" cy="4431362"/>
          </a:xfrm>
          <a:custGeom>
            <a:avLst/>
            <a:gdLst>
              <a:gd name="connsiteX0" fmla="*/ 2552489 w 3885930"/>
              <a:gd name="connsiteY0" fmla="*/ 0 h 4431362"/>
              <a:gd name="connsiteX1" fmla="*/ 3885930 w 3885930"/>
              <a:gd name="connsiteY1" fmla="*/ 0 h 4431362"/>
              <a:gd name="connsiteX2" fmla="*/ 1333439 w 3885930"/>
              <a:gd name="connsiteY2" fmla="*/ 4431362 h 4431362"/>
              <a:gd name="connsiteX3" fmla="*/ 0 w 3885930"/>
              <a:gd name="connsiteY3" fmla="*/ 4431362 h 44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5930" h="4431362">
                <a:moveTo>
                  <a:pt x="2552489" y="0"/>
                </a:moveTo>
                <a:lnTo>
                  <a:pt x="3885930" y="0"/>
                </a:lnTo>
                <a:lnTo>
                  <a:pt x="1333439" y="4431362"/>
                </a:lnTo>
                <a:lnTo>
                  <a:pt x="0" y="4431362"/>
                </a:lnTo>
                <a:close/>
              </a:path>
            </a:pathLst>
          </a:custGeom>
          <a:solidFill>
            <a:srgbClr val="006EBE">
              <a:alpha val="16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457216">
              <a:defRPr/>
            </a:pPr>
            <a:endParaRPr lang="ru-RU" sz="1800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80" name="Полилиния: фигура 79">
            <a:extLst>
              <a:ext uri="{FF2B5EF4-FFF2-40B4-BE49-F238E27FC236}">
                <a16:creationId xmlns:a16="http://schemas.microsoft.com/office/drawing/2014/main" id="{5EA8044B-756F-C3E3-9708-866D3A11CCB8}"/>
              </a:ext>
            </a:extLst>
          </p:cNvPr>
          <p:cNvSpPr/>
          <p:nvPr userDrawn="1"/>
        </p:nvSpPr>
        <p:spPr>
          <a:xfrm>
            <a:off x="16731216" y="6680656"/>
            <a:ext cx="1559958" cy="2708235"/>
          </a:xfrm>
          <a:custGeom>
            <a:avLst/>
            <a:gdLst>
              <a:gd name="connsiteX0" fmla="*/ 1559958 w 1559958"/>
              <a:gd name="connsiteY0" fmla="*/ 0 h 2708235"/>
              <a:gd name="connsiteX1" fmla="*/ 1559958 w 1559958"/>
              <a:gd name="connsiteY1" fmla="*/ 1339298 h 2708235"/>
              <a:gd name="connsiteX2" fmla="*/ 771442 w 1559958"/>
              <a:gd name="connsiteY2" fmla="*/ 2708235 h 2708235"/>
              <a:gd name="connsiteX3" fmla="*/ 0 w 1559958"/>
              <a:gd name="connsiteY3" fmla="*/ 2708235 h 2708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9958" h="2708235">
                <a:moveTo>
                  <a:pt x="1559958" y="0"/>
                </a:moveTo>
                <a:lnTo>
                  <a:pt x="1559958" y="1339298"/>
                </a:lnTo>
                <a:lnTo>
                  <a:pt x="771442" y="2708235"/>
                </a:lnTo>
                <a:lnTo>
                  <a:pt x="0" y="2708235"/>
                </a:lnTo>
                <a:close/>
              </a:path>
            </a:pathLst>
          </a:custGeom>
          <a:solidFill>
            <a:srgbClr val="006EBE">
              <a:alpha val="7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457216">
              <a:defRPr/>
            </a:pPr>
            <a:endParaRPr lang="ru-RU" sz="1800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82" name="Полилиния: фигура 81">
            <a:extLst>
              <a:ext uri="{FF2B5EF4-FFF2-40B4-BE49-F238E27FC236}">
                <a16:creationId xmlns:a16="http://schemas.microsoft.com/office/drawing/2014/main" id="{55879CE4-8DD0-A261-EE8F-FE19DD3BD501}"/>
              </a:ext>
            </a:extLst>
          </p:cNvPr>
          <p:cNvSpPr/>
          <p:nvPr userDrawn="1"/>
        </p:nvSpPr>
        <p:spPr>
          <a:xfrm>
            <a:off x="0" y="1222677"/>
            <a:ext cx="1827934" cy="3173464"/>
          </a:xfrm>
          <a:custGeom>
            <a:avLst/>
            <a:gdLst>
              <a:gd name="connsiteX0" fmla="*/ 1119308 w 1827934"/>
              <a:gd name="connsiteY0" fmla="*/ 0 h 3173464"/>
              <a:gd name="connsiteX1" fmla="*/ 1827934 w 1827934"/>
              <a:gd name="connsiteY1" fmla="*/ 0 h 3173464"/>
              <a:gd name="connsiteX2" fmla="*/ 0 w 1827934"/>
              <a:gd name="connsiteY2" fmla="*/ 3173464 h 3173464"/>
              <a:gd name="connsiteX3" fmla="*/ 0 w 1827934"/>
              <a:gd name="connsiteY3" fmla="*/ 1943225 h 31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7934" h="3173464">
                <a:moveTo>
                  <a:pt x="1119308" y="0"/>
                </a:moveTo>
                <a:lnTo>
                  <a:pt x="1827934" y="0"/>
                </a:lnTo>
                <a:lnTo>
                  <a:pt x="0" y="3173464"/>
                </a:lnTo>
                <a:lnTo>
                  <a:pt x="0" y="1943225"/>
                </a:lnTo>
                <a:close/>
              </a:path>
            </a:pathLst>
          </a:custGeom>
          <a:solidFill>
            <a:srgbClr val="006EBE">
              <a:alpha val="16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457216">
              <a:defRPr/>
            </a:pPr>
            <a:endParaRPr lang="ru-RU" sz="1800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78" name="Полилиния: фигура 77">
            <a:extLst>
              <a:ext uri="{FF2B5EF4-FFF2-40B4-BE49-F238E27FC236}">
                <a16:creationId xmlns:a16="http://schemas.microsoft.com/office/drawing/2014/main" id="{77DCE0E5-B730-C225-4297-C4AE899BD383}"/>
              </a:ext>
            </a:extLst>
          </p:cNvPr>
          <p:cNvSpPr/>
          <p:nvPr userDrawn="1"/>
        </p:nvSpPr>
        <p:spPr>
          <a:xfrm>
            <a:off x="16215466" y="1089394"/>
            <a:ext cx="2075708" cy="3603628"/>
          </a:xfrm>
          <a:custGeom>
            <a:avLst/>
            <a:gdLst>
              <a:gd name="connsiteX0" fmla="*/ 2075708 w 2075708"/>
              <a:gd name="connsiteY0" fmla="*/ 0 h 3603628"/>
              <a:gd name="connsiteX1" fmla="*/ 2075708 w 2075708"/>
              <a:gd name="connsiteY1" fmla="*/ 1003053 h 3603628"/>
              <a:gd name="connsiteX2" fmla="*/ 577762 w 2075708"/>
              <a:gd name="connsiteY2" fmla="*/ 3603628 h 3603628"/>
              <a:gd name="connsiteX3" fmla="*/ 0 w 2075708"/>
              <a:gd name="connsiteY3" fmla="*/ 3603628 h 3603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5708" h="3603628">
                <a:moveTo>
                  <a:pt x="2075708" y="0"/>
                </a:moveTo>
                <a:lnTo>
                  <a:pt x="2075708" y="1003053"/>
                </a:lnTo>
                <a:lnTo>
                  <a:pt x="577762" y="3603628"/>
                </a:lnTo>
                <a:lnTo>
                  <a:pt x="0" y="3603628"/>
                </a:lnTo>
                <a:close/>
              </a:path>
            </a:pathLst>
          </a:custGeom>
          <a:solidFill>
            <a:srgbClr val="006EBE">
              <a:alpha val="26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457216">
              <a:defRPr/>
            </a:pPr>
            <a:endParaRPr lang="ru-RU" sz="1800" dirty="0">
              <a:solidFill>
                <a:prstClr val="black"/>
              </a:solidFill>
              <a:latin typeface="Arial" panose="020B0604020202020204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564FDE48-BE9D-4105-99EF-3E29A494D116}"/>
              </a:ext>
            </a:extLst>
          </p:cNvPr>
          <p:cNvGrpSpPr/>
          <p:nvPr userDrawn="1"/>
        </p:nvGrpSpPr>
        <p:grpSpPr>
          <a:xfrm>
            <a:off x="8554450" y="-1515"/>
            <a:ext cx="6872024" cy="2328092"/>
            <a:chOff x="6483350" y="4244180"/>
            <a:chExt cx="5323331" cy="1803464"/>
          </a:xfrm>
          <a:solidFill>
            <a:srgbClr val="006EBE">
              <a:alpha val="42000"/>
            </a:srgbClr>
          </a:solidFill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8B2D7385-DB5E-4D3D-A90B-E0C074E99456}"/>
                </a:ext>
              </a:extLst>
            </p:cNvPr>
            <p:cNvSpPr/>
            <p:nvPr/>
          </p:nvSpPr>
          <p:spPr>
            <a:xfrm>
              <a:off x="11665712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4F480325-8472-4112-9F06-9C7991E60E42}"/>
                </a:ext>
              </a:extLst>
            </p:cNvPr>
            <p:cNvSpPr/>
            <p:nvPr/>
          </p:nvSpPr>
          <p:spPr>
            <a:xfrm>
              <a:off x="11089925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BF3F7B3-1E0D-4E9B-95FF-BA534623C988}"/>
                </a:ext>
              </a:extLst>
            </p:cNvPr>
            <p:cNvSpPr/>
            <p:nvPr/>
          </p:nvSpPr>
          <p:spPr>
            <a:xfrm>
              <a:off x="10514139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86C3C3F3-FC70-489D-AEB4-A3F8AE01D4D2}"/>
                </a:ext>
              </a:extLst>
            </p:cNvPr>
            <p:cNvSpPr/>
            <p:nvPr/>
          </p:nvSpPr>
          <p:spPr>
            <a:xfrm>
              <a:off x="9938258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818199F-C12D-4F6B-AE7B-982390B0811D}"/>
                </a:ext>
              </a:extLst>
            </p:cNvPr>
            <p:cNvSpPr/>
            <p:nvPr/>
          </p:nvSpPr>
          <p:spPr>
            <a:xfrm>
              <a:off x="9362471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5F79D3DC-ED96-402C-8E26-D8E2710B1885}"/>
                </a:ext>
              </a:extLst>
            </p:cNvPr>
            <p:cNvSpPr/>
            <p:nvPr/>
          </p:nvSpPr>
          <p:spPr>
            <a:xfrm>
              <a:off x="8786590" y="5906293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C3E1A930-E9D7-4529-B6A1-A8A2991044DA}"/>
                </a:ext>
              </a:extLst>
            </p:cNvPr>
            <p:cNvSpPr/>
            <p:nvPr/>
          </p:nvSpPr>
          <p:spPr>
            <a:xfrm>
              <a:off x="8210804" y="5906293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1CF41171-C208-4ABA-A575-D342C5C0F3B8}"/>
                </a:ext>
              </a:extLst>
            </p:cNvPr>
            <p:cNvSpPr/>
            <p:nvPr/>
          </p:nvSpPr>
          <p:spPr>
            <a:xfrm>
              <a:off x="7635017" y="5906293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165E1CA1-97A6-484F-85B8-607A39C8548C}"/>
                </a:ext>
              </a:extLst>
            </p:cNvPr>
            <p:cNvSpPr/>
            <p:nvPr/>
          </p:nvSpPr>
          <p:spPr>
            <a:xfrm>
              <a:off x="7059136" y="5906293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1D42C835-D874-4C6F-AB1B-680A116E7A06}"/>
                </a:ext>
              </a:extLst>
            </p:cNvPr>
            <p:cNvSpPr/>
            <p:nvPr/>
          </p:nvSpPr>
          <p:spPr>
            <a:xfrm>
              <a:off x="6483350" y="5906674"/>
              <a:ext cx="141064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7686D9A9-590E-4B8B-9DA5-4356A2774DD9}"/>
                </a:ext>
              </a:extLst>
            </p:cNvPr>
            <p:cNvSpPr/>
            <p:nvPr/>
          </p:nvSpPr>
          <p:spPr>
            <a:xfrm>
              <a:off x="11665712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840E4F75-9CA9-428C-B9DD-B330ADB193BD}"/>
                </a:ext>
              </a:extLst>
            </p:cNvPr>
            <p:cNvSpPr/>
            <p:nvPr/>
          </p:nvSpPr>
          <p:spPr>
            <a:xfrm>
              <a:off x="11089925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110CE346-8A47-4066-8687-F12E043DE883}"/>
                </a:ext>
              </a:extLst>
            </p:cNvPr>
            <p:cNvSpPr/>
            <p:nvPr/>
          </p:nvSpPr>
          <p:spPr>
            <a:xfrm>
              <a:off x="10514139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1FF19305-5261-47DF-BACE-CA35487F2521}"/>
                </a:ext>
              </a:extLst>
            </p:cNvPr>
            <p:cNvSpPr/>
            <p:nvPr/>
          </p:nvSpPr>
          <p:spPr>
            <a:xfrm>
              <a:off x="9938258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B96CB458-8BFE-49F5-975E-D62F88329A15}"/>
                </a:ext>
              </a:extLst>
            </p:cNvPr>
            <p:cNvSpPr/>
            <p:nvPr/>
          </p:nvSpPr>
          <p:spPr>
            <a:xfrm>
              <a:off x="9362471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88F49D1-D886-4259-8256-62E46D93B2CF}"/>
                </a:ext>
              </a:extLst>
            </p:cNvPr>
            <p:cNvSpPr/>
            <p:nvPr/>
          </p:nvSpPr>
          <p:spPr>
            <a:xfrm>
              <a:off x="8786685" y="5352224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0B5B888A-E3BF-4C6E-951E-0DFBC3C026AB}"/>
                </a:ext>
              </a:extLst>
            </p:cNvPr>
            <p:cNvSpPr/>
            <p:nvPr/>
          </p:nvSpPr>
          <p:spPr>
            <a:xfrm>
              <a:off x="8210804" y="5352319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8D7B892F-BAEC-40B1-9FBA-F5DEAD50BCF0}"/>
                </a:ext>
              </a:extLst>
            </p:cNvPr>
            <p:cNvSpPr/>
            <p:nvPr/>
          </p:nvSpPr>
          <p:spPr>
            <a:xfrm>
              <a:off x="7635017" y="5352319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4153DCEC-301E-4177-89DA-EE030033516B}"/>
                </a:ext>
              </a:extLst>
            </p:cNvPr>
            <p:cNvSpPr/>
            <p:nvPr/>
          </p:nvSpPr>
          <p:spPr>
            <a:xfrm>
              <a:off x="7059136" y="5352319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48104F83-4095-43C6-85A4-CE292FAE42C7}"/>
                </a:ext>
              </a:extLst>
            </p:cNvPr>
            <p:cNvSpPr/>
            <p:nvPr/>
          </p:nvSpPr>
          <p:spPr>
            <a:xfrm>
              <a:off x="6483350" y="5352319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2EFB2A87-0A86-4B79-90CB-F3DCBEE8EBAA}"/>
                </a:ext>
              </a:extLst>
            </p:cNvPr>
            <p:cNvSpPr/>
            <p:nvPr/>
          </p:nvSpPr>
          <p:spPr>
            <a:xfrm>
              <a:off x="11665712" y="4798250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2A4C8EE3-307C-4A27-A097-FDBE9FC9B857}"/>
                </a:ext>
              </a:extLst>
            </p:cNvPr>
            <p:cNvSpPr/>
            <p:nvPr/>
          </p:nvSpPr>
          <p:spPr>
            <a:xfrm>
              <a:off x="11089911" y="4798197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78AD9EF4-8DA2-4CE1-993E-EF41039FD9D8}"/>
                </a:ext>
              </a:extLst>
            </p:cNvPr>
            <p:cNvSpPr/>
            <p:nvPr/>
          </p:nvSpPr>
          <p:spPr>
            <a:xfrm>
              <a:off x="10514139" y="4798250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81994B56-D3C3-4C90-B649-E345246E1EDF}"/>
                </a:ext>
              </a:extLst>
            </p:cNvPr>
            <p:cNvSpPr/>
            <p:nvPr/>
          </p:nvSpPr>
          <p:spPr>
            <a:xfrm>
              <a:off x="9938258" y="4798250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191784A5-822F-4EAA-8C0B-58FE0C8B3934}"/>
                </a:ext>
              </a:extLst>
            </p:cNvPr>
            <p:cNvSpPr/>
            <p:nvPr/>
          </p:nvSpPr>
          <p:spPr>
            <a:xfrm>
              <a:off x="9362471" y="4798250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id="{49FB8C07-1CB5-473F-B9F8-0EDAFAC9F938}"/>
                </a:ext>
              </a:extLst>
            </p:cNvPr>
            <p:cNvSpPr/>
            <p:nvPr/>
          </p:nvSpPr>
          <p:spPr>
            <a:xfrm>
              <a:off x="8786590" y="479825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id="{2BDC7471-C73B-4A0B-B37B-588C6CD1DA01}"/>
                </a:ext>
              </a:extLst>
            </p:cNvPr>
            <p:cNvSpPr/>
            <p:nvPr/>
          </p:nvSpPr>
          <p:spPr>
            <a:xfrm>
              <a:off x="8210804" y="479825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BA8333BE-4EB0-4A20-8705-280954471D6A}"/>
                </a:ext>
              </a:extLst>
            </p:cNvPr>
            <p:cNvSpPr/>
            <p:nvPr/>
          </p:nvSpPr>
          <p:spPr>
            <a:xfrm>
              <a:off x="7635017" y="479825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647ABD1D-2D4F-40F4-B4CC-C3F9DD9162D9}"/>
                </a:ext>
              </a:extLst>
            </p:cNvPr>
            <p:cNvSpPr/>
            <p:nvPr/>
          </p:nvSpPr>
          <p:spPr>
            <a:xfrm>
              <a:off x="7059231" y="4798154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5C29509E-83E7-49F0-8BC2-E68F691F67BA}"/>
                </a:ext>
              </a:extLst>
            </p:cNvPr>
            <p:cNvSpPr/>
            <p:nvPr/>
          </p:nvSpPr>
          <p:spPr>
            <a:xfrm>
              <a:off x="6483350" y="479825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77EBB50B-ACF6-4F21-8E95-BF676205E9F4}"/>
                </a:ext>
              </a:extLst>
            </p:cNvPr>
            <p:cNvSpPr/>
            <p:nvPr/>
          </p:nvSpPr>
          <p:spPr>
            <a:xfrm>
              <a:off x="11665712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4148D60D-A96B-4A4A-8374-5297F683FD1B}"/>
                </a:ext>
              </a:extLst>
            </p:cNvPr>
            <p:cNvSpPr/>
            <p:nvPr/>
          </p:nvSpPr>
          <p:spPr>
            <a:xfrm>
              <a:off x="11089925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8115BFEA-F41B-41B5-8DBE-0E474389EDCA}"/>
                </a:ext>
              </a:extLst>
            </p:cNvPr>
            <p:cNvSpPr/>
            <p:nvPr/>
          </p:nvSpPr>
          <p:spPr>
            <a:xfrm>
              <a:off x="10514139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DE05E8A3-5D48-4ECD-A7A4-C447B10F7373}"/>
                </a:ext>
              </a:extLst>
            </p:cNvPr>
            <p:cNvSpPr/>
            <p:nvPr/>
          </p:nvSpPr>
          <p:spPr>
            <a:xfrm>
              <a:off x="9938258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id="{56A26BC1-FA99-4120-B41D-424C6BDAFACB}"/>
                </a:ext>
              </a:extLst>
            </p:cNvPr>
            <p:cNvSpPr/>
            <p:nvPr/>
          </p:nvSpPr>
          <p:spPr>
            <a:xfrm>
              <a:off x="9362471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0D0915F3-6716-4DEF-B02E-ED85EFDC9EA2}"/>
                </a:ext>
              </a:extLst>
            </p:cNvPr>
            <p:cNvSpPr/>
            <p:nvPr/>
          </p:nvSpPr>
          <p:spPr>
            <a:xfrm>
              <a:off x="8786685" y="424418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C6EA307B-A5F4-413D-97D5-64F7713E941F}"/>
                </a:ext>
              </a:extLst>
            </p:cNvPr>
            <p:cNvSpPr/>
            <p:nvPr/>
          </p:nvSpPr>
          <p:spPr>
            <a:xfrm>
              <a:off x="8210804" y="4244181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id="{BA78ABB0-4C54-48DB-B41B-7DB13170347D}"/>
                </a:ext>
              </a:extLst>
            </p:cNvPr>
            <p:cNvSpPr/>
            <p:nvPr/>
          </p:nvSpPr>
          <p:spPr>
            <a:xfrm>
              <a:off x="7635035" y="4244261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id="{5E72235B-352A-457F-8095-7D1585A76896}"/>
                </a:ext>
              </a:extLst>
            </p:cNvPr>
            <p:cNvSpPr/>
            <p:nvPr/>
          </p:nvSpPr>
          <p:spPr>
            <a:xfrm>
              <a:off x="7059136" y="4244181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6A7A2D9D-6A33-4742-A888-A15A006F7FA6}"/>
                </a:ext>
              </a:extLst>
            </p:cNvPr>
            <p:cNvSpPr/>
            <p:nvPr/>
          </p:nvSpPr>
          <p:spPr>
            <a:xfrm>
              <a:off x="6483350" y="4244181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16">
                <a:defRPr/>
              </a:pPr>
              <a:endParaRPr lang="ru-RU" sz="1800" dirty="0">
                <a:solidFill>
                  <a:prstClr val="black"/>
                </a:solidFill>
                <a:latin typeface="Arial" panose="020B0604020202020204"/>
              </a:endParaRPr>
            </a:p>
          </p:txBody>
        </p:sp>
      </p:grpSp>
      <p:sp>
        <p:nvSpPr>
          <p:cNvPr id="96" name="Полилиния: фигура 95">
            <a:extLst>
              <a:ext uri="{FF2B5EF4-FFF2-40B4-BE49-F238E27FC236}">
                <a16:creationId xmlns:a16="http://schemas.microsoft.com/office/drawing/2014/main" id="{C25A6C98-647F-F951-CF14-E41EC643A10F}"/>
              </a:ext>
            </a:extLst>
          </p:cNvPr>
          <p:cNvSpPr/>
          <p:nvPr userDrawn="1"/>
        </p:nvSpPr>
        <p:spPr>
          <a:xfrm>
            <a:off x="8267976" y="0"/>
            <a:ext cx="10265992" cy="10288589"/>
          </a:xfrm>
          <a:custGeom>
            <a:avLst/>
            <a:gdLst>
              <a:gd name="connsiteX0" fmla="*/ 5926284 w 10265992"/>
              <a:gd name="connsiteY0" fmla="*/ 0 h 10288589"/>
              <a:gd name="connsiteX1" fmla="*/ 10265992 w 10265992"/>
              <a:gd name="connsiteY1" fmla="*/ 0 h 10288589"/>
              <a:gd name="connsiteX2" fmla="*/ 4339705 w 10265992"/>
              <a:gd name="connsiteY2" fmla="*/ 10288589 h 10288589"/>
              <a:gd name="connsiteX3" fmla="*/ 0 w 10265992"/>
              <a:gd name="connsiteY3" fmla="*/ 10288589 h 10288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65992" h="10288589">
                <a:moveTo>
                  <a:pt x="5926284" y="0"/>
                </a:moveTo>
                <a:lnTo>
                  <a:pt x="10265992" y="0"/>
                </a:lnTo>
                <a:lnTo>
                  <a:pt x="4339705" y="10288589"/>
                </a:lnTo>
                <a:lnTo>
                  <a:pt x="0" y="10288589"/>
                </a:lnTo>
                <a:close/>
              </a:path>
            </a:pathLst>
          </a:custGeom>
          <a:solidFill>
            <a:srgbClr val="006EBE">
              <a:alpha val="12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457216">
              <a:defRPr/>
            </a:pPr>
            <a:endParaRPr lang="ru-RU" sz="1800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94" name="Полилиния: фигура 93">
            <a:extLst>
              <a:ext uri="{FF2B5EF4-FFF2-40B4-BE49-F238E27FC236}">
                <a16:creationId xmlns:a16="http://schemas.microsoft.com/office/drawing/2014/main" id="{05C7D9FE-1533-8DF6-718A-D7E50B84C4C7}"/>
              </a:ext>
            </a:extLst>
          </p:cNvPr>
          <p:cNvSpPr/>
          <p:nvPr userDrawn="1"/>
        </p:nvSpPr>
        <p:spPr>
          <a:xfrm>
            <a:off x="7139376" y="0"/>
            <a:ext cx="2616839" cy="3730953"/>
          </a:xfrm>
          <a:custGeom>
            <a:avLst/>
            <a:gdLst>
              <a:gd name="connsiteX0" fmla="*/ 2149048 w 2616839"/>
              <a:gd name="connsiteY0" fmla="*/ 0 h 3730953"/>
              <a:gd name="connsiteX1" fmla="*/ 2616839 w 2616839"/>
              <a:gd name="connsiteY1" fmla="*/ 0 h 3730953"/>
              <a:gd name="connsiteX2" fmla="*/ 467789 w 2616839"/>
              <a:gd name="connsiteY2" fmla="*/ 3730953 h 3730953"/>
              <a:gd name="connsiteX3" fmla="*/ 0 w 2616839"/>
              <a:gd name="connsiteY3" fmla="*/ 3730953 h 373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6839" h="3730953">
                <a:moveTo>
                  <a:pt x="2149048" y="0"/>
                </a:moveTo>
                <a:lnTo>
                  <a:pt x="2616839" y="0"/>
                </a:lnTo>
                <a:lnTo>
                  <a:pt x="467789" y="3730953"/>
                </a:lnTo>
                <a:lnTo>
                  <a:pt x="0" y="3730953"/>
                </a:lnTo>
                <a:close/>
              </a:path>
            </a:pathLst>
          </a:custGeom>
          <a:solidFill>
            <a:srgbClr val="006EBE">
              <a:alpha val="22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457216">
              <a:defRPr/>
            </a:pPr>
            <a:endParaRPr lang="ru-RU" sz="1800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90" name="Полилиния: фигура 89">
            <a:extLst>
              <a:ext uri="{FF2B5EF4-FFF2-40B4-BE49-F238E27FC236}">
                <a16:creationId xmlns:a16="http://schemas.microsoft.com/office/drawing/2014/main" id="{F5DE7974-5AF8-AB26-AD7D-0241C0EDBBF5}"/>
              </a:ext>
            </a:extLst>
          </p:cNvPr>
          <p:cNvSpPr/>
          <p:nvPr userDrawn="1"/>
        </p:nvSpPr>
        <p:spPr>
          <a:xfrm>
            <a:off x="10830439" y="8859608"/>
            <a:ext cx="1123023" cy="1428980"/>
          </a:xfrm>
          <a:custGeom>
            <a:avLst/>
            <a:gdLst>
              <a:gd name="connsiteX0" fmla="*/ 823100 w 1123023"/>
              <a:gd name="connsiteY0" fmla="*/ 0 h 1428980"/>
              <a:gd name="connsiteX1" fmla="*/ 1123023 w 1123023"/>
              <a:gd name="connsiteY1" fmla="*/ 0 h 1428980"/>
              <a:gd name="connsiteX2" fmla="*/ 299922 w 1123023"/>
              <a:gd name="connsiteY2" fmla="*/ 1428980 h 1428980"/>
              <a:gd name="connsiteX3" fmla="*/ 0 w 1123023"/>
              <a:gd name="connsiteY3" fmla="*/ 1428980 h 1428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023" h="1428980">
                <a:moveTo>
                  <a:pt x="823100" y="0"/>
                </a:moveTo>
                <a:lnTo>
                  <a:pt x="1123023" y="0"/>
                </a:lnTo>
                <a:lnTo>
                  <a:pt x="299922" y="1428980"/>
                </a:lnTo>
                <a:lnTo>
                  <a:pt x="0" y="1428980"/>
                </a:lnTo>
                <a:close/>
              </a:path>
            </a:pathLst>
          </a:custGeom>
          <a:solidFill>
            <a:srgbClr val="006EBE">
              <a:alpha val="22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457216">
              <a:defRPr/>
            </a:pPr>
            <a:endParaRPr lang="ru-RU" sz="1800" dirty="0">
              <a:solidFill>
                <a:prstClr val="black"/>
              </a:solidFill>
              <a:latin typeface="Arial" panose="020B0604020202020204"/>
            </a:endParaRPr>
          </a:p>
        </p:txBody>
      </p: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13B7B127-0057-4451-A9BE-72480EB3E84E}"/>
              </a:ext>
            </a:extLst>
          </p:cNvPr>
          <p:cNvGrpSpPr/>
          <p:nvPr userDrawn="1"/>
        </p:nvGrpSpPr>
        <p:grpSpPr>
          <a:xfrm rot="5400000">
            <a:off x="3051447" y="5542136"/>
            <a:ext cx="1691261" cy="7801446"/>
            <a:chOff x="528173" y="481351"/>
            <a:chExt cx="1381546" cy="6372672"/>
          </a:xfrm>
          <a:solidFill>
            <a:srgbClr val="006EBE">
              <a:alpha val="27000"/>
            </a:srgbClr>
          </a:solidFill>
        </p:grpSpPr>
        <p:grpSp>
          <p:nvGrpSpPr>
            <p:cNvPr id="53" name="Группа 52">
              <a:extLst>
                <a:ext uri="{FF2B5EF4-FFF2-40B4-BE49-F238E27FC236}">
                  <a16:creationId xmlns:a16="http://schemas.microsoft.com/office/drawing/2014/main" id="{464D2F8C-FBA7-42DA-849D-A4850118E38F}"/>
                </a:ext>
              </a:extLst>
            </p:cNvPr>
            <p:cNvGrpSpPr/>
            <p:nvPr/>
          </p:nvGrpSpPr>
          <p:grpSpPr>
            <a:xfrm>
              <a:off x="528173" y="481351"/>
              <a:ext cx="1381546" cy="3033374"/>
              <a:chOff x="-2118388" y="-5232835"/>
              <a:chExt cx="1172890" cy="2575241"/>
            </a:xfrm>
            <a:grpFill/>
          </p:grpSpPr>
          <p:sp>
            <p:nvSpPr>
              <p:cNvPr id="63" name="Прямоугольник 62">
                <a:extLst>
                  <a:ext uri="{FF2B5EF4-FFF2-40B4-BE49-F238E27FC236}">
                    <a16:creationId xmlns:a16="http://schemas.microsoft.com/office/drawing/2014/main" id="{32E8344A-3D6A-42B6-9F00-0F015E92CE91}"/>
                  </a:ext>
                </a:extLst>
              </p:cNvPr>
              <p:cNvSpPr/>
              <p:nvPr/>
            </p:nvSpPr>
            <p:spPr>
              <a:xfrm>
                <a:off x="-1375071" y="-3087173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  <p:sp>
            <p:nvSpPr>
              <p:cNvPr id="64" name="Прямоугольник 63">
                <a:extLst>
                  <a:ext uri="{FF2B5EF4-FFF2-40B4-BE49-F238E27FC236}">
                    <a16:creationId xmlns:a16="http://schemas.microsoft.com/office/drawing/2014/main" id="{79A7651F-C08D-437E-818A-34DA8C60B3E4}"/>
                  </a:ext>
                </a:extLst>
              </p:cNvPr>
              <p:cNvSpPr/>
              <p:nvPr/>
            </p:nvSpPr>
            <p:spPr>
              <a:xfrm>
                <a:off x="-2118370" y="-3087173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  <p:sp>
            <p:nvSpPr>
              <p:cNvPr id="65" name="Прямоугольник 64">
                <a:extLst>
                  <a:ext uri="{FF2B5EF4-FFF2-40B4-BE49-F238E27FC236}">
                    <a16:creationId xmlns:a16="http://schemas.microsoft.com/office/drawing/2014/main" id="{C0FC2236-EAD5-4ADB-8FA5-A831A124C03D}"/>
                  </a:ext>
                </a:extLst>
              </p:cNvPr>
              <p:cNvSpPr/>
              <p:nvPr/>
            </p:nvSpPr>
            <p:spPr>
              <a:xfrm>
                <a:off x="-1375071" y="-3802312"/>
                <a:ext cx="429573" cy="429573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  <p:sp>
            <p:nvSpPr>
              <p:cNvPr id="66" name="Прямоугольник 65">
                <a:extLst>
                  <a:ext uri="{FF2B5EF4-FFF2-40B4-BE49-F238E27FC236}">
                    <a16:creationId xmlns:a16="http://schemas.microsoft.com/office/drawing/2014/main" id="{A0F5DF98-E245-4070-9D05-612B098AE651}"/>
                  </a:ext>
                </a:extLst>
              </p:cNvPr>
              <p:cNvSpPr/>
              <p:nvPr/>
            </p:nvSpPr>
            <p:spPr>
              <a:xfrm>
                <a:off x="-2118370" y="-3802312"/>
                <a:ext cx="429573" cy="429573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  <p:sp>
            <p:nvSpPr>
              <p:cNvPr id="67" name="Прямоугольник 66">
                <a:extLst>
                  <a:ext uri="{FF2B5EF4-FFF2-40B4-BE49-F238E27FC236}">
                    <a16:creationId xmlns:a16="http://schemas.microsoft.com/office/drawing/2014/main" id="{5F6477E7-6D6A-4896-92CE-A7C166D0CD4A}"/>
                  </a:ext>
                </a:extLst>
              </p:cNvPr>
              <p:cNvSpPr/>
              <p:nvPr/>
            </p:nvSpPr>
            <p:spPr>
              <a:xfrm>
                <a:off x="-1375071" y="-4517573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  <p:sp>
            <p:nvSpPr>
              <p:cNvPr id="68" name="Прямоугольник 67">
                <a:extLst>
                  <a:ext uri="{FF2B5EF4-FFF2-40B4-BE49-F238E27FC236}">
                    <a16:creationId xmlns:a16="http://schemas.microsoft.com/office/drawing/2014/main" id="{B5DDE7C3-202A-4E56-AC49-6839FD5AB813}"/>
                  </a:ext>
                </a:extLst>
              </p:cNvPr>
              <p:cNvSpPr/>
              <p:nvPr/>
            </p:nvSpPr>
            <p:spPr>
              <a:xfrm>
                <a:off x="-2118388" y="-4517642"/>
                <a:ext cx="429573" cy="429573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  <p:sp>
            <p:nvSpPr>
              <p:cNvPr id="69" name="Прямоугольник 68">
                <a:extLst>
                  <a:ext uri="{FF2B5EF4-FFF2-40B4-BE49-F238E27FC236}">
                    <a16:creationId xmlns:a16="http://schemas.microsoft.com/office/drawing/2014/main" id="{93D1F122-7956-46FB-AAF8-4DEF7BEAAE14}"/>
                  </a:ext>
                </a:extLst>
              </p:cNvPr>
              <p:cNvSpPr/>
              <p:nvPr/>
            </p:nvSpPr>
            <p:spPr>
              <a:xfrm>
                <a:off x="-1375071" y="-5232835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  <p:sp>
            <p:nvSpPr>
              <p:cNvPr id="70" name="Прямоугольник 69">
                <a:extLst>
                  <a:ext uri="{FF2B5EF4-FFF2-40B4-BE49-F238E27FC236}">
                    <a16:creationId xmlns:a16="http://schemas.microsoft.com/office/drawing/2014/main" id="{3908A6FA-58C7-41E6-984B-F90D956BDE1D}"/>
                  </a:ext>
                </a:extLst>
              </p:cNvPr>
              <p:cNvSpPr/>
              <p:nvPr/>
            </p:nvSpPr>
            <p:spPr>
              <a:xfrm>
                <a:off x="-2118370" y="-5232835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54" name="Группа 53">
              <a:extLst>
                <a:ext uri="{FF2B5EF4-FFF2-40B4-BE49-F238E27FC236}">
                  <a16:creationId xmlns:a16="http://schemas.microsoft.com/office/drawing/2014/main" id="{BAF69CDD-4263-4B69-8E13-9B38DABAF9FE}"/>
                </a:ext>
              </a:extLst>
            </p:cNvPr>
            <p:cNvGrpSpPr/>
            <p:nvPr/>
          </p:nvGrpSpPr>
          <p:grpSpPr>
            <a:xfrm>
              <a:off x="528173" y="3820649"/>
              <a:ext cx="1381546" cy="3033374"/>
              <a:chOff x="-2118388" y="-5232835"/>
              <a:chExt cx="1172890" cy="2575241"/>
            </a:xfrm>
            <a:grpFill/>
          </p:grpSpPr>
          <p:sp>
            <p:nvSpPr>
              <p:cNvPr id="55" name="Прямоугольник 54">
                <a:extLst>
                  <a:ext uri="{FF2B5EF4-FFF2-40B4-BE49-F238E27FC236}">
                    <a16:creationId xmlns:a16="http://schemas.microsoft.com/office/drawing/2014/main" id="{5BB948AA-032F-47DC-BA8B-A78FAF9D1E28}"/>
                  </a:ext>
                </a:extLst>
              </p:cNvPr>
              <p:cNvSpPr/>
              <p:nvPr/>
            </p:nvSpPr>
            <p:spPr>
              <a:xfrm>
                <a:off x="-1375071" y="-3087173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  <p:sp>
            <p:nvSpPr>
              <p:cNvPr id="56" name="Прямоугольник 55">
                <a:extLst>
                  <a:ext uri="{FF2B5EF4-FFF2-40B4-BE49-F238E27FC236}">
                    <a16:creationId xmlns:a16="http://schemas.microsoft.com/office/drawing/2014/main" id="{AAFE8687-8D68-4388-AACE-9282D5D660C3}"/>
                  </a:ext>
                </a:extLst>
              </p:cNvPr>
              <p:cNvSpPr/>
              <p:nvPr/>
            </p:nvSpPr>
            <p:spPr>
              <a:xfrm>
                <a:off x="-2118370" y="-3087173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  <p:sp>
            <p:nvSpPr>
              <p:cNvPr id="57" name="Прямоугольник 56">
                <a:extLst>
                  <a:ext uri="{FF2B5EF4-FFF2-40B4-BE49-F238E27FC236}">
                    <a16:creationId xmlns:a16="http://schemas.microsoft.com/office/drawing/2014/main" id="{9D4861F9-70E4-4F88-890C-D1247711AA92}"/>
                  </a:ext>
                </a:extLst>
              </p:cNvPr>
              <p:cNvSpPr/>
              <p:nvPr/>
            </p:nvSpPr>
            <p:spPr>
              <a:xfrm>
                <a:off x="-1375071" y="-3802312"/>
                <a:ext cx="429573" cy="429573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  <p:sp>
            <p:nvSpPr>
              <p:cNvPr id="58" name="Прямоугольник 57">
                <a:extLst>
                  <a:ext uri="{FF2B5EF4-FFF2-40B4-BE49-F238E27FC236}">
                    <a16:creationId xmlns:a16="http://schemas.microsoft.com/office/drawing/2014/main" id="{83B71923-79D8-4186-AEFF-75E74097B9F6}"/>
                  </a:ext>
                </a:extLst>
              </p:cNvPr>
              <p:cNvSpPr/>
              <p:nvPr/>
            </p:nvSpPr>
            <p:spPr>
              <a:xfrm>
                <a:off x="-2118370" y="-3802312"/>
                <a:ext cx="429573" cy="429573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  <p:sp>
            <p:nvSpPr>
              <p:cNvPr id="59" name="Прямоугольник 58">
                <a:extLst>
                  <a:ext uri="{FF2B5EF4-FFF2-40B4-BE49-F238E27FC236}">
                    <a16:creationId xmlns:a16="http://schemas.microsoft.com/office/drawing/2014/main" id="{C513684E-0CF2-415A-B699-87A935D6E37D}"/>
                  </a:ext>
                </a:extLst>
              </p:cNvPr>
              <p:cNvSpPr/>
              <p:nvPr/>
            </p:nvSpPr>
            <p:spPr>
              <a:xfrm>
                <a:off x="-1375071" y="-4517573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  <p:sp>
            <p:nvSpPr>
              <p:cNvPr id="60" name="Прямоугольник 59">
                <a:extLst>
                  <a:ext uri="{FF2B5EF4-FFF2-40B4-BE49-F238E27FC236}">
                    <a16:creationId xmlns:a16="http://schemas.microsoft.com/office/drawing/2014/main" id="{8005E009-DA8D-411A-AF66-00F5F5F87D03}"/>
                  </a:ext>
                </a:extLst>
              </p:cNvPr>
              <p:cNvSpPr/>
              <p:nvPr/>
            </p:nvSpPr>
            <p:spPr>
              <a:xfrm>
                <a:off x="-2118388" y="-4517642"/>
                <a:ext cx="429573" cy="429573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  <p:sp>
            <p:nvSpPr>
              <p:cNvPr id="61" name="Прямоугольник 60">
                <a:extLst>
                  <a:ext uri="{FF2B5EF4-FFF2-40B4-BE49-F238E27FC236}">
                    <a16:creationId xmlns:a16="http://schemas.microsoft.com/office/drawing/2014/main" id="{714077C5-49CA-40B3-A20D-003357FE141C}"/>
                  </a:ext>
                </a:extLst>
              </p:cNvPr>
              <p:cNvSpPr/>
              <p:nvPr/>
            </p:nvSpPr>
            <p:spPr>
              <a:xfrm>
                <a:off x="-1375071" y="-5232835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  <p:sp>
            <p:nvSpPr>
              <p:cNvPr id="62" name="Прямоугольник 61">
                <a:extLst>
                  <a:ext uri="{FF2B5EF4-FFF2-40B4-BE49-F238E27FC236}">
                    <a16:creationId xmlns:a16="http://schemas.microsoft.com/office/drawing/2014/main" id="{452974C6-612B-4506-9E8A-B16BF1393A59}"/>
                  </a:ext>
                </a:extLst>
              </p:cNvPr>
              <p:cNvSpPr/>
              <p:nvPr/>
            </p:nvSpPr>
            <p:spPr>
              <a:xfrm>
                <a:off x="-2118370" y="-5232835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457216">
                  <a:defRPr/>
                </a:pPr>
                <a:endParaRPr lang="ru-RU" sz="180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74" name="Заголовок 73">
            <a:extLst>
              <a:ext uri="{FF2B5EF4-FFF2-40B4-BE49-F238E27FC236}">
                <a16:creationId xmlns:a16="http://schemas.microsoft.com/office/drawing/2014/main" id="{20005AD3-0E54-894C-826B-6BEE3567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1651" y="4149726"/>
            <a:ext cx="12207874" cy="1989137"/>
          </a:xfrm>
          <a:prstGeom prst="rect">
            <a:avLst/>
          </a:prstGeom>
        </p:spPr>
        <p:txBody>
          <a:bodyPr anchor="ctr"/>
          <a:lstStyle>
            <a:lvl1pPr algn="ctr">
              <a:defRPr sz="9600" b="1">
                <a:solidFill>
                  <a:srgbClr val="006FC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" name="Рисунок 1" descr="Изображение выглядит как графическая вставка, Графика, Мультфильм, Анимац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2BFD1C9-0E95-76D8-9388-32A2C1B5C0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54760" y="436821"/>
            <a:ext cx="1555583" cy="68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082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Приложен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hidden="1">
            <a:extLst>
              <a:ext uri="{FF2B5EF4-FFF2-40B4-BE49-F238E27FC236}">
                <a16:creationId xmlns:a16="http://schemas.microsoft.com/office/drawing/2014/main" id="{55D20CAF-F358-45E4-A087-4FBDFDA209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8" y="0"/>
            <a:ext cx="18290822" cy="10288588"/>
          </a:xfrm>
          <a:prstGeom prst="rect">
            <a:avLst/>
          </a:prstGeom>
        </p:spPr>
      </p:pic>
      <p:sp>
        <p:nvSpPr>
          <p:cNvPr id="92" name="Полилиния: фигура 91">
            <a:extLst>
              <a:ext uri="{FF2B5EF4-FFF2-40B4-BE49-F238E27FC236}">
                <a16:creationId xmlns:a16="http://schemas.microsoft.com/office/drawing/2014/main" id="{F6E41194-7D22-D487-B3E0-1697BAFC8481}"/>
              </a:ext>
            </a:extLst>
          </p:cNvPr>
          <p:cNvSpPr/>
          <p:nvPr userDrawn="1"/>
        </p:nvSpPr>
        <p:spPr>
          <a:xfrm>
            <a:off x="12050244" y="7277467"/>
            <a:ext cx="3446654" cy="3011121"/>
          </a:xfrm>
          <a:custGeom>
            <a:avLst/>
            <a:gdLst>
              <a:gd name="connsiteX0" fmla="*/ 1734388 w 3446654"/>
              <a:gd name="connsiteY0" fmla="*/ 0 h 3011121"/>
              <a:gd name="connsiteX1" fmla="*/ 3446654 w 3446654"/>
              <a:gd name="connsiteY1" fmla="*/ 0 h 3011121"/>
              <a:gd name="connsiteX2" fmla="*/ 1712264 w 3446654"/>
              <a:gd name="connsiteY2" fmla="*/ 3011121 h 3011121"/>
              <a:gd name="connsiteX3" fmla="*/ 0 w 3446654"/>
              <a:gd name="connsiteY3" fmla="*/ 3011121 h 3011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6654" h="3011121">
                <a:moveTo>
                  <a:pt x="1734388" y="0"/>
                </a:moveTo>
                <a:lnTo>
                  <a:pt x="3446654" y="0"/>
                </a:lnTo>
                <a:lnTo>
                  <a:pt x="1712264" y="3011121"/>
                </a:lnTo>
                <a:lnTo>
                  <a:pt x="0" y="3011121"/>
                </a:lnTo>
                <a:close/>
              </a:path>
            </a:pathLst>
          </a:custGeom>
          <a:solidFill>
            <a:srgbClr val="006EBE">
              <a:alpha val="16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101" name="Полилиния: фигура 100">
            <a:extLst>
              <a:ext uri="{FF2B5EF4-FFF2-40B4-BE49-F238E27FC236}">
                <a16:creationId xmlns:a16="http://schemas.microsoft.com/office/drawing/2014/main" id="{A7A6D442-C48F-5BCF-D762-4E5C027D103E}"/>
              </a:ext>
            </a:extLst>
          </p:cNvPr>
          <p:cNvSpPr/>
          <p:nvPr userDrawn="1"/>
        </p:nvSpPr>
        <p:spPr>
          <a:xfrm>
            <a:off x="0" y="1"/>
            <a:ext cx="6979726" cy="10288587"/>
          </a:xfrm>
          <a:custGeom>
            <a:avLst/>
            <a:gdLst>
              <a:gd name="connsiteX0" fmla="*/ 4373092 w 6979726"/>
              <a:gd name="connsiteY0" fmla="*/ 0 h 10288587"/>
              <a:gd name="connsiteX1" fmla="*/ 6979726 w 6979726"/>
              <a:gd name="connsiteY1" fmla="*/ 0 h 10288587"/>
              <a:gd name="connsiteX2" fmla="*/ 1053553 w 6979726"/>
              <a:gd name="connsiteY2" fmla="*/ 10288587 h 10288587"/>
              <a:gd name="connsiteX3" fmla="*/ 0 w 6979726"/>
              <a:gd name="connsiteY3" fmla="*/ 10288587 h 10288587"/>
              <a:gd name="connsiteX4" fmla="*/ 0 w 6979726"/>
              <a:gd name="connsiteY4" fmla="*/ 7592249 h 10288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79726" h="10288587">
                <a:moveTo>
                  <a:pt x="4373092" y="0"/>
                </a:moveTo>
                <a:lnTo>
                  <a:pt x="6979726" y="0"/>
                </a:lnTo>
                <a:lnTo>
                  <a:pt x="1053553" y="10288587"/>
                </a:lnTo>
                <a:lnTo>
                  <a:pt x="0" y="10288587"/>
                </a:lnTo>
                <a:lnTo>
                  <a:pt x="0" y="7592249"/>
                </a:lnTo>
                <a:close/>
              </a:path>
            </a:pathLst>
          </a:custGeom>
          <a:solidFill>
            <a:srgbClr val="006EBE">
              <a:alpha val="7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84" name="Полилиния: фигура 83">
            <a:extLst>
              <a:ext uri="{FF2B5EF4-FFF2-40B4-BE49-F238E27FC236}">
                <a16:creationId xmlns:a16="http://schemas.microsoft.com/office/drawing/2014/main" id="{C7371701-4CE3-E0B9-0934-04D4FD59C74E}"/>
              </a:ext>
            </a:extLst>
          </p:cNvPr>
          <p:cNvSpPr/>
          <p:nvPr userDrawn="1"/>
        </p:nvSpPr>
        <p:spPr>
          <a:xfrm>
            <a:off x="1079376" y="1"/>
            <a:ext cx="3885871" cy="4431347"/>
          </a:xfrm>
          <a:custGeom>
            <a:avLst/>
            <a:gdLst>
              <a:gd name="connsiteX0" fmla="*/ 2552430 w 3885871"/>
              <a:gd name="connsiteY0" fmla="*/ 0 h 4431347"/>
              <a:gd name="connsiteX1" fmla="*/ 3885871 w 3885871"/>
              <a:gd name="connsiteY1" fmla="*/ 0 h 4431347"/>
              <a:gd name="connsiteX2" fmla="*/ 1333438 w 3885871"/>
              <a:gd name="connsiteY2" fmla="*/ 4431347 h 4431347"/>
              <a:gd name="connsiteX3" fmla="*/ 0 w 3885871"/>
              <a:gd name="connsiteY3" fmla="*/ 4431347 h 4431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5871" h="4431347">
                <a:moveTo>
                  <a:pt x="2552430" y="0"/>
                </a:moveTo>
                <a:lnTo>
                  <a:pt x="3885871" y="0"/>
                </a:lnTo>
                <a:lnTo>
                  <a:pt x="1333438" y="4431347"/>
                </a:lnTo>
                <a:lnTo>
                  <a:pt x="0" y="4431347"/>
                </a:lnTo>
                <a:close/>
              </a:path>
            </a:pathLst>
          </a:custGeom>
          <a:solidFill>
            <a:srgbClr val="006EBE">
              <a:alpha val="16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107" name="Полилиния: фигура 106">
            <a:extLst>
              <a:ext uri="{FF2B5EF4-FFF2-40B4-BE49-F238E27FC236}">
                <a16:creationId xmlns:a16="http://schemas.microsoft.com/office/drawing/2014/main" id="{B1381BED-F22A-E47E-30A0-6A8DAFFAC963}"/>
              </a:ext>
            </a:extLst>
          </p:cNvPr>
          <p:cNvSpPr/>
          <p:nvPr userDrawn="1"/>
        </p:nvSpPr>
        <p:spPr>
          <a:xfrm>
            <a:off x="16731216" y="6680679"/>
            <a:ext cx="1559961" cy="2708291"/>
          </a:xfrm>
          <a:custGeom>
            <a:avLst/>
            <a:gdLst>
              <a:gd name="connsiteX0" fmla="*/ 1559961 w 1559961"/>
              <a:gd name="connsiteY0" fmla="*/ 0 h 2708291"/>
              <a:gd name="connsiteX1" fmla="*/ 1559961 w 1559961"/>
              <a:gd name="connsiteY1" fmla="*/ 1339321 h 2708291"/>
              <a:gd name="connsiteX2" fmla="*/ 771441 w 1559961"/>
              <a:gd name="connsiteY2" fmla="*/ 2708291 h 2708291"/>
              <a:gd name="connsiteX3" fmla="*/ 0 w 1559961"/>
              <a:gd name="connsiteY3" fmla="*/ 2708291 h 270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9961" h="2708291">
                <a:moveTo>
                  <a:pt x="1559961" y="0"/>
                </a:moveTo>
                <a:lnTo>
                  <a:pt x="1559961" y="1339321"/>
                </a:lnTo>
                <a:lnTo>
                  <a:pt x="771441" y="2708291"/>
                </a:lnTo>
                <a:lnTo>
                  <a:pt x="0" y="2708291"/>
                </a:lnTo>
                <a:close/>
              </a:path>
            </a:pathLst>
          </a:custGeom>
          <a:solidFill>
            <a:srgbClr val="006EBE">
              <a:alpha val="7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99" name="Полилиния: фигура 98">
            <a:extLst>
              <a:ext uri="{FF2B5EF4-FFF2-40B4-BE49-F238E27FC236}">
                <a16:creationId xmlns:a16="http://schemas.microsoft.com/office/drawing/2014/main" id="{FD840364-7EA5-5B85-4F40-3B69A8CC76AA}"/>
              </a:ext>
            </a:extLst>
          </p:cNvPr>
          <p:cNvSpPr/>
          <p:nvPr userDrawn="1"/>
        </p:nvSpPr>
        <p:spPr>
          <a:xfrm>
            <a:off x="0" y="1222600"/>
            <a:ext cx="1827934" cy="3173525"/>
          </a:xfrm>
          <a:custGeom>
            <a:avLst/>
            <a:gdLst>
              <a:gd name="connsiteX0" fmla="*/ 1119308 w 1827934"/>
              <a:gd name="connsiteY0" fmla="*/ 0 h 3173525"/>
              <a:gd name="connsiteX1" fmla="*/ 1827934 w 1827934"/>
              <a:gd name="connsiteY1" fmla="*/ 0 h 3173525"/>
              <a:gd name="connsiteX2" fmla="*/ 0 w 1827934"/>
              <a:gd name="connsiteY2" fmla="*/ 3173525 h 3173525"/>
              <a:gd name="connsiteX3" fmla="*/ 0 w 1827934"/>
              <a:gd name="connsiteY3" fmla="*/ 1943262 h 317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7934" h="3173525">
                <a:moveTo>
                  <a:pt x="1119308" y="0"/>
                </a:moveTo>
                <a:lnTo>
                  <a:pt x="1827934" y="0"/>
                </a:lnTo>
                <a:lnTo>
                  <a:pt x="0" y="3173525"/>
                </a:lnTo>
                <a:lnTo>
                  <a:pt x="0" y="1943262"/>
                </a:lnTo>
                <a:close/>
              </a:path>
            </a:pathLst>
          </a:custGeom>
          <a:solidFill>
            <a:srgbClr val="006EBE">
              <a:alpha val="16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103" name="Полилиния: фигура 102">
            <a:extLst>
              <a:ext uri="{FF2B5EF4-FFF2-40B4-BE49-F238E27FC236}">
                <a16:creationId xmlns:a16="http://schemas.microsoft.com/office/drawing/2014/main" id="{FDBFAD44-8C95-F19B-A474-7AE8C3F54CC9}"/>
              </a:ext>
            </a:extLst>
          </p:cNvPr>
          <p:cNvSpPr/>
          <p:nvPr userDrawn="1"/>
        </p:nvSpPr>
        <p:spPr>
          <a:xfrm>
            <a:off x="16215464" y="1089313"/>
            <a:ext cx="2075710" cy="3603700"/>
          </a:xfrm>
          <a:custGeom>
            <a:avLst/>
            <a:gdLst>
              <a:gd name="connsiteX0" fmla="*/ 2075710 w 2075710"/>
              <a:gd name="connsiteY0" fmla="*/ 0 h 3603700"/>
              <a:gd name="connsiteX1" fmla="*/ 2075710 w 2075710"/>
              <a:gd name="connsiteY1" fmla="*/ 1003072 h 3603700"/>
              <a:gd name="connsiteX2" fmla="*/ 577764 w 2075710"/>
              <a:gd name="connsiteY2" fmla="*/ 3603700 h 3603700"/>
              <a:gd name="connsiteX3" fmla="*/ 0 w 2075710"/>
              <a:gd name="connsiteY3" fmla="*/ 3603700 h 360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5710" h="3603700">
                <a:moveTo>
                  <a:pt x="2075710" y="0"/>
                </a:moveTo>
                <a:lnTo>
                  <a:pt x="2075710" y="1003072"/>
                </a:lnTo>
                <a:lnTo>
                  <a:pt x="577764" y="3603700"/>
                </a:lnTo>
                <a:lnTo>
                  <a:pt x="0" y="3603700"/>
                </a:lnTo>
                <a:close/>
              </a:path>
            </a:pathLst>
          </a:custGeom>
          <a:solidFill>
            <a:srgbClr val="006EBE">
              <a:alpha val="26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59971CE1-21FA-78EB-59CB-C8D5A3B42C80}"/>
              </a:ext>
            </a:extLst>
          </p:cNvPr>
          <p:cNvGrpSpPr/>
          <p:nvPr userDrawn="1"/>
        </p:nvGrpSpPr>
        <p:grpSpPr>
          <a:xfrm>
            <a:off x="8554450" y="-1614"/>
            <a:ext cx="6872024" cy="2328137"/>
            <a:chOff x="6483350" y="4244180"/>
            <a:chExt cx="5323331" cy="1803464"/>
          </a:xfrm>
          <a:solidFill>
            <a:srgbClr val="006EBE">
              <a:alpha val="42000"/>
            </a:srgbClr>
          </a:solidFill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E4E28459-0E71-AE06-58C1-3D77EF291E8C}"/>
                </a:ext>
              </a:extLst>
            </p:cNvPr>
            <p:cNvSpPr/>
            <p:nvPr/>
          </p:nvSpPr>
          <p:spPr>
            <a:xfrm>
              <a:off x="11665712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37DE01D-6A4F-914D-2450-27F041CC8359}"/>
                </a:ext>
              </a:extLst>
            </p:cNvPr>
            <p:cNvSpPr/>
            <p:nvPr/>
          </p:nvSpPr>
          <p:spPr>
            <a:xfrm>
              <a:off x="11089925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33063640-E506-6898-8E3A-D0CEEC19027E}"/>
                </a:ext>
              </a:extLst>
            </p:cNvPr>
            <p:cNvSpPr/>
            <p:nvPr/>
          </p:nvSpPr>
          <p:spPr>
            <a:xfrm>
              <a:off x="10514139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D19D373-C87C-A9C4-8F9B-E7E05DDCD5DA}"/>
                </a:ext>
              </a:extLst>
            </p:cNvPr>
            <p:cNvSpPr/>
            <p:nvPr/>
          </p:nvSpPr>
          <p:spPr>
            <a:xfrm>
              <a:off x="9938258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14BABD7C-AF46-117B-778F-E2C578E5DB7D}"/>
                </a:ext>
              </a:extLst>
            </p:cNvPr>
            <p:cNvSpPr/>
            <p:nvPr/>
          </p:nvSpPr>
          <p:spPr>
            <a:xfrm>
              <a:off x="9362471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1E032E27-5E8A-9928-0C60-A800BFB41301}"/>
                </a:ext>
              </a:extLst>
            </p:cNvPr>
            <p:cNvSpPr/>
            <p:nvPr/>
          </p:nvSpPr>
          <p:spPr>
            <a:xfrm>
              <a:off x="8786590" y="5906293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C6D6248A-05D7-FBD6-18C0-FD2F0E880B7F}"/>
                </a:ext>
              </a:extLst>
            </p:cNvPr>
            <p:cNvSpPr/>
            <p:nvPr/>
          </p:nvSpPr>
          <p:spPr>
            <a:xfrm>
              <a:off x="8210804" y="5906293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9C2245C4-BB1B-3CAF-212A-D80DE6A3B227}"/>
                </a:ext>
              </a:extLst>
            </p:cNvPr>
            <p:cNvSpPr/>
            <p:nvPr/>
          </p:nvSpPr>
          <p:spPr>
            <a:xfrm>
              <a:off x="7635017" y="5906293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83D679B7-AD1E-081D-DCFB-0695A81994B3}"/>
                </a:ext>
              </a:extLst>
            </p:cNvPr>
            <p:cNvSpPr/>
            <p:nvPr/>
          </p:nvSpPr>
          <p:spPr>
            <a:xfrm>
              <a:off x="7059136" y="5906293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2A22060D-713B-434A-F177-A6CB1F6C5119}"/>
                </a:ext>
              </a:extLst>
            </p:cNvPr>
            <p:cNvSpPr/>
            <p:nvPr/>
          </p:nvSpPr>
          <p:spPr>
            <a:xfrm>
              <a:off x="6483350" y="5906674"/>
              <a:ext cx="141064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A6E16949-ECE3-8170-93E6-A2D29969EAB8}"/>
                </a:ext>
              </a:extLst>
            </p:cNvPr>
            <p:cNvSpPr/>
            <p:nvPr/>
          </p:nvSpPr>
          <p:spPr>
            <a:xfrm>
              <a:off x="11665712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DD1E19C-A24D-DAAE-8895-BBE609675987}"/>
                </a:ext>
              </a:extLst>
            </p:cNvPr>
            <p:cNvSpPr/>
            <p:nvPr/>
          </p:nvSpPr>
          <p:spPr>
            <a:xfrm>
              <a:off x="11089925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F801FE8B-5291-8448-660C-1D65C755588E}"/>
                </a:ext>
              </a:extLst>
            </p:cNvPr>
            <p:cNvSpPr/>
            <p:nvPr/>
          </p:nvSpPr>
          <p:spPr>
            <a:xfrm>
              <a:off x="10514139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C4992A81-F915-3877-8A92-5837A5E7FE4B}"/>
                </a:ext>
              </a:extLst>
            </p:cNvPr>
            <p:cNvSpPr/>
            <p:nvPr/>
          </p:nvSpPr>
          <p:spPr>
            <a:xfrm>
              <a:off x="9938258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962F7773-921C-EE6A-FF6B-6FAA6B74E661}"/>
                </a:ext>
              </a:extLst>
            </p:cNvPr>
            <p:cNvSpPr/>
            <p:nvPr/>
          </p:nvSpPr>
          <p:spPr>
            <a:xfrm>
              <a:off x="9362471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8030EDD4-9521-A4FC-F524-3403E8EA5F40}"/>
                </a:ext>
              </a:extLst>
            </p:cNvPr>
            <p:cNvSpPr/>
            <p:nvPr/>
          </p:nvSpPr>
          <p:spPr>
            <a:xfrm>
              <a:off x="8786685" y="5352224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1F408661-66E6-A09E-9687-7E194D1993AD}"/>
                </a:ext>
              </a:extLst>
            </p:cNvPr>
            <p:cNvSpPr/>
            <p:nvPr/>
          </p:nvSpPr>
          <p:spPr>
            <a:xfrm>
              <a:off x="8210804" y="5352319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21CAF5BA-8EEE-C6DC-4FCB-5765AE41E57C}"/>
                </a:ext>
              </a:extLst>
            </p:cNvPr>
            <p:cNvSpPr/>
            <p:nvPr/>
          </p:nvSpPr>
          <p:spPr>
            <a:xfrm>
              <a:off x="7635017" y="5352319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860986E2-CD6F-A796-EA01-FDEE65975C58}"/>
                </a:ext>
              </a:extLst>
            </p:cNvPr>
            <p:cNvSpPr/>
            <p:nvPr/>
          </p:nvSpPr>
          <p:spPr>
            <a:xfrm>
              <a:off x="7059136" y="5352319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A15D955A-D48A-3EBA-68C6-21A60981C16A}"/>
                </a:ext>
              </a:extLst>
            </p:cNvPr>
            <p:cNvSpPr/>
            <p:nvPr/>
          </p:nvSpPr>
          <p:spPr>
            <a:xfrm>
              <a:off x="6483350" y="5352319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C5EA3F5E-08D4-CAFF-FCD7-FD5987E401FF}"/>
                </a:ext>
              </a:extLst>
            </p:cNvPr>
            <p:cNvSpPr/>
            <p:nvPr/>
          </p:nvSpPr>
          <p:spPr>
            <a:xfrm>
              <a:off x="11665712" y="4798250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id="{A0348BBF-70DF-E978-8E90-40C9E271CF89}"/>
                </a:ext>
              </a:extLst>
            </p:cNvPr>
            <p:cNvSpPr/>
            <p:nvPr/>
          </p:nvSpPr>
          <p:spPr>
            <a:xfrm>
              <a:off x="11089911" y="4798197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id="{222DB606-8B71-77D2-5601-77C793304C12}"/>
                </a:ext>
              </a:extLst>
            </p:cNvPr>
            <p:cNvSpPr/>
            <p:nvPr/>
          </p:nvSpPr>
          <p:spPr>
            <a:xfrm>
              <a:off x="10514139" y="4798250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54791A67-5ECA-F844-CBE8-614F4A98FEA3}"/>
                </a:ext>
              </a:extLst>
            </p:cNvPr>
            <p:cNvSpPr/>
            <p:nvPr/>
          </p:nvSpPr>
          <p:spPr>
            <a:xfrm>
              <a:off x="9938258" y="4798250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952C95DA-6D78-CD14-1EB1-65169EBE0A7A}"/>
                </a:ext>
              </a:extLst>
            </p:cNvPr>
            <p:cNvSpPr/>
            <p:nvPr/>
          </p:nvSpPr>
          <p:spPr>
            <a:xfrm>
              <a:off x="9362471" y="4798250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F38AEB72-47B9-CD3E-35B2-83729423C0F3}"/>
                </a:ext>
              </a:extLst>
            </p:cNvPr>
            <p:cNvSpPr/>
            <p:nvPr/>
          </p:nvSpPr>
          <p:spPr>
            <a:xfrm>
              <a:off x="8786590" y="479825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8D7E51E0-CFCA-E283-2979-E50431801CBD}"/>
                </a:ext>
              </a:extLst>
            </p:cNvPr>
            <p:cNvSpPr/>
            <p:nvPr/>
          </p:nvSpPr>
          <p:spPr>
            <a:xfrm>
              <a:off x="8210804" y="479825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DAF2C616-2903-0CD4-715F-A536CE8B095E}"/>
                </a:ext>
              </a:extLst>
            </p:cNvPr>
            <p:cNvSpPr/>
            <p:nvPr/>
          </p:nvSpPr>
          <p:spPr>
            <a:xfrm>
              <a:off x="7635017" y="479825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B12121B5-95A7-6E34-C81D-2F5E4A1FDD2C}"/>
                </a:ext>
              </a:extLst>
            </p:cNvPr>
            <p:cNvSpPr/>
            <p:nvPr/>
          </p:nvSpPr>
          <p:spPr>
            <a:xfrm>
              <a:off x="7059231" y="4798154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4154F518-373C-963F-6D49-BA4656D505CF}"/>
                </a:ext>
              </a:extLst>
            </p:cNvPr>
            <p:cNvSpPr/>
            <p:nvPr/>
          </p:nvSpPr>
          <p:spPr>
            <a:xfrm>
              <a:off x="6483350" y="479825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id="{27281301-814F-AEDB-ACC8-E80B7731B0A1}"/>
                </a:ext>
              </a:extLst>
            </p:cNvPr>
            <p:cNvSpPr/>
            <p:nvPr/>
          </p:nvSpPr>
          <p:spPr>
            <a:xfrm>
              <a:off x="11665712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2CEB7D2C-1D1D-7167-148E-A9335D93F52F}"/>
                </a:ext>
              </a:extLst>
            </p:cNvPr>
            <p:cNvSpPr/>
            <p:nvPr/>
          </p:nvSpPr>
          <p:spPr>
            <a:xfrm>
              <a:off x="11089925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4EDCE507-98E8-EA5D-58B7-3C0C216D251A}"/>
                </a:ext>
              </a:extLst>
            </p:cNvPr>
            <p:cNvSpPr/>
            <p:nvPr/>
          </p:nvSpPr>
          <p:spPr>
            <a:xfrm>
              <a:off x="10514139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id="{25714C1F-196F-B41D-9F62-FB19EA8E3A51}"/>
                </a:ext>
              </a:extLst>
            </p:cNvPr>
            <p:cNvSpPr/>
            <p:nvPr/>
          </p:nvSpPr>
          <p:spPr>
            <a:xfrm>
              <a:off x="9938258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id="{5E65E6A8-CE90-B98E-3C65-7A351D94EF6A}"/>
                </a:ext>
              </a:extLst>
            </p:cNvPr>
            <p:cNvSpPr/>
            <p:nvPr/>
          </p:nvSpPr>
          <p:spPr>
            <a:xfrm>
              <a:off x="9362471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371F35DA-7709-80C9-AB70-9A7386D4F9A7}"/>
                </a:ext>
              </a:extLst>
            </p:cNvPr>
            <p:cNvSpPr/>
            <p:nvPr/>
          </p:nvSpPr>
          <p:spPr>
            <a:xfrm>
              <a:off x="8786685" y="424418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id="{13535BD1-24F1-BAD8-1508-D34011AF9D07}"/>
                </a:ext>
              </a:extLst>
            </p:cNvPr>
            <p:cNvSpPr/>
            <p:nvPr/>
          </p:nvSpPr>
          <p:spPr>
            <a:xfrm>
              <a:off x="8210804" y="4244181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AD5106F7-F231-CBAE-31C5-2B550080589C}"/>
                </a:ext>
              </a:extLst>
            </p:cNvPr>
            <p:cNvSpPr/>
            <p:nvPr/>
          </p:nvSpPr>
          <p:spPr>
            <a:xfrm>
              <a:off x="7635035" y="4244261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id="{5766C047-81E6-50CB-F2D5-D6EAFBC368BD}"/>
                </a:ext>
              </a:extLst>
            </p:cNvPr>
            <p:cNvSpPr/>
            <p:nvPr/>
          </p:nvSpPr>
          <p:spPr>
            <a:xfrm>
              <a:off x="7059136" y="4244181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id="{85F363C8-69DE-7A5C-6292-2D64F654FCED}"/>
                </a:ext>
              </a:extLst>
            </p:cNvPr>
            <p:cNvSpPr/>
            <p:nvPr/>
          </p:nvSpPr>
          <p:spPr>
            <a:xfrm>
              <a:off x="6483350" y="4244181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05" name="Полилиния: фигура 104">
            <a:extLst>
              <a:ext uri="{FF2B5EF4-FFF2-40B4-BE49-F238E27FC236}">
                <a16:creationId xmlns:a16="http://schemas.microsoft.com/office/drawing/2014/main" id="{444C322A-41CA-3F65-F428-B8A8A0091EB3}"/>
              </a:ext>
            </a:extLst>
          </p:cNvPr>
          <p:cNvSpPr/>
          <p:nvPr userDrawn="1"/>
        </p:nvSpPr>
        <p:spPr>
          <a:xfrm>
            <a:off x="8268034" y="0"/>
            <a:ext cx="10023143" cy="10288588"/>
          </a:xfrm>
          <a:custGeom>
            <a:avLst/>
            <a:gdLst>
              <a:gd name="connsiteX0" fmla="*/ 5926168 w 10023143"/>
              <a:gd name="connsiteY0" fmla="*/ 0 h 10288588"/>
              <a:gd name="connsiteX1" fmla="*/ 10023143 w 10023143"/>
              <a:gd name="connsiteY1" fmla="*/ 0 h 10288588"/>
              <a:gd name="connsiteX2" fmla="*/ 10023143 w 10023143"/>
              <a:gd name="connsiteY2" fmla="*/ 421417 h 10288588"/>
              <a:gd name="connsiteX3" fmla="*/ 4339705 w 10023143"/>
              <a:gd name="connsiteY3" fmla="*/ 10288588 h 10288588"/>
              <a:gd name="connsiteX4" fmla="*/ 0 w 10023143"/>
              <a:gd name="connsiteY4" fmla="*/ 10288588 h 1028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3143" h="10288588">
                <a:moveTo>
                  <a:pt x="5926168" y="0"/>
                </a:moveTo>
                <a:lnTo>
                  <a:pt x="10023143" y="0"/>
                </a:lnTo>
                <a:lnTo>
                  <a:pt x="10023143" y="421417"/>
                </a:lnTo>
                <a:lnTo>
                  <a:pt x="4339705" y="10288588"/>
                </a:lnTo>
                <a:lnTo>
                  <a:pt x="0" y="10288588"/>
                </a:lnTo>
                <a:close/>
              </a:path>
            </a:pathLst>
          </a:custGeom>
          <a:solidFill>
            <a:srgbClr val="006EBE">
              <a:alpha val="12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88" name="Полилиния: фигура 87">
            <a:extLst>
              <a:ext uri="{FF2B5EF4-FFF2-40B4-BE49-F238E27FC236}">
                <a16:creationId xmlns:a16="http://schemas.microsoft.com/office/drawing/2014/main" id="{4F2929F3-444D-CB34-27E4-681555904917}"/>
              </a:ext>
            </a:extLst>
          </p:cNvPr>
          <p:cNvSpPr/>
          <p:nvPr userDrawn="1"/>
        </p:nvSpPr>
        <p:spPr>
          <a:xfrm>
            <a:off x="7139374" y="0"/>
            <a:ext cx="2616781" cy="3730925"/>
          </a:xfrm>
          <a:custGeom>
            <a:avLst/>
            <a:gdLst>
              <a:gd name="connsiteX0" fmla="*/ 2148991 w 2616781"/>
              <a:gd name="connsiteY0" fmla="*/ 0 h 3730925"/>
              <a:gd name="connsiteX1" fmla="*/ 2616781 w 2616781"/>
              <a:gd name="connsiteY1" fmla="*/ 0 h 3730925"/>
              <a:gd name="connsiteX2" fmla="*/ 467789 w 2616781"/>
              <a:gd name="connsiteY2" fmla="*/ 3730925 h 3730925"/>
              <a:gd name="connsiteX3" fmla="*/ 0 w 2616781"/>
              <a:gd name="connsiteY3" fmla="*/ 3730925 h 3730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6781" h="3730925">
                <a:moveTo>
                  <a:pt x="2148991" y="0"/>
                </a:moveTo>
                <a:lnTo>
                  <a:pt x="2616781" y="0"/>
                </a:lnTo>
                <a:lnTo>
                  <a:pt x="467789" y="3730925"/>
                </a:lnTo>
                <a:lnTo>
                  <a:pt x="0" y="3730925"/>
                </a:lnTo>
                <a:close/>
              </a:path>
            </a:pathLst>
          </a:custGeom>
          <a:solidFill>
            <a:srgbClr val="006EBE">
              <a:alpha val="22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94" name="Полилиния: фигура 93">
            <a:extLst>
              <a:ext uri="{FF2B5EF4-FFF2-40B4-BE49-F238E27FC236}">
                <a16:creationId xmlns:a16="http://schemas.microsoft.com/office/drawing/2014/main" id="{9A564E33-01FC-929B-3B53-FA263DD63BA1}"/>
              </a:ext>
            </a:extLst>
          </p:cNvPr>
          <p:cNvSpPr/>
          <p:nvPr userDrawn="1"/>
        </p:nvSpPr>
        <p:spPr>
          <a:xfrm>
            <a:off x="10830494" y="8859678"/>
            <a:ext cx="1122967" cy="1428910"/>
          </a:xfrm>
          <a:custGeom>
            <a:avLst/>
            <a:gdLst>
              <a:gd name="connsiteX0" fmla="*/ 823044 w 1122967"/>
              <a:gd name="connsiteY0" fmla="*/ 0 h 1428910"/>
              <a:gd name="connsiteX1" fmla="*/ 1122967 w 1122967"/>
              <a:gd name="connsiteY1" fmla="*/ 0 h 1428910"/>
              <a:gd name="connsiteX2" fmla="*/ 299923 w 1122967"/>
              <a:gd name="connsiteY2" fmla="*/ 1428910 h 1428910"/>
              <a:gd name="connsiteX3" fmla="*/ 0 w 1122967"/>
              <a:gd name="connsiteY3" fmla="*/ 1428910 h 1428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2967" h="1428910">
                <a:moveTo>
                  <a:pt x="823044" y="0"/>
                </a:moveTo>
                <a:lnTo>
                  <a:pt x="1122967" y="0"/>
                </a:lnTo>
                <a:lnTo>
                  <a:pt x="299923" y="1428910"/>
                </a:lnTo>
                <a:lnTo>
                  <a:pt x="0" y="1428910"/>
                </a:lnTo>
                <a:close/>
              </a:path>
            </a:pathLst>
          </a:custGeom>
          <a:solidFill>
            <a:srgbClr val="006EBE">
              <a:alpha val="22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3DB5DA4B-EDAC-896D-DFF7-D3B06D4278C8}"/>
              </a:ext>
            </a:extLst>
          </p:cNvPr>
          <p:cNvGrpSpPr/>
          <p:nvPr userDrawn="1"/>
        </p:nvGrpSpPr>
        <p:grpSpPr>
          <a:xfrm rot="5400000">
            <a:off x="3051430" y="5542219"/>
            <a:ext cx="1691293" cy="7801446"/>
            <a:chOff x="528173" y="481351"/>
            <a:chExt cx="1381546" cy="6372672"/>
          </a:xfrm>
          <a:solidFill>
            <a:srgbClr val="006EBE">
              <a:alpha val="27000"/>
            </a:srgbClr>
          </a:solidFill>
        </p:grpSpPr>
        <p:grpSp>
          <p:nvGrpSpPr>
            <p:cNvPr id="58" name="Группа 57">
              <a:extLst>
                <a:ext uri="{FF2B5EF4-FFF2-40B4-BE49-F238E27FC236}">
                  <a16:creationId xmlns:a16="http://schemas.microsoft.com/office/drawing/2014/main" id="{65E0FCEB-E23F-40FA-C16C-366A8A88B96D}"/>
                </a:ext>
              </a:extLst>
            </p:cNvPr>
            <p:cNvGrpSpPr/>
            <p:nvPr/>
          </p:nvGrpSpPr>
          <p:grpSpPr>
            <a:xfrm>
              <a:off x="528173" y="481351"/>
              <a:ext cx="1381546" cy="3033374"/>
              <a:chOff x="-2118388" y="-5232835"/>
              <a:chExt cx="1172890" cy="2575241"/>
            </a:xfrm>
            <a:grpFill/>
          </p:grpSpPr>
          <p:sp>
            <p:nvSpPr>
              <p:cNvPr id="68" name="Прямоугольник 67">
                <a:extLst>
                  <a:ext uri="{FF2B5EF4-FFF2-40B4-BE49-F238E27FC236}">
                    <a16:creationId xmlns:a16="http://schemas.microsoft.com/office/drawing/2014/main" id="{3BCB6081-3F23-B520-5441-9E2425F039D7}"/>
                  </a:ext>
                </a:extLst>
              </p:cNvPr>
              <p:cNvSpPr/>
              <p:nvPr/>
            </p:nvSpPr>
            <p:spPr>
              <a:xfrm>
                <a:off x="-1375071" y="-3087173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69" name="Прямоугольник 68">
                <a:extLst>
                  <a:ext uri="{FF2B5EF4-FFF2-40B4-BE49-F238E27FC236}">
                    <a16:creationId xmlns:a16="http://schemas.microsoft.com/office/drawing/2014/main" id="{4B27979E-548B-ECD9-3BD9-3666A6B789DC}"/>
                  </a:ext>
                </a:extLst>
              </p:cNvPr>
              <p:cNvSpPr/>
              <p:nvPr/>
            </p:nvSpPr>
            <p:spPr>
              <a:xfrm>
                <a:off x="-2118370" y="-3087173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70" name="Прямоугольник 69">
                <a:extLst>
                  <a:ext uri="{FF2B5EF4-FFF2-40B4-BE49-F238E27FC236}">
                    <a16:creationId xmlns:a16="http://schemas.microsoft.com/office/drawing/2014/main" id="{49322FE6-FC0B-2FE6-A7AD-8208EC64075E}"/>
                  </a:ext>
                </a:extLst>
              </p:cNvPr>
              <p:cNvSpPr/>
              <p:nvPr/>
            </p:nvSpPr>
            <p:spPr>
              <a:xfrm>
                <a:off x="-1375071" y="-3802312"/>
                <a:ext cx="429573" cy="429573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71" name="Прямоугольник 70">
                <a:extLst>
                  <a:ext uri="{FF2B5EF4-FFF2-40B4-BE49-F238E27FC236}">
                    <a16:creationId xmlns:a16="http://schemas.microsoft.com/office/drawing/2014/main" id="{3A37B506-1913-A610-F7BD-41C867D2657F}"/>
                  </a:ext>
                </a:extLst>
              </p:cNvPr>
              <p:cNvSpPr/>
              <p:nvPr/>
            </p:nvSpPr>
            <p:spPr>
              <a:xfrm>
                <a:off x="-2118370" y="-3802312"/>
                <a:ext cx="429573" cy="429573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72" name="Прямоугольник 71">
                <a:extLst>
                  <a:ext uri="{FF2B5EF4-FFF2-40B4-BE49-F238E27FC236}">
                    <a16:creationId xmlns:a16="http://schemas.microsoft.com/office/drawing/2014/main" id="{8D90DCBD-BDE3-225C-8F71-B7C0D3F11046}"/>
                  </a:ext>
                </a:extLst>
              </p:cNvPr>
              <p:cNvSpPr/>
              <p:nvPr/>
            </p:nvSpPr>
            <p:spPr>
              <a:xfrm>
                <a:off x="-1375071" y="-4517573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73" name="Прямоугольник 72">
                <a:extLst>
                  <a:ext uri="{FF2B5EF4-FFF2-40B4-BE49-F238E27FC236}">
                    <a16:creationId xmlns:a16="http://schemas.microsoft.com/office/drawing/2014/main" id="{885EBFFA-1215-856B-A4FA-0539F66EF4AB}"/>
                  </a:ext>
                </a:extLst>
              </p:cNvPr>
              <p:cNvSpPr/>
              <p:nvPr/>
            </p:nvSpPr>
            <p:spPr>
              <a:xfrm>
                <a:off x="-2118388" y="-4517642"/>
                <a:ext cx="429573" cy="429573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74" name="Прямоугольник 73">
                <a:extLst>
                  <a:ext uri="{FF2B5EF4-FFF2-40B4-BE49-F238E27FC236}">
                    <a16:creationId xmlns:a16="http://schemas.microsoft.com/office/drawing/2014/main" id="{6FCCFED0-03FF-BE14-3883-473833694A49}"/>
                  </a:ext>
                </a:extLst>
              </p:cNvPr>
              <p:cNvSpPr/>
              <p:nvPr/>
            </p:nvSpPr>
            <p:spPr>
              <a:xfrm>
                <a:off x="-1375071" y="-5232835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75" name="Прямоугольник 74">
                <a:extLst>
                  <a:ext uri="{FF2B5EF4-FFF2-40B4-BE49-F238E27FC236}">
                    <a16:creationId xmlns:a16="http://schemas.microsoft.com/office/drawing/2014/main" id="{94BB095A-0C1C-7A82-2B46-DEA2CBEE179F}"/>
                  </a:ext>
                </a:extLst>
              </p:cNvPr>
              <p:cNvSpPr/>
              <p:nvPr/>
            </p:nvSpPr>
            <p:spPr>
              <a:xfrm>
                <a:off x="-2118370" y="-5232835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</p:grpSp>
        <p:grpSp>
          <p:nvGrpSpPr>
            <p:cNvPr id="59" name="Группа 58">
              <a:extLst>
                <a:ext uri="{FF2B5EF4-FFF2-40B4-BE49-F238E27FC236}">
                  <a16:creationId xmlns:a16="http://schemas.microsoft.com/office/drawing/2014/main" id="{4EDCBBFC-FBF0-E022-636A-287A4BEB1C65}"/>
                </a:ext>
              </a:extLst>
            </p:cNvPr>
            <p:cNvGrpSpPr/>
            <p:nvPr/>
          </p:nvGrpSpPr>
          <p:grpSpPr>
            <a:xfrm>
              <a:off x="528173" y="3820649"/>
              <a:ext cx="1381546" cy="3033374"/>
              <a:chOff x="-2118388" y="-5232835"/>
              <a:chExt cx="1172890" cy="2575241"/>
            </a:xfrm>
            <a:grpFill/>
          </p:grpSpPr>
          <p:sp>
            <p:nvSpPr>
              <p:cNvPr id="60" name="Прямоугольник 59">
                <a:extLst>
                  <a:ext uri="{FF2B5EF4-FFF2-40B4-BE49-F238E27FC236}">
                    <a16:creationId xmlns:a16="http://schemas.microsoft.com/office/drawing/2014/main" id="{A0985D45-5980-B2AB-4583-89FF8DF3A82C}"/>
                  </a:ext>
                </a:extLst>
              </p:cNvPr>
              <p:cNvSpPr/>
              <p:nvPr/>
            </p:nvSpPr>
            <p:spPr>
              <a:xfrm>
                <a:off x="-1375071" y="-3087173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61" name="Прямоугольник 60">
                <a:extLst>
                  <a:ext uri="{FF2B5EF4-FFF2-40B4-BE49-F238E27FC236}">
                    <a16:creationId xmlns:a16="http://schemas.microsoft.com/office/drawing/2014/main" id="{1F397705-2361-FD08-A0C0-33BD8839260A}"/>
                  </a:ext>
                </a:extLst>
              </p:cNvPr>
              <p:cNvSpPr/>
              <p:nvPr/>
            </p:nvSpPr>
            <p:spPr>
              <a:xfrm>
                <a:off x="-2118370" y="-3087173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62" name="Прямоугольник 61">
                <a:extLst>
                  <a:ext uri="{FF2B5EF4-FFF2-40B4-BE49-F238E27FC236}">
                    <a16:creationId xmlns:a16="http://schemas.microsoft.com/office/drawing/2014/main" id="{6C35C6DA-3713-AC62-DDAF-8686B7DCF1B4}"/>
                  </a:ext>
                </a:extLst>
              </p:cNvPr>
              <p:cNvSpPr/>
              <p:nvPr/>
            </p:nvSpPr>
            <p:spPr>
              <a:xfrm>
                <a:off x="-1375071" y="-3802312"/>
                <a:ext cx="429573" cy="429573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63" name="Прямоугольник 62">
                <a:extLst>
                  <a:ext uri="{FF2B5EF4-FFF2-40B4-BE49-F238E27FC236}">
                    <a16:creationId xmlns:a16="http://schemas.microsoft.com/office/drawing/2014/main" id="{C8E94387-8A13-7AB6-8371-7E7AC61FAFDD}"/>
                  </a:ext>
                </a:extLst>
              </p:cNvPr>
              <p:cNvSpPr/>
              <p:nvPr/>
            </p:nvSpPr>
            <p:spPr>
              <a:xfrm>
                <a:off x="-2118370" y="-3802312"/>
                <a:ext cx="429573" cy="429573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64" name="Прямоугольник 63">
                <a:extLst>
                  <a:ext uri="{FF2B5EF4-FFF2-40B4-BE49-F238E27FC236}">
                    <a16:creationId xmlns:a16="http://schemas.microsoft.com/office/drawing/2014/main" id="{E8BE70FE-A569-CC6D-B68F-92191BED1D10}"/>
                  </a:ext>
                </a:extLst>
              </p:cNvPr>
              <p:cNvSpPr/>
              <p:nvPr/>
            </p:nvSpPr>
            <p:spPr>
              <a:xfrm>
                <a:off x="-1375071" y="-4517573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65" name="Прямоугольник 64">
                <a:extLst>
                  <a:ext uri="{FF2B5EF4-FFF2-40B4-BE49-F238E27FC236}">
                    <a16:creationId xmlns:a16="http://schemas.microsoft.com/office/drawing/2014/main" id="{7B4CF8C2-9DA3-176E-CBE9-2893610D3DD9}"/>
                  </a:ext>
                </a:extLst>
              </p:cNvPr>
              <p:cNvSpPr/>
              <p:nvPr/>
            </p:nvSpPr>
            <p:spPr>
              <a:xfrm>
                <a:off x="-2118388" y="-4517642"/>
                <a:ext cx="429573" cy="429573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66" name="Прямоугольник 65">
                <a:extLst>
                  <a:ext uri="{FF2B5EF4-FFF2-40B4-BE49-F238E27FC236}">
                    <a16:creationId xmlns:a16="http://schemas.microsoft.com/office/drawing/2014/main" id="{681B9821-3267-4641-3D01-C53A4C56A4FA}"/>
                  </a:ext>
                </a:extLst>
              </p:cNvPr>
              <p:cNvSpPr/>
              <p:nvPr/>
            </p:nvSpPr>
            <p:spPr>
              <a:xfrm>
                <a:off x="-1375071" y="-5232835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67" name="Прямоугольник 66">
                <a:extLst>
                  <a:ext uri="{FF2B5EF4-FFF2-40B4-BE49-F238E27FC236}">
                    <a16:creationId xmlns:a16="http://schemas.microsoft.com/office/drawing/2014/main" id="{B96FC15A-7BB7-5D9C-540C-6B450E46D06D}"/>
                  </a:ext>
                </a:extLst>
              </p:cNvPr>
              <p:cNvSpPr/>
              <p:nvPr/>
            </p:nvSpPr>
            <p:spPr>
              <a:xfrm>
                <a:off x="-2118370" y="-5232835"/>
                <a:ext cx="429573" cy="429579"/>
              </a:xfrm>
              <a:prstGeom prst="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</p:grpSp>
      </p:grpSp>
      <p:pic>
        <p:nvPicPr>
          <p:cNvPr id="78" name="Рисунок 77" descr="Изображение выглядит как графическая вставка, Графика, Мультфильм, Анимац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0B99465-CDD5-82A7-F828-33BFC443C1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54760" y="436821"/>
            <a:ext cx="1555583" cy="680912"/>
          </a:xfrm>
          <a:prstGeom prst="rect">
            <a:avLst/>
          </a:prstGeom>
        </p:spPr>
      </p:pic>
      <p:sp>
        <p:nvSpPr>
          <p:cNvPr id="79" name="Заголовок 73">
            <a:extLst>
              <a:ext uri="{FF2B5EF4-FFF2-40B4-BE49-F238E27FC236}">
                <a16:creationId xmlns:a16="http://schemas.microsoft.com/office/drawing/2014/main" id="{4038CE6E-5310-E5F1-3C60-B24ADC0A0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1651" y="4149726"/>
            <a:ext cx="12207874" cy="1989137"/>
          </a:xfrm>
          <a:prstGeom prst="rect">
            <a:avLst/>
          </a:prstGeom>
        </p:spPr>
        <p:txBody>
          <a:bodyPr anchor="ctr"/>
          <a:lstStyle>
            <a:lvl1pPr algn="ctr">
              <a:defRPr sz="9600" b="1">
                <a:solidFill>
                  <a:srgbClr val="006FC0"/>
                </a:solidFill>
              </a:defRPr>
            </a:lvl1pPr>
          </a:lstStyle>
          <a:p>
            <a:r>
              <a:rPr lang="ru-RU" dirty="0"/>
              <a:t>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424918143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838" y="1683804"/>
            <a:ext cx="15547499" cy="3581953"/>
          </a:xfrm>
        </p:spPr>
        <p:txBody>
          <a:bodyPr anchor="b"/>
          <a:lstStyle>
            <a:lvl1pPr algn="ctr">
              <a:defRPr sz="643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397" y="5403891"/>
            <a:ext cx="13718381" cy="2484027"/>
          </a:xfrm>
        </p:spPr>
        <p:txBody>
          <a:bodyPr/>
          <a:lstStyle>
            <a:lvl1pPr marL="0" indent="0" algn="ctr">
              <a:buNone/>
              <a:defRPr sz="2572"/>
            </a:lvl1pPr>
            <a:lvl2pPr marL="489927" indent="0" algn="ctr">
              <a:buNone/>
              <a:defRPr sz="2143"/>
            </a:lvl2pPr>
            <a:lvl3pPr marL="979853" indent="0" algn="ctr">
              <a:buNone/>
              <a:defRPr sz="1929"/>
            </a:lvl3pPr>
            <a:lvl4pPr marL="1469780" indent="0" algn="ctr">
              <a:buNone/>
              <a:defRPr sz="1715"/>
            </a:lvl4pPr>
            <a:lvl5pPr marL="1959706" indent="0" algn="ctr">
              <a:buNone/>
              <a:defRPr sz="1715"/>
            </a:lvl5pPr>
            <a:lvl6pPr marL="2449633" indent="0" algn="ctr">
              <a:buNone/>
              <a:defRPr sz="1715"/>
            </a:lvl6pPr>
            <a:lvl7pPr marL="2939560" indent="0" algn="ctr">
              <a:buNone/>
              <a:defRPr sz="1715"/>
            </a:lvl7pPr>
            <a:lvl8pPr marL="3429486" indent="0" algn="ctr">
              <a:buNone/>
              <a:defRPr sz="1715"/>
            </a:lvl8pPr>
            <a:lvl9pPr marL="3919412" indent="0" algn="ctr">
              <a:buNone/>
              <a:defRPr sz="1715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3309-8C43-450B-93ED-DDC232324D3B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3B85-8310-4411-96BE-F800EA926A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294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ычный с мини-лог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hidden="1">
            <a:extLst>
              <a:ext uri="{FF2B5EF4-FFF2-40B4-BE49-F238E27FC236}">
                <a16:creationId xmlns:a16="http://schemas.microsoft.com/office/drawing/2014/main" id="{9141D570-9760-4679-987D-4EDBE5BF3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6" y="0"/>
            <a:ext cx="18290823" cy="10288588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E15CB90-42AB-8A8F-BBD1-0E9AAE3222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885907" y="787400"/>
            <a:ext cx="1613106" cy="70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75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96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720" r:id="rId2"/>
    <p:sldLayoutId id="2147483721" r:id="rId3"/>
    <p:sldLayoutId id="2147483723" r:id="rId4"/>
    <p:sldLayoutId id="2147483724" r:id="rId5"/>
  </p:sldLayoutIdLst>
  <p:hf sldNum="0" hdr="0" ftr="0" dt="0"/>
  <p:txStyles>
    <p:titleStyle>
      <a:lvl1pPr algn="l" defTabSz="1371783" rtl="0" eaLnBrk="1" latinLnBrk="0" hangingPunct="1">
        <a:lnSpc>
          <a:spcPct val="90000"/>
        </a:lnSpc>
        <a:spcBef>
          <a:spcPct val="0"/>
        </a:spcBef>
        <a:buNone/>
        <a:defRPr sz="66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46" indent="-342946" algn="l" defTabSz="1371783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1" kern="1200">
          <a:solidFill>
            <a:schemeClr val="tx1"/>
          </a:solidFill>
          <a:latin typeface="+mn-lt"/>
          <a:ea typeface="+mn-ea"/>
          <a:cs typeface="+mn-cs"/>
        </a:defRPr>
      </a:lvl1pPr>
      <a:lvl2pPr marL="1028837" indent="-342946" algn="l" defTabSz="1371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729" indent="-342946" algn="l" defTabSz="1371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620" indent="-342946" algn="l" defTabSz="1371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511" indent="-342946" algn="l" defTabSz="1371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2403" indent="-342946" algn="l" defTabSz="1371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8294" indent="-342946" algn="l" defTabSz="1371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4186" indent="-342946" algn="l" defTabSz="1371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30077" indent="-342946" algn="l" defTabSz="1371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ctr" defTabSz="137178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algn="ctr" defTabSz="1371783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0" algn="ctr" defTabSz="1371783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674" algn="l" defTabSz="1371783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566" algn="l" defTabSz="1371783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457" algn="l" defTabSz="1371783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5349" algn="l" defTabSz="1371783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1240" algn="l" defTabSz="1371783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7132" algn="l" defTabSz="1371783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2" userDrawn="1">
          <p15:clr>
            <a:srgbClr val="F26B43"/>
          </p15:clr>
        </p15:guide>
        <p15:guide id="2" orient="horz" pos="6189" userDrawn="1">
          <p15:clr>
            <a:srgbClr val="F26B43"/>
          </p15:clr>
        </p15:guide>
        <p15:guide id="3" pos="318" userDrawn="1">
          <p15:clr>
            <a:srgbClr val="F26B43"/>
          </p15:clr>
        </p15:guide>
        <p15:guide id="4" pos="112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13" Type="http://schemas.openxmlformats.org/officeDocument/2006/relationships/image" Target="../media/image44.jpg"/><Relationship Id="rId3" Type="http://schemas.openxmlformats.org/officeDocument/2006/relationships/image" Target="../media/image34.jpg"/><Relationship Id="rId7" Type="http://schemas.openxmlformats.org/officeDocument/2006/relationships/image" Target="../media/image38.jpg"/><Relationship Id="rId12" Type="http://schemas.openxmlformats.org/officeDocument/2006/relationships/image" Target="../media/image4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jpg"/><Relationship Id="rId11" Type="http://schemas.openxmlformats.org/officeDocument/2006/relationships/image" Target="../media/image42.jpg"/><Relationship Id="rId5" Type="http://schemas.openxmlformats.org/officeDocument/2006/relationships/image" Target="../media/image36.jpg"/><Relationship Id="rId10" Type="http://schemas.openxmlformats.org/officeDocument/2006/relationships/image" Target="../media/image41.jpg"/><Relationship Id="rId4" Type="http://schemas.openxmlformats.org/officeDocument/2006/relationships/image" Target="../media/image35.png"/><Relationship Id="rId9" Type="http://schemas.openxmlformats.org/officeDocument/2006/relationships/image" Target="../media/image40.jpg"/><Relationship Id="rId1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jpg"/><Relationship Id="rId4" Type="http://schemas.openxmlformats.org/officeDocument/2006/relationships/image" Target="../media/image47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lens.yandex.cloud/7ukcsygq3qdgu-db" TargetMode="External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jpg"/><Relationship Id="rId3" Type="http://schemas.openxmlformats.org/officeDocument/2006/relationships/image" Target="../media/image85.png"/><Relationship Id="rId7" Type="http://schemas.openxmlformats.org/officeDocument/2006/relationships/image" Target="../media/image89.jpg"/><Relationship Id="rId12" Type="http://schemas.openxmlformats.org/officeDocument/2006/relationships/image" Target="../media/image9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jpeg"/><Relationship Id="rId11" Type="http://schemas.openxmlformats.org/officeDocument/2006/relationships/image" Target="../media/image93.jpeg"/><Relationship Id="rId5" Type="http://schemas.openxmlformats.org/officeDocument/2006/relationships/image" Target="../media/image87.jpeg"/><Relationship Id="rId10" Type="http://schemas.openxmlformats.org/officeDocument/2006/relationships/image" Target="../media/image92.png"/><Relationship Id="rId4" Type="http://schemas.openxmlformats.org/officeDocument/2006/relationships/image" Target="../media/image86.jpg"/><Relationship Id="rId9" Type="http://schemas.openxmlformats.org/officeDocument/2006/relationships/image" Target="../media/image9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55B60E4-3BE1-0BAE-B2B6-BA6D4704E2DB}"/>
              </a:ext>
            </a:extLst>
          </p:cNvPr>
          <p:cNvSpPr/>
          <p:nvPr/>
        </p:nvSpPr>
        <p:spPr>
          <a:xfrm>
            <a:off x="1" y="2222"/>
            <a:ext cx="18291174" cy="10284145"/>
          </a:xfrm>
          <a:custGeom>
            <a:avLst/>
            <a:gdLst/>
            <a:ahLst/>
            <a:cxnLst/>
            <a:rect l="l" t="t" r="r" b="b"/>
            <a:pathLst>
              <a:path w="18291175" h="10288905">
                <a:moveTo>
                  <a:pt x="18291048" y="0"/>
                </a:moveTo>
                <a:lnTo>
                  <a:pt x="0" y="0"/>
                </a:lnTo>
                <a:lnTo>
                  <a:pt x="0" y="10288524"/>
                </a:lnTo>
                <a:lnTo>
                  <a:pt x="18291048" y="10288524"/>
                </a:lnTo>
                <a:lnTo>
                  <a:pt x="182910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 lang="ru-RU" sz="1799" noProof="0" dirty="0"/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E41484D3-D76C-E146-1ADD-9D35C4A913D5}"/>
              </a:ext>
            </a:extLst>
          </p:cNvPr>
          <p:cNvSpPr/>
          <p:nvPr/>
        </p:nvSpPr>
        <p:spPr>
          <a:xfrm>
            <a:off x="16060741" y="-2317725"/>
            <a:ext cx="5887783" cy="10221942"/>
          </a:xfrm>
          <a:custGeom>
            <a:avLst/>
            <a:gdLst>
              <a:gd name="connsiteX0" fmla="*/ 2217827 w 2217827"/>
              <a:gd name="connsiteY0" fmla="*/ 0 h 3850431"/>
              <a:gd name="connsiteX1" fmla="*/ 2217827 w 2217827"/>
              <a:gd name="connsiteY1" fmla="*/ 1098086 h 3850431"/>
              <a:gd name="connsiteX2" fmla="*/ 632491 w 2217827"/>
              <a:gd name="connsiteY2" fmla="*/ 3850431 h 3850431"/>
              <a:gd name="connsiteX3" fmla="*/ 0 w 2217827"/>
              <a:gd name="connsiteY3" fmla="*/ 3850431 h 3850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17827" h="3850431">
                <a:moveTo>
                  <a:pt x="2217827" y="0"/>
                </a:moveTo>
                <a:lnTo>
                  <a:pt x="2217827" y="1098086"/>
                </a:lnTo>
                <a:lnTo>
                  <a:pt x="632491" y="3850431"/>
                </a:lnTo>
                <a:lnTo>
                  <a:pt x="0" y="3850431"/>
                </a:lnTo>
                <a:close/>
              </a:path>
            </a:pathLst>
          </a:custGeom>
          <a:solidFill>
            <a:schemeClr val="bg1">
              <a:alpha val="35000"/>
            </a:scheme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456880"/>
            <a:endParaRPr lang="ru-RU" sz="1799" noProof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61" name="Дата 1">
            <a:extLst>
              <a:ext uri="{FF2B5EF4-FFF2-40B4-BE49-F238E27FC236}">
                <a16:creationId xmlns:a16="http://schemas.microsoft.com/office/drawing/2014/main" id="{8FC14AB2-DCEC-443B-AEC8-E90E61925C49}"/>
              </a:ext>
            </a:extLst>
          </p:cNvPr>
          <p:cNvSpPr txBox="1">
            <a:spLocks/>
          </p:cNvSpPr>
          <p:nvPr/>
        </p:nvSpPr>
        <p:spPr>
          <a:xfrm>
            <a:off x="717361" y="9533319"/>
            <a:ext cx="4113769" cy="54733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880"/>
            <a:r>
              <a:rPr lang="ru-RU" sz="1799" noProof="0" dirty="0">
                <a:solidFill>
                  <a:prstClr val="black"/>
                </a:solidFill>
                <a:latin typeface="Arial"/>
              </a:rPr>
              <a:t>Сентябрь, 2024</a:t>
            </a:r>
          </a:p>
        </p:txBody>
      </p:sp>
      <p:sp>
        <p:nvSpPr>
          <p:cNvPr id="62" name="Номер слайда 3">
            <a:extLst>
              <a:ext uri="{FF2B5EF4-FFF2-40B4-BE49-F238E27FC236}">
                <a16:creationId xmlns:a16="http://schemas.microsoft.com/office/drawing/2014/main" id="{0C659B83-CED3-4DCD-AAE8-ACD667E644BC}"/>
              </a:ext>
            </a:extLst>
          </p:cNvPr>
          <p:cNvSpPr txBox="1">
            <a:spLocks/>
          </p:cNvSpPr>
          <p:nvPr/>
        </p:nvSpPr>
        <p:spPr>
          <a:xfrm>
            <a:off x="13462428" y="9533319"/>
            <a:ext cx="4113768" cy="54733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880"/>
            <a:fld id="{85083547-9AC2-43EF-81BD-95BDAE156952}" type="slidenum">
              <a:rPr lang="ru-RU" sz="1799" noProof="0">
                <a:solidFill>
                  <a:prstClr val="black"/>
                </a:solidFill>
                <a:latin typeface="Arial"/>
              </a:rPr>
              <a:pPr defTabSz="456880"/>
              <a:t>1</a:t>
            </a:fld>
            <a:endParaRPr lang="ru-RU" sz="1799" noProof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4B1C2221-96BC-8A6B-4790-2146CF18C46E}"/>
              </a:ext>
            </a:extLst>
          </p:cNvPr>
          <p:cNvSpPr/>
          <p:nvPr/>
        </p:nvSpPr>
        <p:spPr>
          <a:xfrm>
            <a:off x="5819" y="1"/>
            <a:ext cx="7337139" cy="10288587"/>
          </a:xfrm>
          <a:custGeom>
            <a:avLst/>
            <a:gdLst>
              <a:gd name="connsiteX0" fmla="*/ 4734353 w 7340535"/>
              <a:gd name="connsiteY0" fmla="*/ 0 h 10293349"/>
              <a:gd name="connsiteX1" fmla="*/ 7340535 w 7340535"/>
              <a:gd name="connsiteY1" fmla="*/ 0 h 10293349"/>
              <a:gd name="connsiteX2" fmla="*/ 1411621 w 7340535"/>
              <a:gd name="connsiteY2" fmla="*/ 10293349 h 10293349"/>
              <a:gd name="connsiteX3" fmla="*/ 0 w 7340535"/>
              <a:gd name="connsiteY3" fmla="*/ 10293349 h 10293349"/>
              <a:gd name="connsiteX4" fmla="*/ 0 w 7340535"/>
              <a:gd name="connsiteY4" fmla="*/ 8219445 h 1029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40535" h="10293349">
                <a:moveTo>
                  <a:pt x="4734353" y="0"/>
                </a:moveTo>
                <a:lnTo>
                  <a:pt x="7340535" y="0"/>
                </a:lnTo>
                <a:lnTo>
                  <a:pt x="1411621" y="10293349"/>
                </a:lnTo>
                <a:lnTo>
                  <a:pt x="0" y="10293349"/>
                </a:lnTo>
                <a:lnTo>
                  <a:pt x="0" y="8219445"/>
                </a:lnTo>
                <a:close/>
              </a:path>
            </a:pathLst>
          </a:custGeom>
          <a:solidFill>
            <a:schemeClr val="bg1">
              <a:alpha val="54000"/>
            </a:scheme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456880"/>
            <a:endParaRPr lang="ru-RU" sz="1799" noProof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64" name="Полилиния: фигура 63">
            <a:extLst>
              <a:ext uri="{FF2B5EF4-FFF2-40B4-BE49-F238E27FC236}">
                <a16:creationId xmlns:a16="http://schemas.microsoft.com/office/drawing/2014/main" id="{15830DC6-C343-CC0D-167C-1CCD2590EF69}"/>
              </a:ext>
            </a:extLst>
          </p:cNvPr>
          <p:cNvSpPr/>
          <p:nvPr/>
        </p:nvSpPr>
        <p:spPr>
          <a:xfrm>
            <a:off x="2741709" y="-2237817"/>
            <a:ext cx="2595635" cy="3546910"/>
          </a:xfrm>
          <a:custGeom>
            <a:avLst/>
            <a:gdLst>
              <a:gd name="connsiteX0" fmla="*/ 1824126 w 1824125"/>
              <a:gd name="connsiteY0" fmla="*/ 0 h 2492649"/>
              <a:gd name="connsiteX1" fmla="*/ 1435752 w 1824125"/>
              <a:gd name="connsiteY1" fmla="*/ 0 h 2492649"/>
              <a:gd name="connsiteX2" fmla="*/ 0 w 1824125"/>
              <a:gd name="connsiteY2" fmla="*/ 2492649 h 2492649"/>
              <a:gd name="connsiteX3" fmla="*/ 388373 w 1824125"/>
              <a:gd name="connsiteY3" fmla="*/ 2492649 h 2492649"/>
              <a:gd name="connsiteX4" fmla="*/ 1824126 w 1824125"/>
              <a:gd name="connsiteY4" fmla="*/ 0 h 249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4125" h="2492649">
                <a:moveTo>
                  <a:pt x="1824126" y="0"/>
                </a:moveTo>
                <a:lnTo>
                  <a:pt x="1435752" y="0"/>
                </a:lnTo>
                <a:lnTo>
                  <a:pt x="0" y="2492649"/>
                </a:lnTo>
                <a:lnTo>
                  <a:pt x="388373" y="2492649"/>
                </a:lnTo>
                <a:lnTo>
                  <a:pt x="1824126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15333" cap="flat">
            <a:noFill/>
            <a:prstDash val="solid"/>
            <a:miter/>
          </a:ln>
        </p:spPr>
        <p:txBody>
          <a:bodyPr rtlCol="0" anchor="ctr"/>
          <a:lstStyle/>
          <a:p>
            <a:pPr defTabSz="456880"/>
            <a:endParaRPr lang="ru-RU" sz="1799" noProof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65" name="Полилиния: фигура 64">
            <a:extLst>
              <a:ext uri="{FF2B5EF4-FFF2-40B4-BE49-F238E27FC236}">
                <a16:creationId xmlns:a16="http://schemas.microsoft.com/office/drawing/2014/main" id="{5F5BD07D-3DFA-DECC-0A45-72D364025E0D}"/>
              </a:ext>
            </a:extLst>
          </p:cNvPr>
          <p:cNvSpPr/>
          <p:nvPr/>
        </p:nvSpPr>
        <p:spPr>
          <a:xfrm>
            <a:off x="6014569" y="5261886"/>
            <a:ext cx="3621029" cy="4948102"/>
          </a:xfrm>
          <a:custGeom>
            <a:avLst/>
            <a:gdLst>
              <a:gd name="connsiteX0" fmla="*/ 1824126 w 1824125"/>
              <a:gd name="connsiteY0" fmla="*/ 0 h 2492649"/>
              <a:gd name="connsiteX1" fmla="*/ 1435752 w 1824125"/>
              <a:gd name="connsiteY1" fmla="*/ 0 h 2492649"/>
              <a:gd name="connsiteX2" fmla="*/ 0 w 1824125"/>
              <a:gd name="connsiteY2" fmla="*/ 2492649 h 2492649"/>
              <a:gd name="connsiteX3" fmla="*/ 388373 w 1824125"/>
              <a:gd name="connsiteY3" fmla="*/ 2492649 h 2492649"/>
              <a:gd name="connsiteX4" fmla="*/ 1824126 w 1824125"/>
              <a:gd name="connsiteY4" fmla="*/ 0 h 249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4125" h="2492649">
                <a:moveTo>
                  <a:pt x="1824126" y="0"/>
                </a:moveTo>
                <a:lnTo>
                  <a:pt x="1435752" y="0"/>
                </a:lnTo>
                <a:lnTo>
                  <a:pt x="0" y="2492649"/>
                </a:lnTo>
                <a:lnTo>
                  <a:pt x="388373" y="2492649"/>
                </a:lnTo>
                <a:lnTo>
                  <a:pt x="1824126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15333" cap="flat">
            <a:noFill/>
            <a:prstDash val="solid"/>
            <a:miter/>
          </a:ln>
        </p:spPr>
        <p:txBody>
          <a:bodyPr rtlCol="0" anchor="ctr"/>
          <a:lstStyle/>
          <a:p>
            <a:pPr defTabSz="456880"/>
            <a:endParaRPr lang="ru-RU" sz="1799" noProof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2929B1D6-01F0-9A02-C3FB-5CB12BBFEA47}"/>
              </a:ext>
            </a:extLst>
          </p:cNvPr>
          <p:cNvSpPr/>
          <p:nvPr/>
        </p:nvSpPr>
        <p:spPr>
          <a:xfrm>
            <a:off x="5819" y="1225097"/>
            <a:ext cx="1826771" cy="3171507"/>
          </a:xfrm>
          <a:custGeom>
            <a:avLst/>
            <a:gdLst>
              <a:gd name="connsiteX0" fmla="*/ 1119114 w 1827617"/>
              <a:gd name="connsiteY0" fmla="*/ 0 h 3172975"/>
              <a:gd name="connsiteX1" fmla="*/ 1827617 w 1827617"/>
              <a:gd name="connsiteY1" fmla="*/ 0 h 3172975"/>
              <a:gd name="connsiteX2" fmla="*/ 0 w 1827617"/>
              <a:gd name="connsiteY2" fmla="*/ 3172975 h 3172975"/>
              <a:gd name="connsiteX3" fmla="*/ 0 w 1827617"/>
              <a:gd name="connsiteY3" fmla="*/ 1942926 h 317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7617" h="3172975">
                <a:moveTo>
                  <a:pt x="1119114" y="0"/>
                </a:moveTo>
                <a:lnTo>
                  <a:pt x="1827617" y="0"/>
                </a:lnTo>
                <a:lnTo>
                  <a:pt x="0" y="3172975"/>
                </a:lnTo>
                <a:lnTo>
                  <a:pt x="0" y="1942926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456880"/>
            <a:endParaRPr lang="ru-RU" sz="1799" noProof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67" name="Полилиния: фигура 66">
            <a:extLst>
              <a:ext uri="{FF2B5EF4-FFF2-40B4-BE49-F238E27FC236}">
                <a16:creationId xmlns:a16="http://schemas.microsoft.com/office/drawing/2014/main" id="{C23204AB-30CD-6983-3211-8A379BF8C0C6}"/>
              </a:ext>
            </a:extLst>
          </p:cNvPr>
          <p:cNvSpPr/>
          <p:nvPr/>
        </p:nvSpPr>
        <p:spPr>
          <a:xfrm>
            <a:off x="16965204" y="1937136"/>
            <a:ext cx="1783360" cy="2436946"/>
          </a:xfrm>
          <a:custGeom>
            <a:avLst/>
            <a:gdLst>
              <a:gd name="connsiteX0" fmla="*/ 1824126 w 1824125"/>
              <a:gd name="connsiteY0" fmla="*/ 0 h 2492649"/>
              <a:gd name="connsiteX1" fmla="*/ 1435752 w 1824125"/>
              <a:gd name="connsiteY1" fmla="*/ 0 h 2492649"/>
              <a:gd name="connsiteX2" fmla="*/ 0 w 1824125"/>
              <a:gd name="connsiteY2" fmla="*/ 2492649 h 2492649"/>
              <a:gd name="connsiteX3" fmla="*/ 388373 w 1824125"/>
              <a:gd name="connsiteY3" fmla="*/ 2492649 h 2492649"/>
              <a:gd name="connsiteX4" fmla="*/ 1824126 w 1824125"/>
              <a:gd name="connsiteY4" fmla="*/ 0 h 249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4125" h="2492649">
                <a:moveTo>
                  <a:pt x="1824126" y="0"/>
                </a:moveTo>
                <a:lnTo>
                  <a:pt x="1435752" y="0"/>
                </a:lnTo>
                <a:lnTo>
                  <a:pt x="0" y="2492649"/>
                </a:lnTo>
                <a:lnTo>
                  <a:pt x="388373" y="2492649"/>
                </a:lnTo>
                <a:lnTo>
                  <a:pt x="1824126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15333" cap="flat">
            <a:noFill/>
            <a:prstDash val="solid"/>
            <a:miter/>
          </a:ln>
        </p:spPr>
        <p:txBody>
          <a:bodyPr rtlCol="0" anchor="ctr"/>
          <a:lstStyle/>
          <a:p>
            <a:pPr defTabSz="456880"/>
            <a:endParaRPr lang="ru-RU" sz="1799" noProof="0" dirty="0">
              <a:solidFill>
                <a:prstClr val="black"/>
              </a:solidFill>
              <a:latin typeface="Arial"/>
            </a:endParaRPr>
          </a:p>
        </p:txBody>
      </p:sp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BB413A60-F24E-B560-6A95-B310BEC1F6B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742" t="-11698" r="1106" b="28060"/>
          <a:stretch/>
        </p:blipFill>
        <p:spPr>
          <a:xfrm>
            <a:off x="0" y="378841"/>
            <a:ext cx="18140986" cy="9909747"/>
          </a:xfrm>
          <a:prstGeom prst="rect">
            <a:avLst/>
          </a:prstGeom>
          <a:ln>
            <a:noFill/>
          </a:ln>
        </p:spPr>
      </p:pic>
      <p:sp>
        <p:nvSpPr>
          <p:cNvPr id="69" name="object 3365">
            <a:extLst>
              <a:ext uri="{FF2B5EF4-FFF2-40B4-BE49-F238E27FC236}">
                <a16:creationId xmlns:a16="http://schemas.microsoft.com/office/drawing/2014/main" id="{11220A31-1144-B0D0-049D-491BA55E37C6}"/>
              </a:ext>
            </a:extLst>
          </p:cNvPr>
          <p:cNvSpPr txBox="1">
            <a:spLocks/>
          </p:cNvSpPr>
          <p:nvPr/>
        </p:nvSpPr>
        <p:spPr>
          <a:xfrm>
            <a:off x="3538959" y="1938795"/>
            <a:ext cx="14386232" cy="3734634"/>
          </a:xfrm>
          <a:prstGeom prst="rect">
            <a:avLst/>
          </a:prstGeom>
        </p:spPr>
        <p:txBody>
          <a:bodyPr vert="horz" lIns="91382" tIns="45691" rIns="91382" bIns="45691" rtlCol="0" anchor="t" anchorCtr="0">
            <a:noAutofit/>
          </a:bodyPr>
          <a:lstStyle>
            <a:defPPr>
              <a:defRPr lang="en-US"/>
            </a:defPPr>
            <a:lvl1pPr defTabSz="1371783">
              <a:lnSpc>
                <a:spcPct val="100000"/>
              </a:lnSpc>
              <a:spcBef>
                <a:spcPts val="3600"/>
              </a:spcBef>
              <a:buNone/>
              <a:defRPr sz="4500" b="1">
                <a:solidFill>
                  <a:schemeClr val="bg1"/>
                </a:solidFill>
                <a:latin typeface="+mj-lt"/>
                <a:ea typeface="PT Root UI Bold" panose="020B0603020202020204" pitchFamily="34" charset="-52"/>
                <a:cs typeface="Arial" panose="020B0604020202020204" pitchFamily="34" charset="0"/>
              </a:defRPr>
            </a:lvl1pPr>
          </a:lstStyle>
          <a:p>
            <a:pPr algn="r" defTabSz="1370823">
              <a:spcBef>
                <a:spcPts val="0"/>
              </a:spcBef>
            </a:pPr>
            <a:r>
              <a:rPr lang="ru-RU" sz="9000" dirty="0" err="1">
                <a:solidFill>
                  <a:prstClr val="white"/>
                </a:solidFill>
              </a:rPr>
              <a:t>Таунхолл</a:t>
            </a:r>
            <a:endParaRPr lang="ru-RU" sz="9000" dirty="0">
              <a:solidFill>
                <a:prstClr val="white"/>
              </a:solidFill>
            </a:endParaRPr>
          </a:p>
          <a:p>
            <a:pPr algn="r" defTabSz="1370823">
              <a:spcBef>
                <a:spcPts val="0"/>
              </a:spcBef>
            </a:pPr>
            <a:r>
              <a:rPr lang="ru-RU" sz="9000" noProof="0" dirty="0">
                <a:solidFill>
                  <a:prstClr val="white"/>
                </a:solidFill>
              </a:rPr>
              <a:t>Цифрового блока</a:t>
            </a:r>
          </a:p>
          <a:p>
            <a:pPr algn="r" defTabSz="1370823">
              <a:spcBef>
                <a:spcPts val="2400"/>
              </a:spcBef>
            </a:pPr>
            <a:r>
              <a:rPr lang="ru-RU" sz="4798" noProof="0" dirty="0">
                <a:solidFill>
                  <a:prstClr val="white"/>
                </a:solidFill>
              </a:rPr>
              <a:t> </a:t>
            </a:r>
          </a:p>
          <a:p>
            <a:pPr algn="r" defTabSz="1370823">
              <a:spcBef>
                <a:spcPts val="3597"/>
              </a:spcBef>
            </a:pPr>
            <a:endParaRPr lang="ru-RU" sz="4798" noProof="0" dirty="0">
              <a:solidFill>
                <a:prstClr val="white"/>
              </a:solidFill>
            </a:endParaRPr>
          </a:p>
        </p:txBody>
      </p: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B6AA6608-BD8D-96FF-7952-99067923B0E6}"/>
              </a:ext>
            </a:extLst>
          </p:cNvPr>
          <p:cNvGrpSpPr/>
          <p:nvPr/>
        </p:nvGrpSpPr>
        <p:grpSpPr>
          <a:xfrm>
            <a:off x="6821279" y="-324588"/>
            <a:ext cx="5728305" cy="1940663"/>
            <a:chOff x="6483350" y="4244180"/>
            <a:chExt cx="5323331" cy="1803464"/>
          </a:xfrm>
          <a:solidFill>
            <a:schemeClr val="bg1">
              <a:alpha val="40000"/>
            </a:schemeClr>
          </a:solidFill>
        </p:grpSpPr>
        <p:sp>
          <p:nvSpPr>
            <p:cNvPr id="71" name="Прямоугольник 70">
              <a:extLst>
                <a:ext uri="{FF2B5EF4-FFF2-40B4-BE49-F238E27FC236}">
                  <a16:creationId xmlns:a16="http://schemas.microsoft.com/office/drawing/2014/main" id="{E8248416-ACA0-D26B-0A2C-5DCF7BFC5118}"/>
                </a:ext>
              </a:extLst>
            </p:cNvPr>
            <p:cNvSpPr/>
            <p:nvPr/>
          </p:nvSpPr>
          <p:spPr>
            <a:xfrm>
              <a:off x="11665712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72" name="Прямоугольник 71">
              <a:extLst>
                <a:ext uri="{FF2B5EF4-FFF2-40B4-BE49-F238E27FC236}">
                  <a16:creationId xmlns:a16="http://schemas.microsoft.com/office/drawing/2014/main" id="{5D2BA688-D43B-124F-6E89-B170457C8AB7}"/>
                </a:ext>
              </a:extLst>
            </p:cNvPr>
            <p:cNvSpPr/>
            <p:nvPr/>
          </p:nvSpPr>
          <p:spPr>
            <a:xfrm>
              <a:off x="11089925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73" name="Прямоугольник 72">
              <a:extLst>
                <a:ext uri="{FF2B5EF4-FFF2-40B4-BE49-F238E27FC236}">
                  <a16:creationId xmlns:a16="http://schemas.microsoft.com/office/drawing/2014/main" id="{332EDA6A-8359-ED47-A0F6-08E02BBF75C3}"/>
                </a:ext>
              </a:extLst>
            </p:cNvPr>
            <p:cNvSpPr/>
            <p:nvPr/>
          </p:nvSpPr>
          <p:spPr>
            <a:xfrm>
              <a:off x="10514139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74" name="Прямоугольник 73">
              <a:extLst>
                <a:ext uri="{FF2B5EF4-FFF2-40B4-BE49-F238E27FC236}">
                  <a16:creationId xmlns:a16="http://schemas.microsoft.com/office/drawing/2014/main" id="{F08C3D38-C2F9-194E-30B4-B8EF2F41E7D8}"/>
                </a:ext>
              </a:extLst>
            </p:cNvPr>
            <p:cNvSpPr/>
            <p:nvPr/>
          </p:nvSpPr>
          <p:spPr>
            <a:xfrm>
              <a:off x="9938258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75" name="Прямоугольник 74">
              <a:extLst>
                <a:ext uri="{FF2B5EF4-FFF2-40B4-BE49-F238E27FC236}">
                  <a16:creationId xmlns:a16="http://schemas.microsoft.com/office/drawing/2014/main" id="{3EBDB629-1790-4375-96AA-37C21C8EAE7A}"/>
                </a:ext>
              </a:extLst>
            </p:cNvPr>
            <p:cNvSpPr/>
            <p:nvPr/>
          </p:nvSpPr>
          <p:spPr>
            <a:xfrm>
              <a:off x="9362471" y="5906293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76" name="Прямоугольник 75">
              <a:extLst>
                <a:ext uri="{FF2B5EF4-FFF2-40B4-BE49-F238E27FC236}">
                  <a16:creationId xmlns:a16="http://schemas.microsoft.com/office/drawing/2014/main" id="{6946E2DC-9BDF-D07F-5482-9B9808D5AE12}"/>
                </a:ext>
              </a:extLst>
            </p:cNvPr>
            <p:cNvSpPr/>
            <p:nvPr/>
          </p:nvSpPr>
          <p:spPr>
            <a:xfrm>
              <a:off x="8786590" y="5906293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77" name="Прямоугольник 76">
              <a:extLst>
                <a:ext uri="{FF2B5EF4-FFF2-40B4-BE49-F238E27FC236}">
                  <a16:creationId xmlns:a16="http://schemas.microsoft.com/office/drawing/2014/main" id="{614E9ED4-5F62-FBA9-89CA-68CBC9A4EE92}"/>
                </a:ext>
              </a:extLst>
            </p:cNvPr>
            <p:cNvSpPr/>
            <p:nvPr/>
          </p:nvSpPr>
          <p:spPr>
            <a:xfrm>
              <a:off x="8210804" y="5906293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78" name="Прямоугольник 77">
              <a:extLst>
                <a:ext uri="{FF2B5EF4-FFF2-40B4-BE49-F238E27FC236}">
                  <a16:creationId xmlns:a16="http://schemas.microsoft.com/office/drawing/2014/main" id="{311675DA-37D5-1F7D-0C95-7B4825080C76}"/>
                </a:ext>
              </a:extLst>
            </p:cNvPr>
            <p:cNvSpPr/>
            <p:nvPr/>
          </p:nvSpPr>
          <p:spPr>
            <a:xfrm>
              <a:off x="7635017" y="5906293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79" name="Прямоугольник 78">
              <a:extLst>
                <a:ext uri="{FF2B5EF4-FFF2-40B4-BE49-F238E27FC236}">
                  <a16:creationId xmlns:a16="http://schemas.microsoft.com/office/drawing/2014/main" id="{C40FEA9A-2D65-B071-B862-15ADA2C321C8}"/>
                </a:ext>
              </a:extLst>
            </p:cNvPr>
            <p:cNvSpPr/>
            <p:nvPr/>
          </p:nvSpPr>
          <p:spPr>
            <a:xfrm>
              <a:off x="7059136" y="5906293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80" name="Прямоугольник 79">
              <a:extLst>
                <a:ext uri="{FF2B5EF4-FFF2-40B4-BE49-F238E27FC236}">
                  <a16:creationId xmlns:a16="http://schemas.microsoft.com/office/drawing/2014/main" id="{E35881B1-FDC8-1766-8AD4-B0AD6A09DB16}"/>
                </a:ext>
              </a:extLst>
            </p:cNvPr>
            <p:cNvSpPr/>
            <p:nvPr/>
          </p:nvSpPr>
          <p:spPr>
            <a:xfrm>
              <a:off x="6483350" y="5906674"/>
              <a:ext cx="141064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81" name="Прямоугольник 80">
              <a:extLst>
                <a:ext uri="{FF2B5EF4-FFF2-40B4-BE49-F238E27FC236}">
                  <a16:creationId xmlns:a16="http://schemas.microsoft.com/office/drawing/2014/main" id="{BC3EFDE0-12FD-C3D6-01DE-DBA61DDD443E}"/>
                </a:ext>
              </a:extLst>
            </p:cNvPr>
            <p:cNvSpPr/>
            <p:nvPr/>
          </p:nvSpPr>
          <p:spPr>
            <a:xfrm>
              <a:off x="11665712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82" name="Прямоугольник 81">
              <a:extLst>
                <a:ext uri="{FF2B5EF4-FFF2-40B4-BE49-F238E27FC236}">
                  <a16:creationId xmlns:a16="http://schemas.microsoft.com/office/drawing/2014/main" id="{53F91F7B-F39C-4CF8-28E2-5F833834C43C}"/>
                </a:ext>
              </a:extLst>
            </p:cNvPr>
            <p:cNvSpPr/>
            <p:nvPr/>
          </p:nvSpPr>
          <p:spPr>
            <a:xfrm>
              <a:off x="11089925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83" name="Прямоугольник 82">
              <a:extLst>
                <a:ext uri="{FF2B5EF4-FFF2-40B4-BE49-F238E27FC236}">
                  <a16:creationId xmlns:a16="http://schemas.microsoft.com/office/drawing/2014/main" id="{E12491F7-9F2F-22E1-364D-8275A1FC457F}"/>
                </a:ext>
              </a:extLst>
            </p:cNvPr>
            <p:cNvSpPr/>
            <p:nvPr/>
          </p:nvSpPr>
          <p:spPr>
            <a:xfrm>
              <a:off x="10514139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84" name="Прямоугольник 83">
              <a:extLst>
                <a:ext uri="{FF2B5EF4-FFF2-40B4-BE49-F238E27FC236}">
                  <a16:creationId xmlns:a16="http://schemas.microsoft.com/office/drawing/2014/main" id="{A9A5CDDA-B7C8-E80E-D22C-07DC2868EE07}"/>
                </a:ext>
              </a:extLst>
            </p:cNvPr>
            <p:cNvSpPr/>
            <p:nvPr/>
          </p:nvSpPr>
          <p:spPr>
            <a:xfrm>
              <a:off x="9938258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85" name="Прямоугольник 84">
              <a:extLst>
                <a:ext uri="{FF2B5EF4-FFF2-40B4-BE49-F238E27FC236}">
                  <a16:creationId xmlns:a16="http://schemas.microsoft.com/office/drawing/2014/main" id="{EE406561-1C71-7096-CC34-9C44326A0FB6}"/>
                </a:ext>
              </a:extLst>
            </p:cNvPr>
            <p:cNvSpPr/>
            <p:nvPr/>
          </p:nvSpPr>
          <p:spPr>
            <a:xfrm>
              <a:off x="9362471" y="5352319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86" name="Прямоугольник 85">
              <a:extLst>
                <a:ext uri="{FF2B5EF4-FFF2-40B4-BE49-F238E27FC236}">
                  <a16:creationId xmlns:a16="http://schemas.microsoft.com/office/drawing/2014/main" id="{1D32A5AF-7967-D033-F49A-6C822BB1D7E4}"/>
                </a:ext>
              </a:extLst>
            </p:cNvPr>
            <p:cNvSpPr/>
            <p:nvPr/>
          </p:nvSpPr>
          <p:spPr>
            <a:xfrm>
              <a:off x="8786685" y="5352224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87" name="Прямоугольник 86">
              <a:extLst>
                <a:ext uri="{FF2B5EF4-FFF2-40B4-BE49-F238E27FC236}">
                  <a16:creationId xmlns:a16="http://schemas.microsoft.com/office/drawing/2014/main" id="{A0894EA5-0D9F-41D8-44EE-B0BD51BF2A39}"/>
                </a:ext>
              </a:extLst>
            </p:cNvPr>
            <p:cNvSpPr/>
            <p:nvPr/>
          </p:nvSpPr>
          <p:spPr>
            <a:xfrm>
              <a:off x="8210804" y="5352319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88" name="Прямоугольник 87">
              <a:extLst>
                <a:ext uri="{FF2B5EF4-FFF2-40B4-BE49-F238E27FC236}">
                  <a16:creationId xmlns:a16="http://schemas.microsoft.com/office/drawing/2014/main" id="{EE980C6D-E159-C21B-8FCD-5774EC8E6202}"/>
                </a:ext>
              </a:extLst>
            </p:cNvPr>
            <p:cNvSpPr/>
            <p:nvPr/>
          </p:nvSpPr>
          <p:spPr>
            <a:xfrm>
              <a:off x="7635017" y="5352319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89" name="Прямоугольник 88">
              <a:extLst>
                <a:ext uri="{FF2B5EF4-FFF2-40B4-BE49-F238E27FC236}">
                  <a16:creationId xmlns:a16="http://schemas.microsoft.com/office/drawing/2014/main" id="{3F877B4C-65D9-4228-9FA7-1C2BB9FE5209}"/>
                </a:ext>
              </a:extLst>
            </p:cNvPr>
            <p:cNvSpPr/>
            <p:nvPr/>
          </p:nvSpPr>
          <p:spPr>
            <a:xfrm>
              <a:off x="7059136" y="5352319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90" name="Прямоугольник 89">
              <a:extLst>
                <a:ext uri="{FF2B5EF4-FFF2-40B4-BE49-F238E27FC236}">
                  <a16:creationId xmlns:a16="http://schemas.microsoft.com/office/drawing/2014/main" id="{362C5A54-1445-2D45-9FAF-DAB645C2FEF3}"/>
                </a:ext>
              </a:extLst>
            </p:cNvPr>
            <p:cNvSpPr/>
            <p:nvPr/>
          </p:nvSpPr>
          <p:spPr>
            <a:xfrm>
              <a:off x="6483350" y="5352319"/>
              <a:ext cx="140970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91" name="Прямоугольник 90">
              <a:extLst>
                <a:ext uri="{FF2B5EF4-FFF2-40B4-BE49-F238E27FC236}">
                  <a16:creationId xmlns:a16="http://schemas.microsoft.com/office/drawing/2014/main" id="{F5457EE7-F924-75C2-F4A6-1FF573419D10}"/>
                </a:ext>
              </a:extLst>
            </p:cNvPr>
            <p:cNvSpPr/>
            <p:nvPr/>
          </p:nvSpPr>
          <p:spPr>
            <a:xfrm>
              <a:off x="11665712" y="4798250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92" name="Прямоугольник 91">
              <a:extLst>
                <a:ext uri="{FF2B5EF4-FFF2-40B4-BE49-F238E27FC236}">
                  <a16:creationId xmlns:a16="http://schemas.microsoft.com/office/drawing/2014/main" id="{2718AF0B-7B57-981A-5F8A-A07D385000E1}"/>
                </a:ext>
              </a:extLst>
            </p:cNvPr>
            <p:cNvSpPr/>
            <p:nvPr/>
          </p:nvSpPr>
          <p:spPr>
            <a:xfrm>
              <a:off x="11089911" y="4798197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93" name="Прямоугольник 92">
              <a:extLst>
                <a:ext uri="{FF2B5EF4-FFF2-40B4-BE49-F238E27FC236}">
                  <a16:creationId xmlns:a16="http://schemas.microsoft.com/office/drawing/2014/main" id="{7B2332BB-13A5-3062-887F-66263412E980}"/>
                </a:ext>
              </a:extLst>
            </p:cNvPr>
            <p:cNvSpPr/>
            <p:nvPr/>
          </p:nvSpPr>
          <p:spPr>
            <a:xfrm>
              <a:off x="10514139" y="4798250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94" name="Прямоугольник 93">
              <a:extLst>
                <a:ext uri="{FF2B5EF4-FFF2-40B4-BE49-F238E27FC236}">
                  <a16:creationId xmlns:a16="http://schemas.microsoft.com/office/drawing/2014/main" id="{573F0A86-C1BC-3227-80EE-5E7879C9ED5C}"/>
                </a:ext>
              </a:extLst>
            </p:cNvPr>
            <p:cNvSpPr/>
            <p:nvPr/>
          </p:nvSpPr>
          <p:spPr>
            <a:xfrm>
              <a:off x="9938258" y="4798250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95" name="Прямоугольник 94">
              <a:extLst>
                <a:ext uri="{FF2B5EF4-FFF2-40B4-BE49-F238E27FC236}">
                  <a16:creationId xmlns:a16="http://schemas.microsoft.com/office/drawing/2014/main" id="{251186DC-6964-CB5E-181B-2D5FE1E0211C}"/>
                </a:ext>
              </a:extLst>
            </p:cNvPr>
            <p:cNvSpPr/>
            <p:nvPr/>
          </p:nvSpPr>
          <p:spPr>
            <a:xfrm>
              <a:off x="9362471" y="4798250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96" name="Прямоугольник 95">
              <a:extLst>
                <a:ext uri="{FF2B5EF4-FFF2-40B4-BE49-F238E27FC236}">
                  <a16:creationId xmlns:a16="http://schemas.microsoft.com/office/drawing/2014/main" id="{D53D4C9F-815F-8D38-2A1E-94D2DB243C10}"/>
                </a:ext>
              </a:extLst>
            </p:cNvPr>
            <p:cNvSpPr/>
            <p:nvPr/>
          </p:nvSpPr>
          <p:spPr>
            <a:xfrm>
              <a:off x="8786590" y="479825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97" name="Прямоугольник 96">
              <a:extLst>
                <a:ext uri="{FF2B5EF4-FFF2-40B4-BE49-F238E27FC236}">
                  <a16:creationId xmlns:a16="http://schemas.microsoft.com/office/drawing/2014/main" id="{E1A13B9A-6C9B-B619-45A5-D48379D8DF23}"/>
                </a:ext>
              </a:extLst>
            </p:cNvPr>
            <p:cNvSpPr/>
            <p:nvPr/>
          </p:nvSpPr>
          <p:spPr>
            <a:xfrm>
              <a:off x="8210804" y="479825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98" name="Прямоугольник 97">
              <a:extLst>
                <a:ext uri="{FF2B5EF4-FFF2-40B4-BE49-F238E27FC236}">
                  <a16:creationId xmlns:a16="http://schemas.microsoft.com/office/drawing/2014/main" id="{9C104273-323E-02F4-748A-FDD49179C964}"/>
                </a:ext>
              </a:extLst>
            </p:cNvPr>
            <p:cNvSpPr/>
            <p:nvPr/>
          </p:nvSpPr>
          <p:spPr>
            <a:xfrm>
              <a:off x="7635017" y="479825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99" name="Прямоугольник 98">
              <a:extLst>
                <a:ext uri="{FF2B5EF4-FFF2-40B4-BE49-F238E27FC236}">
                  <a16:creationId xmlns:a16="http://schemas.microsoft.com/office/drawing/2014/main" id="{4F6784BB-D0DB-7B9B-7B38-6B99A8F1D8E9}"/>
                </a:ext>
              </a:extLst>
            </p:cNvPr>
            <p:cNvSpPr/>
            <p:nvPr/>
          </p:nvSpPr>
          <p:spPr>
            <a:xfrm>
              <a:off x="7059231" y="4798154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00" name="Прямоугольник 99">
              <a:extLst>
                <a:ext uri="{FF2B5EF4-FFF2-40B4-BE49-F238E27FC236}">
                  <a16:creationId xmlns:a16="http://schemas.microsoft.com/office/drawing/2014/main" id="{1C9F70AC-ED68-AF75-60E2-99358DCFC7A9}"/>
                </a:ext>
              </a:extLst>
            </p:cNvPr>
            <p:cNvSpPr/>
            <p:nvPr/>
          </p:nvSpPr>
          <p:spPr>
            <a:xfrm>
              <a:off x="6483350" y="479825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01" name="Прямоугольник 100">
              <a:extLst>
                <a:ext uri="{FF2B5EF4-FFF2-40B4-BE49-F238E27FC236}">
                  <a16:creationId xmlns:a16="http://schemas.microsoft.com/office/drawing/2014/main" id="{5E31F3F6-2973-CF9C-2558-9F906A4973C8}"/>
                </a:ext>
              </a:extLst>
            </p:cNvPr>
            <p:cNvSpPr/>
            <p:nvPr/>
          </p:nvSpPr>
          <p:spPr>
            <a:xfrm>
              <a:off x="11665712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02" name="Прямоугольник 101">
              <a:extLst>
                <a:ext uri="{FF2B5EF4-FFF2-40B4-BE49-F238E27FC236}">
                  <a16:creationId xmlns:a16="http://schemas.microsoft.com/office/drawing/2014/main" id="{DFA0D74E-96A2-3C90-0CE1-12C1407FE3D9}"/>
                </a:ext>
              </a:extLst>
            </p:cNvPr>
            <p:cNvSpPr/>
            <p:nvPr/>
          </p:nvSpPr>
          <p:spPr>
            <a:xfrm>
              <a:off x="11089925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03" name="Прямоугольник 102">
              <a:extLst>
                <a:ext uri="{FF2B5EF4-FFF2-40B4-BE49-F238E27FC236}">
                  <a16:creationId xmlns:a16="http://schemas.microsoft.com/office/drawing/2014/main" id="{E4FBA2B1-07F0-0A48-08A0-D9E4F5D7AA5E}"/>
                </a:ext>
              </a:extLst>
            </p:cNvPr>
            <p:cNvSpPr/>
            <p:nvPr/>
          </p:nvSpPr>
          <p:spPr>
            <a:xfrm>
              <a:off x="10514139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04" name="Прямоугольник 103">
              <a:extLst>
                <a:ext uri="{FF2B5EF4-FFF2-40B4-BE49-F238E27FC236}">
                  <a16:creationId xmlns:a16="http://schemas.microsoft.com/office/drawing/2014/main" id="{613A7D74-62A5-4BF1-A561-644A7FB378BE}"/>
                </a:ext>
              </a:extLst>
            </p:cNvPr>
            <p:cNvSpPr/>
            <p:nvPr/>
          </p:nvSpPr>
          <p:spPr>
            <a:xfrm>
              <a:off x="9938258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05" name="Прямоугольник 104">
              <a:extLst>
                <a:ext uri="{FF2B5EF4-FFF2-40B4-BE49-F238E27FC236}">
                  <a16:creationId xmlns:a16="http://schemas.microsoft.com/office/drawing/2014/main" id="{90301BAC-9FDD-4655-034F-E6C66E8BAAFF}"/>
                </a:ext>
              </a:extLst>
            </p:cNvPr>
            <p:cNvSpPr/>
            <p:nvPr/>
          </p:nvSpPr>
          <p:spPr>
            <a:xfrm>
              <a:off x="9362471" y="4244181"/>
              <a:ext cx="140969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06" name="Прямоугольник 105">
              <a:extLst>
                <a:ext uri="{FF2B5EF4-FFF2-40B4-BE49-F238E27FC236}">
                  <a16:creationId xmlns:a16="http://schemas.microsoft.com/office/drawing/2014/main" id="{D75D34F3-AD0D-3559-667C-941E6747A0C0}"/>
                </a:ext>
              </a:extLst>
            </p:cNvPr>
            <p:cNvSpPr/>
            <p:nvPr/>
          </p:nvSpPr>
          <p:spPr>
            <a:xfrm>
              <a:off x="8786685" y="4244180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07" name="Прямоугольник 106">
              <a:extLst>
                <a:ext uri="{FF2B5EF4-FFF2-40B4-BE49-F238E27FC236}">
                  <a16:creationId xmlns:a16="http://schemas.microsoft.com/office/drawing/2014/main" id="{6DBA3203-C522-B0DE-1CCA-3560728D1B6B}"/>
                </a:ext>
              </a:extLst>
            </p:cNvPr>
            <p:cNvSpPr/>
            <p:nvPr/>
          </p:nvSpPr>
          <p:spPr>
            <a:xfrm>
              <a:off x="8210804" y="4244181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08" name="Прямоугольник 107">
              <a:extLst>
                <a:ext uri="{FF2B5EF4-FFF2-40B4-BE49-F238E27FC236}">
                  <a16:creationId xmlns:a16="http://schemas.microsoft.com/office/drawing/2014/main" id="{888F24A9-5A8F-2408-3FB5-1AE4DC36C36F}"/>
                </a:ext>
              </a:extLst>
            </p:cNvPr>
            <p:cNvSpPr/>
            <p:nvPr/>
          </p:nvSpPr>
          <p:spPr>
            <a:xfrm>
              <a:off x="7635035" y="4244261"/>
              <a:ext cx="140969" cy="140969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09" name="Прямоугольник 108">
              <a:extLst>
                <a:ext uri="{FF2B5EF4-FFF2-40B4-BE49-F238E27FC236}">
                  <a16:creationId xmlns:a16="http://schemas.microsoft.com/office/drawing/2014/main" id="{33DC4557-CD38-60C3-579F-357BDEA99BCD}"/>
                </a:ext>
              </a:extLst>
            </p:cNvPr>
            <p:cNvSpPr/>
            <p:nvPr/>
          </p:nvSpPr>
          <p:spPr>
            <a:xfrm>
              <a:off x="7059136" y="4244181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10" name="Прямоугольник 109">
              <a:extLst>
                <a:ext uri="{FF2B5EF4-FFF2-40B4-BE49-F238E27FC236}">
                  <a16:creationId xmlns:a16="http://schemas.microsoft.com/office/drawing/2014/main" id="{821AF83A-6D7C-F8F9-9BEE-705607E7F23F}"/>
                </a:ext>
              </a:extLst>
            </p:cNvPr>
            <p:cNvSpPr/>
            <p:nvPr/>
          </p:nvSpPr>
          <p:spPr>
            <a:xfrm>
              <a:off x="6483350" y="4244181"/>
              <a:ext cx="140970" cy="14097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6880"/>
              <a:endParaRPr lang="ru-RU" sz="1799" noProof="0" dirty="0">
                <a:solidFill>
                  <a:prstClr val="black"/>
                </a:solidFill>
                <a:latin typeface="Arial"/>
              </a:endParaRPr>
            </a:p>
          </p:txBody>
        </p:sp>
      </p:grpSp>
      <p:sp>
        <p:nvSpPr>
          <p:cNvPr id="111" name="Полилиния: фигура 110">
            <a:extLst>
              <a:ext uri="{FF2B5EF4-FFF2-40B4-BE49-F238E27FC236}">
                <a16:creationId xmlns:a16="http://schemas.microsoft.com/office/drawing/2014/main" id="{26522562-E7B5-AE59-BD96-C789B8460DB1}"/>
              </a:ext>
            </a:extLst>
          </p:cNvPr>
          <p:cNvSpPr/>
          <p:nvPr/>
        </p:nvSpPr>
        <p:spPr>
          <a:xfrm>
            <a:off x="11008123" y="-2734645"/>
            <a:ext cx="6748771" cy="9222130"/>
          </a:xfrm>
          <a:custGeom>
            <a:avLst/>
            <a:gdLst>
              <a:gd name="connsiteX0" fmla="*/ 1824126 w 1824125"/>
              <a:gd name="connsiteY0" fmla="*/ 0 h 2492649"/>
              <a:gd name="connsiteX1" fmla="*/ 1435752 w 1824125"/>
              <a:gd name="connsiteY1" fmla="*/ 0 h 2492649"/>
              <a:gd name="connsiteX2" fmla="*/ 0 w 1824125"/>
              <a:gd name="connsiteY2" fmla="*/ 2492649 h 2492649"/>
              <a:gd name="connsiteX3" fmla="*/ 388373 w 1824125"/>
              <a:gd name="connsiteY3" fmla="*/ 2492649 h 2492649"/>
              <a:gd name="connsiteX4" fmla="*/ 1824126 w 1824125"/>
              <a:gd name="connsiteY4" fmla="*/ 0 h 249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4125" h="2492649">
                <a:moveTo>
                  <a:pt x="1824126" y="0"/>
                </a:moveTo>
                <a:lnTo>
                  <a:pt x="1435752" y="0"/>
                </a:lnTo>
                <a:lnTo>
                  <a:pt x="0" y="2492649"/>
                </a:lnTo>
                <a:lnTo>
                  <a:pt x="388373" y="2492649"/>
                </a:lnTo>
                <a:lnTo>
                  <a:pt x="1824126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 w="15333" cap="flat">
            <a:noFill/>
            <a:prstDash val="solid"/>
            <a:miter/>
          </a:ln>
        </p:spPr>
        <p:txBody>
          <a:bodyPr rtlCol="0" anchor="ctr"/>
          <a:lstStyle/>
          <a:p>
            <a:pPr defTabSz="456880"/>
            <a:endParaRPr lang="ru-RU" sz="1799" noProof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D8DAB-60A5-DFED-3920-1DB1CF0D40CA}"/>
              </a:ext>
            </a:extLst>
          </p:cNvPr>
          <p:cNvSpPr txBox="1"/>
          <p:nvPr/>
        </p:nvSpPr>
        <p:spPr>
          <a:xfrm>
            <a:off x="12693600" y="5629046"/>
            <a:ext cx="51842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3200" dirty="0">
                <a:solidFill>
                  <a:srgbClr val="D9F3FD"/>
                </a:solidFill>
              </a:rPr>
              <a:t>Ноябрь 2025</a:t>
            </a:r>
          </a:p>
          <a:p>
            <a:pPr algn="r"/>
            <a:r>
              <a:rPr lang="ru-RU" sz="3200" dirty="0">
                <a:solidFill>
                  <a:srgbClr val="D9F3FD"/>
                </a:solidFill>
              </a:rPr>
              <a:t>Москва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0E58212-04BB-97F7-B16F-5749497CBFE8}"/>
              </a:ext>
            </a:extLst>
          </p:cNvPr>
          <p:cNvGrpSpPr>
            <a:grpSpLocks noChangeAspect="1"/>
          </p:cNvGrpSpPr>
          <p:nvPr/>
        </p:nvGrpSpPr>
        <p:grpSpPr>
          <a:xfrm>
            <a:off x="16231150" y="436711"/>
            <a:ext cx="1555200" cy="679902"/>
            <a:chOff x="12326257" y="2116705"/>
            <a:chExt cx="4827650" cy="2110549"/>
          </a:xfrm>
          <a:solidFill>
            <a:srgbClr val="A9CFEA"/>
          </a:solidFill>
        </p:grpSpPr>
        <p:grpSp>
          <p:nvGrpSpPr>
            <p:cNvPr id="6" name="Рисунок 6">
              <a:extLst>
                <a:ext uri="{FF2B5EF4-FFF2-40B4-BE49-F238E27FC236}">
                  <a16:creationId xmlns:a16="http://schemas.microsoft.com/office/drawing/2014/main" id="{B48A276F-7587-3299-F960-D4E3DCBEFC27}"/>
                </a:ext>
              </a:extLst>
            </p:cNvPr>
            <p:cNvGrpSpPr/>
            <p:nvPr/>
          </p:nvGrpSpPr>
          <p:grpSpPr>
            <a:xfrm>
              <a:off x="14130958" y="2812315"/>
              <a:ext cx="3022949" cy="810767"/>
              <a:chOff x="14130958" y="2812315"/>
              <a:chExt cx="3022949" cy="810767"/>
            </a:xfrm>
            <a:grpFill/>
          </p:grpSpPr>
          <p:grpSp>
            <p:nvGrpSpPr>
              <p:cNvPr id="43" name="Рисунок 6">
                <a:extLst>
                  <a:ext uri="{FF2B5EF4-FFF2-40B4-BE49-F238E27FC236}">
                    <a16:creationId xmlns:a16="http://schemas.microsoft.com/office/drawing/2014/main" id="{0C1ECB54-7708-405F-3F39-480C82AECDE9}"/>
                  </a:ext>
                </a:extLst>
              </p:cNvPr>
              <p:cNvGrpSpPr/>
              <p:nvPr/>
            </p:nvGrpSpPr>
            <p:grpSpPr>
              <a:xfrm>
                <a:off x="14130958" y="3167502"/>
                <a:ext cx="3022949" cy="455580"/>
                <a:chOff x="14130958" y="3167502"/>
                <a:chExt cx="3022949" cy="455580"/>
              </a:xfrm>
              <a:grpFill/>
            </p:grpSpPr>
            <p:sp>
              <p:nvSpPr>
                <p:cNvPr id="58" name="Полилиния: фигура 57">
                  <a:extLst>
                    <a:ext uri="{FF2B5EF4-FFF2-40B4-BE49-F238E27FC236}">
                      <a16:creationId xmlns:a16="http://schemas.microsoft.com/office/drawing/2014/main" id="{6C476394-E566-D33F-CCE3-0EB4D6A32978}"/>
                    </a:ext>
                  </a:extLst>
                </p:cNvPr>
                <p:cNvSpPr/>
                <p:nvPr/>
              </p:nvSpPr>
              <p:spPr>
                <a:xfrm>
                  <a:off x="16882064" y="3167598"/>
                  <a:ext cx="271843" cy="455485"/>
                </a:xfrm>
                <a:custGeom>
                  <a:avLst/>
                  <a:gdLst>
                    <a:gd name="connsiteX0" fmla="*/ 265557 w 271843"/>
                    <a:gd name="connsiteY0" fmla="*/ 95 h 455485"/>
                    <a:gd name="connsiteX1" fmla="*/ 149638 w 271843"/>
                    <a:gd name="connsiteY1" fmla="*/ 95 h 455485"/>
                    <a:gd name="connsiteX2" fmla="*/ 6477 w 271843"/>
                    <a:gd name="connsiteY2" fmla="*/ 134588 h 455485"/>
                    <a:gd name="connsiteX3" fmla="*/ 9716 w 271843"/>
                    <a:gd name="connsiteY3" fmla="*/ 189071 h 455485"/>
                    <a:gd name="connsiteX4" fmla="*/ 21908 w 271843"/>
                    <a:gd name="connsiteY4" fmla="*/ 224218 h 455485"/>
                    <a:gd name="connsiteX5" fmla="*/ 45244 w 271843"/>
                    <a:gd name="connsiteY5" fmla="*/ 250698 h 455485"/>
                    <a:gd name="connsiteX6" fmla="*/ 76867 w 271843"/>
                    <a:gd name="connsiteY6" fmla="*/ 267367 h 455485"/>
                    <a:gd name="connsiteX7" fmla="*/ 3524 w 271843"/>
                    <a:gd name="connsiteY7" fmla="*/ 446818 h 455485"/>
                    <a:gd name="connsiteX8" fmla="*/ 0 w 271843"/>
                    <a:gd name="connsiteY8" fmla="*/ 455485 h 455485"/>
                    <a:gd name="connsiteX9" fmla="*/ 84392 w 271843"/>
                    <a:gd name="connsiteY9" fmla="*/ 455485 h 455485"/>
                    <a:gd name="connsiteX10" fmla="*/ 85916 w 271843"/>
                    <a:gd name="connsiteY10" fmla="*/ 451485 h 455485"/>
                    <a:gd name="connsiteX11" fmla="*/ 154686 w 271843"/>
                    <a:gd name="connsiteY11" fmla="*/ 276130 h 455485"/>
                    <a:gd name="connsiteX12" fmla="*/ 190691 w 271843"/>
                    <a:gd name="connsiteY12" fmla="*/ 276130 h 455485"/>
                    <a:gd name="connsiteX13" fmla="*/ 190691 w 271843"/>
                    <a:gd name="connsiteY13" fmla="*/ 455485 h 455485"/>
                    <a:gd name="connsiteX14" fmla="*/ 271844 w 271843"/>
                    <a:gd name="connsiteY14" fmla="*/ 455485 h 455485"/>
                    <a:gd name="connsiteX15" fmla="*/ 271844 w 271843"/>
                    <a:gd name="connsiteY15" fmla="*/ 0 h 455485"/>
                    <a:gd name="connsiteX16" fmla="*/ 265557 w 271843"/>
                    <a:gd name="connsiteY16" fmla="*/ 0 h 455485"/>
                    <a:gd name="connsiteX17" fmla="*/ 190691 w 271843"/>
                    <a:gd name="connsiteY17" fmla="*/ 56578 h 455485"/>
                    <a:gd name="connsiteX18" fmla="*/ 190691 w 271843"/>
                    <a:gd name="connsiteY18" fmla="*/ 219646 h 455485"/>
                    <a:gd name="connsiteX19" fmla="*/ 151638 w 271843"/>
                    <a:gd name="connsiteY19" fmla="*/ 219646 h 455485"/>
                    <a:gd name="connsiteX20" fmla="*/ 116491 w 271843"/>
                    <a:gd name="connsiteY20" fmla="*/ 214408 h 455485"/>
                    <a:gd name="connsiteX21" fmla="*/ 96488 w 271843"/>
                    <a:gd name="connsiteY21" fmla="*/ 199739 h 455485"/>
                    <a:gd name="connsiteX22" fmla="*/ 88106 w 271843"/>
                    <a:gd name="connsiteY22" fmla="*/ 177165 h 455485"/>
                    <a:gd name="connsiteX23" fmla="*/ 85725 w 271843"/>
                    <a:gd name="connsiteY23" fmla="*/ 131350 h 455485"/>
                    <a:gd name="connsiteX24" fmla="*/ 98774 w 271843"/>
                    <a:gd name="connsiteY24" fmla="*/ 75724 h 455485"/>
                    <a:gd name="connsiteX25" fmla="*/ 155829 w 271843"/>
                    <a:gd name="connsiteY25" fmla="*/ 56483 h 455485"/>
                    <a:gd name="connsiteX26" fmla="*/ 190786 w 271843"/>
                    <a:gd name="connsiteY26" fmla="*/ 56483 h 455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71843" h="455485">
                      <a:moveTo>
                        <a:pt x="265557" y="95"/>
                      </a:moveTo>
                      <a:lnTo>
                        <a:pt x="149638" y="95"/>
                      </a:lnTo>
                      <a:cubicBezTo>
                        <a:pt x="54674" y="95"/>
                        <a:pt x="6477" y="45339"/>
                        <a:pt x="6477" y="134588"/>
                      </a:cubicBezTo>
                      <a:cubicBezTo>
                        <a:pt x="6477" y="149066"/>
                        <a:pt x="7620" y="176117"/>
                        <a:pt x="9716" y="189071"/>
                      </a:cubicBezTo>
                      <a:cubicBezTo>
                        <a:pt x="11811" y="202406"/>
                        <a:pt x="15907" y="214313"/>
                        <a:pt x="21908" y="224218"/>
                      </a:cubicBezTo>
                      <a:cubicBezTo>
                        <a:pt x="27813" y="234125"/>
                        <a:pt x="35624" y="242983"/>
                        <a:pt x="45244" y="250698"/>
                      </a:cubicBezTo>
                      <a:cubicBezTo>
                        <a:pt x="54293" y="257937"/>
                        <a:pt x="64961" y="263557"/>
                        <a:pt x="76867" y="267367"/>
                      </a:cubicBezTo>
                      <a:lnTo>
                        <a:pt x="3524" y="446818"/>
                      </a:lnTo>
                      <a:lnTo>
                        <a:pt x="0" y="455485"/>
                      </a:lnTo>
                      <a:lnTo>
                        <a:pt x="84392" y="455485"/>
                      </a:lnTo>
                      <a:lnTo>
                        <a:pt x="85916" y="451485"/>
                      </a:lnTo>
                      <a:lnTo>
                        <a:pt x="154686" y="276130"/>
                      </a:lnTo>
                      <a:lnTo>
                        <a:pt x="190691" y="276130"/>
                      </a:lnTo>
                      <a:lnTo>
                        <a:pt x="190691" y="455485"/>
                      </a:lnTo>
                      <a:lnTo>
                        <a:pt x="271844" y="455485"/>
                      </a:lnTo>
                      <a:lnTo>
                        <a:pt x="271844" y="0"/>
                      </a:lnTo>
                      <a:lnTo>
                        <a:pt x="265557" y="0"/>
                      </a:lnTo>
                      <a:close/>
                      <a:moveTo>
                        <a:pt x="190691" y="56578"/>
                      </a:moveTo>
                      <a:lnTo>
                        <a:pt x="190691" y="219646"/>
                      </a:lnTo>
                      <a:lnTo>
                        <a:pt x="151638" y="219646"/>
                      </a:lnTo>
                      <a:cubicBezTo>
                        <a:pt x="136970" y="219646"/>
                        <a:pt x="125159" y="217932"/>
                        <a:pt x="116491" y="214408"/>
                      </a:cubicBezTo>
                      <a:cubicBezTo>
                        <a:pt x="108014" y="210979"/>
                        <a:pt x="101251" y="206121"/>
                        <a:pt x="96488" y="199739"/>
                      </a:cubicBezTo>
                      <a:cubicBezTo>
                        <a:pt x="92583" y="193929"/>
                        <a:pt x="89630" y="186214"/>
                        <a:pt x="88106" y="177165"/>
                      </a:cubicBezTo>
                      <a:cubicBezTo>
                        <a:pt x="86392" y="167450"/>
                        <a:pt x="85725" y="142113"/>
                        <a:pt x="85725" y="131350"/>
                      </a:cubicBezTo>
                      <a:cubicBezTo>
                        <a:pt x="85725" y="107156"/>
                        <a:pt x="90107" y="88392"/>
                        <a:pt x="98774" y="75724"/>
                      </a:cubicBezTo>
                      <a:cubicBezTo>
                        <a:pt x="107442" y="62960"/>
                        <a:pt x="126683" y="56483"/>
                        <a:pt x="155829" y="56483"/>
                      </a:cubicBezTo>
                      <a:lnTo>
                        <a:pt x="190786" y="56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59" name="Полилиния: фигура 58">
                  <a:extLst>
                    <a:ext uri="{FF2B5EF4-FFF2-40B4-BE49-F238E27FC236}">
                      <a16:creationId xmlns:a16="http://schemas.microsoft.com/office/drawing/2014/main" id="{A242F764-C9A5-8BBB-931B-3EA2BAE0C4A8}"/>
                    </a:ext>
                  </a:extLst>
                </p:cNvPr>
                <p:cNvSpPr/>
                <p:nvPr/>
              </p:nvSpPr>
              <p:spPr>
                <a:xfrm>
                  <a:off x="14517578" y="3167598"/>
                  <a:ext cx="284607" cy="455485"/>
                </a:xfrm>
                <a:custGeom>
                  <a:avLst/>
                  <a:gdLst>
                    <a:gd name="connsiteX0" fmla="*/ 284607 w 284607"/>
                    <a:gd name="connsiteY0" fmla="*/ 1619 h 455485"/>
                    <a:gd name="connsiteX1" fmla="*/ 275177 w 284607"/>
                    <a:gd name="connsiteY1" fmla="*/ 1619 h 455485"/>
                    <a:gd name="connsiteX2" fmla="*/ 205930 w 284607"/>
                    <a:gd name="connsiteY2" fmla="*/ 1619 h 455485"/>
                    <a:gd name="connsiteX3" fmla="*/ 201740 w 284607"/>
                    <a:gd name="connsiteY3" fmla="*/ 1619 h 455485"/>
                    <a:gd name="connsiteX4" fmla="*/ 200120 w 284607"/>
                    <a:gd name="connsiteY4" fmla="*/ 5620 h 455485"/>
                    <a:gd name="connsiteX5" fmla="*/ 123063 w 284607"/>
                    <a:gd name="connsiteY5" fmla="*/ 194786 h 455485"/>
                    <a:gd name="connsiteX6" fmla="*/ 80486 w 284607"/>
                    <a:gd name="connsiteY6" fmla="*/ 194786 h 455485"/>
                    <a:gd name="connsiteX7" fmla="*/ 80486 w 284607"/>
                    <a:gd name="connsiteY7" fmla="*/ 6286 h 455485"/>
                    <a:gd name="connsiteX8" fmla="*/ 80486 w 284607"/>
                    <a:gd name="connsiteY8" fmla="*/ 0 h 455485"/>
                    <a:gd name="connsiteX9" fmla="*/ 74200 w 284607"/>
                    <a:gd name="connsiteY9" fmla="*/ 0 h 455485"/>
                    <a:gd name="connsiteX10" fmla="*/ 6287 w 284607"/>
                    <a:gd name="connsiteY10" fmla="*/ 0 h 455485"/>
                    <a:gd name="connsiteX11" fmla="*/ 0 w 284607"/>
                    <a:gd name="connsiteY11" fmla="*/ 0 h 455485"/>
                    <a:gd name="connsiteX12" fmla="*/ 0 w 284607"/>
                    <a:gd name="connsiteY12" fmla="*/ 6286 h 455485"/>
                    <a:gd name="connsiteX13" fmla="*/ 0 w 284607"/>
                    <a:gd name="connsiteY13" fmla="*/ 449199 h 455485"/>
                    <a:gd name="connsiteX14" fmla="*/ 0 w 284607"/>
                    <a:gd name="connsiteY14" fmla="*/ 455485 h 455485"/>
                    <a:gd name="connsiteX15" fmla="*/ 6287 w 284607"/>
                    <a:gd name="connsiteY15" fmla="*/ 455485 h 455485"/>
                    <a:gd name="connsiteX16" fmla="*/ 74200 w 284607"/>
                    <a:gd name="connsiteY16" fmla="*/ 455485 h 455485"/>
                    <a:gd name="connsiteX17" fmla="*/ 80486 w 284607"/>
                    <a:gd name="connsiteY17" fmla="*/ 455485 h 455485"/>
                    <a:gd name="connsiteX18" fmla="*/ 80486 w 284607"/>
                    <a:gd name="connsiteY18" fmla="*/ 449199 h 455485"/>
                    <a:gd name="connsiteX19" fmla="*/ 80486 w 284607"/>
                    <a:gd name="connsiteY19" fmla="*/ 251270 h 455485"/>
                    <a:gd name="connsiteX20" fmla="*/ 122492 w 284607"/>
                    <a:gd name="connsiteY20" fmla="*/ 251270 h 455485"/>
                    <a:gd name="connsiteX21" fmla="*/ 200120 w 284607"/>
                    <a:gd name="connsiteY21" fmla="*/ 451485 h 455485"/>
                    <a:gd name="connsiteX22" fmla="*/ 201740 w 284607"/>
                    <a:gd name="connsiteY22" fmla="*/ 455485 h 455485"/>
                    <a:gd name="connsiteX23" fmla="*/ 206026 w 284607"/>
                    <a:gd name="connsiteY23" fmla="*/ 455485 h 455485"/>
                    <a:gd name="connsiteX24" fmla="*/ 275272 w 284607"/>
                    <a:gd name="connsiteY24" fmla="*/ 455485 h 455485"/>
                    <a:gd name="connsiteX25" fmla="*/ 284512 w 284607"/>
                    <a:gd name="connsiteY25" fmla="*/ 455485 h 455485"/>
                    <a:gd name="connsiteX26" fmla="*/ 281178 w 284607"/>
                    <a:gd name="connsiteY26" fmla="*/ 446913 h 455485"/>
                    <a:gd name="connsiteX27" fmla="*/ 194310 w 284607"/>
                    <a:gd name="connsiteY27" fmla="*/ 223075 h 455485"/>
                    <a:gd name="connsiteX28" fmla="*/ 280988 w 284607"/>
                    <a:gd name="connsiteY28" fmla="*/ 10382 h 455485"/>
                    <a:gd name="connsiteX29" fmla="*/ 284607 w 284607"/>
                    <a:gd name="connsiteY29" fmla="*/ 1619 h 455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84607" h="455485">
                      <a:moveTo>
                        <a:pt x="284607" y="1619"/>
                      </a:moveTo>
                      <a:lnTo>
                        <a:pt x="275177" y="1619"/>
                      </a:lnTo>
                      <a:lnTo>
                        <a:pt x="205930" y="1619"/>
                      </a:lnTo>
                      <a:lnTo>
                        <a:pt x="201740" y="1619"/>
                      </a:lnTo>
                      <a:lnTo>
                        <a:pt x="200120" y="5620"/>
                      </a:lnTo>
                      <a:lnTo>
                        <a:pt x="123063" y="194786"/>
                      </a:lnTo>
                      <a:lnTo>
                        <a:pt x="80486" y="194786"/>
                      </a:lnTo>
                      <a:lnTo>
                        <a:pt x="80486" y="6286"/>
                      </a:lnTo>
                      <a:lnTo>
                        <a:pt x="80486" y="0"/>
                      </a:lnTo>
                      <a:lnTo>
                        <a:pt x="74200" y="0"/>
                      </a:lnTo>
                      <a:lnTo>
                        <a:pt x="6287" y="0"/>
                      </a:lnTo>
                      <a:lnTo>
                        <a:pt x="0" y="0"/>
                      </a:lnTo>
                      <a:lnTo>
                        <a:pt x="0" y="6286"/>
                      </a:lnTo>
                      <a:lnTo>
                        <a:pt x="0" y="449199"/>
                      </a:lnTo>
                      <a:lnTo>
                        <a:pt x="0" y="455485"/>
                      </a:lnTo>
                      <a:lnTo>
                        <a:pt x="6287" y="455485"/>
                      </a:lnTo>
                      <a:lnTo>
                        <a:pt x="74200" y="455485"/>
                      </a:lnTo>
                      <a:lnTo>
                        <a:pt x="80486" y="455485"/>
                      </a:lnTo>
                      <a:lnTo>
                        <a:pt x="80486" y="449199"/>
                      </a:lnTo>
                      <a:lnTo>
                        <a:pt x="80486" y="251270"/>
                      </a:lnTo>
                      <a:lnTo>
                        <a:pt x="122492" y="251270"/>
                      </a:lnTo>
                      <a:lnTo>
                        <a:pt x="200120" y="451485"/>
                      </a:lnTo>
                      <a:lnTo>
                        <a:pt x="201740" y="455485"/>
                      </a:lnTo>
                      <a:lnTo>
                        <a:pt x="206026" y="455485"/>
                      </a:lnTo>
                      <a:lnTo>
                        <a:pt x="275272" y="455485"/>
                      </a:lnTo>
                      <a:lnTo>
                        <a:pt x="284512" y="455485"/>
                      </a:lnTo>
                      <a:lnTo>
                        <a:pt x="281178" y="446913"/>
                      </a:lnTo>
                      <a:lnTo>
                        <a:pt x="194310" y="223075"/>
                      </a:lnTo>
                      <a:lnTo>
                        <a:pt x="280988" y="10382"/>
                      </a:lnTo>
                      <a:lnTo>
                        <a:pt x="284607" y="161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60" name="Полилиния: фигура 59">
                  <a:extLst>
                    <a:ext uri="{FF2B5EF4-FFF2-40B4-BE49-F238E27FC236}">
                      <a16:creationId xmlns:a16="http://schemas.microsoft.com/office/drawing/2014/main" id="{C8F796C4-31BA-B527-BC14-1D486BF868B7}"/>
                    </a:ext>
                  </a:extLst>
                </p:cNvPr>
                <p:cNvSpPr/>
                <p:nvPr/>
              </p:nvSpPr>
              <p:spPr>
                <a:xfrm>
                  <a:off x="16486681" y="3167598"/>
                  <a:ext cx="298989" cy="455485"/>
                </a:xfrm>
                <a:custGeom>
                  <a:avLst/>
                  <a:gdLst>
                    <a:gd name="connsiteX0" fmla="*/ 184880 w 298989"/>
                    <a:gd name="connsiteY0" fmla="*/ 0 h 455485"/>
                    <a:gd name="connsiteX1" fmla="*/ 180022 w 298989"/>
                    <a:gd name="connsiteY1" fmla="*/ 0 h 455485"/>
                    <a:gd name="connsiteX2" fmla="*/ 178784 w 298989"/>
                    <a:gd name="connsiteY2" fmla="*/ 4667 h 455485"/>
                    <a:gd name="connsiteX3" fmla="*/ 89249 w 298989"/>
                    <a:gd name="connsiteY3" fmla="*/ 345186 h 455485"/>
                    <a:gd name="connsiteX4" fmla="*/ 83725 w 298989"/>
                    <a:gd name="connsiteY4" fmla="*/ 376714 h 455485"/>
                    <a:gd name="connsiteX5" fmla="*/ 80486 w 298989"/>
                    <a:gd name="connsiteY5" fmla="*/ 376714 h 455485"/>
                    <a:gd name="connsiteX6" fmla="*/ 80486 w 298989"/>
                    <a:gd name="connsiteY6" fmla="*/ 6286 h 455485"/>
                    <a:gd name="connsiteX7" fmla="*/ 80486 w 298989"/>
                    <a:gd name="connsiteY7" fmla="*/ 0 h 455485"/>
                    <a:gd name="connsiteX8" fmla="*/ 74200 w 298989"/>
                    <a:gd name="connsiteY8" fmla="*/ 0 h 455485"/>
                    <a:gd name="connsiteX9" fmla="*/ 6287 w 298989"/>
                    <a:gd name="connsiteY9" fmla="*/ 0 h 455485"/>
                    <a:gd name="connsiteX10" fmla="*/ 0 w 298989"/>
                    <a:gd name="connsiteY10" fmla="*/ 0 h 455485"/>
                    <a:gd name="connsiteX11" fmla="*/ 0 w 298989"/>
                    <a:gd name="connsiteY11" fmla="*/ 6286 h 455485"/>
                    <a:gd name="connsiteX12" fmla="*/ 0 w 298989"/>
                    <a:gd name="connsiteY12" fmla="*/ 449199 h 455485"/>
                    <a:gd name="connsiteX13" fmla="*/ 0 w 298989"/>
                    <a:gd name="connsiteY13" fmla="*/ 455485 h 455485"/>
                    <a:gd name="connsiteX14" fmla="*/ 6287 w 298989"/>
                    <a:gd name="connsiteY14" fmla="*/ 455485 h 455485"/>
                    <a:gd name="connsiteX15" fmla="*/ 119348 w 298989"/>
                    <a:gd name="connsiteY15" fmla="*/ 455485 h 455485"/>
                    <a:gd name="connsiteX16" fmla="*/ 124206 w 298989"/>
                    <a:gd name="connsiteY16" fmla="*/ 455485 h 455485"/>
                    <a:gd name="connsiteX17" fmla="*/ 125444 w 298989"/>
                    <a:gd name="connsiteY17" fmla="*/ 450818 h 455485"/>
                    <a:gd name="connsiteX18" fmla="*/ 209931 w 298989"/>
                    <a:gd name="connsiteY18" fmla="*/ 131445 h 455485"/>
                    <a:gd name="connsiteX19" fmla="*/ 215265 w 298989"/>
                    <a:gd name="connsiteY19" fmla="*/ 100775 h 455485"/>
                    <a:gd name="connsiteX20" fmla="*/ 218504 w 298989"/>
                    <a:gd name="connsiteY20" fmla="*/ 100775 h 455485"/>
                    <a:gd name="connsiteX21" fmla="*/ 218504 w 298989"/>
                    <a:gd name="connsiteY21" fmla="*/ 449199 h 455485"/>
                    <a:gd name="connsiteX22" fmla="*/ 218504 w 298989"/>
                    <a:gd name="connsiteY22" fmla="*/ 455485 h 455485"/>
                    <a:gd name="connsiteX23" fmla="*/ 224790 w 298989"/>
                    <a:gd name="connsiteY23" fmla="*/ 455485 h 455485"/>
                    <a:gd name="connsiteX24" fmla="*/ 292703 w 298989"/>
                    <a:gd name="connsiteY24" fmla="*/ 455485 h 455485"/>
                    <a:gd name="connsiteX25" fmla="*/ 298990 w 298989"/>
                    <a:gd name="connsiteY25" fmla="*/ 455485 h 455485"/>
                    <a:gd name="connsiteX26" fmla="*/ 298990 w 298989"/>
                    <a:gd name="connsiteY26" fmla="*/ 449199 h 455485"/>
                    <a:gd name="connsiteX27" fmla="*/ 298990 w 298989"/>
                    <a:gd name="connsiteY27" fmla="*/ 6286 h 455485"/>
                    <a:gd name="connsiteX28" fmla="*/ 298990 w 298989"/>
                    <a:gd name="connsiteY28" fmla="*/ 0 h 455485"/>
                    <a:gd name="connsiteX29" fmla="*/ 292703 w 298989"/>
                    <a:gd name="connsiteY29" fmla="*/ 0 h 455485"/>
                    <a:gd name="connsiteX30" fmla="*/ 184880 w 298989"/>
                    <a:gd name="connsiteY30" fmla="*/ 0 h 455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98989" h="455485">
                      <a:moveTo>
                        <a:pt x="184880" y="0"/>
                      </a:moveTo>
                      <a:lnTo>
                        <a:pt x="180022" y="0"/>
                      </a:lnTo>
                      <a:lnTo>
                        <a:pt x="178784" y="4667"/>
                      </a:lnTo>
                      <a:lnTo>
                        <a:pt x="89249" y="345186"/>
                      </a:lnTo>
                      <a:lnTo>
                        <a:pt x="83725" y="376714"/>
                      </a:lnTo>
                      <a:lnTo>
                        <a:pt x="80486" y="376714"/>
                      </a:lnTo>
                      <a:lnTo>
                        <a:pt x="80486" y="6286"/>
                      </a:lnTo>
                      <a:lnTo>
                        <a:pt x="80486" y="0"/>
                      </a:lnTo>
                      <a:lnTo>
                        <a:pt x="74200" y="0"/>
                      </a:lnTo>
                      <a:lnTo>
                        <a:pt x="6287" y="0"/>
                      </a:lnTo>
                      <a:lnTo>
                        <a:pt x="0" y="0"/>
                      </a:lnTo>
                      <a:lnTo>
                        <a:pt x="0" y="6286"/>
                      </a:lnTo>
                      <a:lnTo>
                        <a:pt x="0" y="449199"/>
                      </a:lnTo>
                      <a:lnTo>
                        <a:pt x="0" y="455485"/>
                      </a:lnTo>
                      <a:lnTo>
                        <a:pt x="6287" y="455485"/>
                      </a:lnTo>
                      <a:lnTo>
                        <a:pt x="119348" y="455485"/>
                      </a:lnTo>
                      <a:lnTo>
                        <a:pt x="124206" y="455485"/>
                      </a:lnTo>
                      <a:lnTo>
                        <a:pt x="125444" y="450818"/>
                      </a:lnTo>
                      <a:lnTo>
                        <a:pt x="209931" y="131445"/>
                      </a:lnTo>
                      <a:lnTo>
                        <a:pt x="215265" y="100775"/>
                      </a:lnTo>
                      <a:lnTo>
                        <a:pt x="218504" y="100775"/>
                      </a:lnTo>
                      <a:lnTo>
                        <a:pt x="218504" y="449199"/>
                      </a:lnTo>
                      <a:lnTo>
                        <a:pt x="218504" y="455485"/>
                      </a:lnTo>
                      <a:lnTo>
                        <a:pt x="224790" y="455485"/>
                      </a:lnTo>
                      <a:lnTo>
                        <a:pt x="292703" y="455485"/>
                      </a:lnTo>
                      <a:lnTo>
                        <a:pt x="298990" y="455485"/>
                      </a:lnTo>
                      <a:lnTo>
                        <a:pt x="298990" y="449199"/>
                      </a:lnTo>
                      <a:lnTo>
                        <a:pt x="298990" y="6286"/>
                      </a:lnTo>
                      <a:lnTo>
                        <a:pt x="298990" y="0"/>
                      </a:lnTo>
                      <a:lnTo>
                        <a:pt x="292703" y="0"/>
                      </a:lnTo>
                      <a:lnTo>
                        <a:pt x="18488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63" name="Полилиния: фигура 62">
                  <a:extLst>
                    <a:ext uri="{FF2B5EF4-FFF2-40B4-BE49-F238E27FC236}">
                      <a16:creationId xmlns:a16="http://schemas.microsoft.com/office/drawing/2014/main" id="{D72585FD-5165-8096-0969-F8C9B6DD7F76}"/>
                    </a:ext>
                  </a:extLst>
                </p:cNvPr>
                <p:cNvSpPr/>
                <p:nvPr/>
              </p:nvSpPr>
              <p:spPr>
                <a:xfrm>
                  <a:off x="15627336" y="3167598"/>
                  <a:ext cx="242125" cy="455485"/>
                </a:xfrm>
                <a:custGeom>
                  <a:avLst/>
                  <a:gdLst>
                    <a:gd name="connsiteX0" fmla="*/ 6382 w 242125"/>
                    <a:gd name="connsiteY0" fmla="*/ 0 h 455485"/>
                    <a:gd name="connsiteX1" fmla="*/ 0 w 242125"/>
                    <a:gd name="connsiteY1" fmla="*/ 0 h 455485"/>
                    <a:gd name="connsiteX2" fmla="*/ 0 w 242125"/>
                    <a:gd name="connsiteY2" fmla="*/ 6286 h 455485"/>
                    <a:gd name="connsiteX3" fmla="*/ 0 w 242125"/>
                    <a:gd name="connsiteY3" fmla="*/ 449199 h 455485"/>
                    <a:gd name="connsiteX4" fmla="*/ 0 w 242125"/>
                    <a:gd name="connsiteY4" fmla="*/ 455485 h 455485"/>
                    <a:gd name="connsiteX5" fmla="*/ 6382 w 242125"/>
                    <a:gd name="connsiteY5" fmla="*/ 455485 h 455485"/>
                    <a:gd name="connsiteX6" fmla="*/ 235839 w 242125"/>
                    <a:gd name="connsiteY6" fmla="*/ 455485 h 455485"/>
                    <a:gd name="connsiteX7" fmla="*/ 242125 w 242125"/>
                    <a:gd name="connsiteY7" fmla="*/ 455485 h 455485"/>
                    <a:gd name="connsiteX8" fmla="*/ 242125 w 242125"/>
                    <a:gd name="connsiteY8" fmla="*/ 449199 h 455485"/>
                    <a:gd name="connsiteX9" fmla="*/ 242125 w 242125"/>
                    <a:gd name="connsiteY9" fmla="*/ 405289 h 455485"/>
                    <a:gd name="connsiteX10" fmla="*/ 242125 w 242125"/>
                    <a:gd name="connsiteY10" fmla="*/ 399002 h 455485"/>
                    <a:gd name="connsiteX11" fmla="*/ 235839 w 242125"/>
                    <a:gd name="connsiteY11" fmla="*/ 399002 h 455485"/>
                    <a:gd name="connsiteX12" fmla="*/ 80581 w 242125"/>
                    <a:gd name="connsiteY12" fmla="*/ 399002 h 455485"/>
                    <a:gd name="connsiteX13" fmla="*/ 80581 w 242125"/>
                    <a:gd name="connsiteY13" fmla="*/ 251270 h 455485"/>
                    <a:gd name="connsiteX14" fmla="*/ 215265 w 242125"/>
                    <a:gd name="connsiteY14" fmla="*/ 251270 h 455485"/>
                    <a:gd name="connsiteX15" fmla="*/ 221551 w 242125"/>
                    <a:gd name="connsiteY15" fmla="*/ 251270 h 455485"/>
                    <a:gd name="connsiteX16" fmla="*/ 221551 w 242125"/>
                    <a:gd name="connsiteY16" fmla="*/ 244983 h 455485"/>
                    <a:gd name="connsiteX17" fmla="*/ 221551 w 242125"/>
                    <a:gd name="connsiteY17" fmla="*/ 201073 h 455485"/>
                    <a:gd name="connsiteX18" fmla="*/ 221551 w 242125"/>
                    <a:gd name="connsiteY18" fmla="*/ 194786 h 455485"/>
                    <a:gd name="connsiteX19" fmla="*/ 215265 w 242125"/>
                    <a:gd name="connsiteY19" fmla="*/ 194786 h 455485"/>
                    <a:gd name="connsiteX20" fmla="*/ 80581 w 242125"/>
                    <a:gd name="connsiteY20" fmla="*/ 194786 h 455485"/>
                    <a:gd name="connsiteX21" fmla="*/ 80581 w 242125"/>
                    <a:gd name="connsiteY21" fmla="*/ 56483 h 455485"/>
                    <a:gd name="connsiteX22" fmla="*/ 235839 w 242125"/>
                    <a:gd name="connsiteY22" fmla="*/ 56483 h 455485"/>
                    <a:gd name="connsiteX23" fmla="*/ 242125 w 242125"/>
                    <a:gd name="connsiteY23" fmla="*/ 56483 h 455485"/>
                    <a:gd name="connsiteX24" fmla="*/ 242125 w 242125"/>
                    <a:gd name="connsiteY24" fmla="*/ 50197 h 455485"/>
                    <a:gd name="connsiteX25" fmla="*/ 242125 w 242125"/>
                    <a:gd name="connsiteY25" fmla="*/ 6286 h 455485"/>
                    <a:gd name="connsiteX26" fmla="*/ 242125 w 242125"/>
                    <a:gd name="connsiteY26" fmla="*/ 0 h 455485"/>
                    <a:gd name="connsiteX27" fmla="*/ 235839 w 242125"/>
                    <a:gd name="connsiteY27" fmla="*/ 0 h 455485"/>
                    <a:gd name="connsiteX28" fmla="*/ 6382 w 242125"/>
                    <a:gd name="connsiteY28" fmla="*/ 0 h 455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42125" h="455485">
                      <a:moveTo>
                        <a:pt x="6382" y="0"/>
                      </a:moveTo>
                      <a:lnTo>
                        <a:pt x="0" y="0"/>
                      </a:lnTo>
                      <a:lnTo>
                        <a:pt x="0" y="6286"/>
                      </a:lnTo>
                      <a:lnTo>
                        <a:pt x="0" y="449199"/>
                      </a:lnTo>
                      <a:lnTo>
                        <a:pt x="0" y="455485"/>
                      </a:lnTo>
                      <a:lnTo>
                        <a:pt x="6382" y="455485"/>
                      </a:lnTo>
                      <a:lnTo>
                        <a:pt x="235839" y="455485"/>
                      </a:lnTo>
                      <a:lnTo>
                        <a:pt x="242125" y="455485"/>
                      </a:lnTo>
                      <a:lnTo>
                        <a:pt x="242125" y="449199"/>
                      </a:lnTo>
                      <a:lnTo>
                        <a:pt x="242125" y="405289"/>
                      </a:lnTo>
                      <a:lnTo>
                        <a:pt x="242125" y="399002"/>
                      </a:lnTo>
                      <a:lnTo>
                        <a:pt x="235839" y="399002"/>
                      </a:lnTo>
                      <a:lnTo>
                        <a:pt x="80581" y="399002"/>
                      </a:lnTo>
                      <a:lnTo>
                        <a:pt x="80581" y="251270"/>
                      </a:lnTo>
                      <a:lnTo>
                        <a:pt x="215265" y="251270"/>
                      </a:lnTo>
                      <a:lnTo>
                        <a:pt x="221551" y="251270"/>
                      </a:lnTo>
                      <a:lnTo>
                        <a:pt x="221551" y="244983"/>
                      </a:lnTo>
                      <a:lnTo>
                        <a:pt x="221551" y="201073"/>
                      </a:lnTo>
                      <a:lnTo>
                        <a:pt x="221551" y="194786"/>
                      </a:lnTo>
                      <a:lnTo>
                        <a:pt x="215265" y="194786"/>
                      </a:lnTo>
                      <a:lnTo>
                        <a:pt x="80581" y="194786"/>
                      </a:lnTo>
                      <a:lnTo>
                        <a:pt x="80581" y="56483"/>
                      </a:lnTo>
                      <a:lnTo>
                        <a:pt x="235839" y="56483"/>
                      </a:lnTo>
                      <a:lnTo>
                        <a:pt x="242125" y="56483"/>
                      </a:lnTo>
                      <a:lnTo>
                        <a:pt x="242125" y="50197"/>
                      </a:lnTo>
                      <a:lnTo>
                        <a:pt x="242125" y="6286"/>
                      </a:lnTo>
                      <a:lnTo>
                        <a:pt x="242125" y="0"/>
                      </a:lnTo>
                      <a:lnTo>
                        <a:pt x="235839" y="0"/>
                      </a:lnTo>
                      <a:lnTo>
                        <a:pt x="6382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66" name="Полилиния: фигура 65">
                  <a:extLst>
                    <a:ext uri="{FF2B5EF4-FFF2-40B4-BE49-F238E27FC236}">
                      <a16:creationId xmlns:a16="http://schemas.microsoft.com/office/drawing/2014/main" id="{B8D30257-A66F-F7F1-BDBF-304FBA1E0399}"/>
                    </a:ext>
                  </a:extLst>
                </p:cNvPr>
                <p:cNvSpPr/>
                <p:nvPr/>
              </p:nvSpPr>
              <p:spPr>
                <a:xfrm>
                  <a:off x="15185947" y="3167502"/>
                  <a:ext cx="362426" cy="455485"/>
                </a:xfrm>
                <a:custGeom>
                  <a:avLst/>
                  <a:gdLst>
                    <a:gd name="connsiteX0" fmla="*/ 314706 w 362426"/>
                    <a:gd name="connsiteY0" fmla="*/ 403669 h 455485"/>
                    <a:gd name="connsiteX1" fmla="*/ 314706 w 362426"/>
                    <a:gd name="connsiteY1" fmla="*/ 0 h 455485"/>
                    <a:gd name="connsiteX2" fmla="*/ 82963 w 362426"/>
                    <a:gd name="connsiteY2" fmla="*/ 0 h 455485"/>
                    <a:gd name="connsiteX3" fmla="*/ 82963 w 362426"/>
                    <a:gd name="connsiteY3" fmla="*/ 48863 h 455485"/>
                    <a:gd name="connsiteX4" fmla="*/ 46672 w 362426"/>
                    <a:gd name="connsiteY4" fmla="*/ 403574 h 455485"/>
                    <a:gd name="connsiteX5" fmla="*/ 0 w 362426"/>
                    <a:gd name="connsiteY5" fmla="*/ 403574 h 455485"/>
                    <a:gd name="connsiteX6" fmla="*/ 0 w 362426"/>
                    <a:gd name="connsiteY6" fmla="*/ 455486 h 455485"/>
                    <a:gd name="connsiteX7" fmla="*/ 362426 w 362426"/>
                    <a:gd name="connsiteY7" fmla="*/ 455486 h 455485"/>
                    <a:gd name="connsiteX8" fmla="*/ 362426 w 362426"/>
                    <a:gd name="connsiteY8" fmla="*/ 403574 h 455485"/>
                    <a:gd name="connsiteX9" fmla="*/ 314706 w 362426"/>
                    <a:gd name="connsiteY9" fmla="*/ 403574 h 455485"/>
                    <a:gd name="connsiteX10" fmla="*/ 234220 w 362426"/>
                    <a:gd name="connsiteY10" fmla="*/ 50864 h 455485"/>
                    <a:gd name="connsiteX11" fmla="*/ 234220 w 362426"/>
                    <a:gd name="connsiteY11" fmla="*/ 403669 h 455485"/>
                    <a:gd name="connsiteX12" fmla="*/ 117348 w 362426"/>
                    <a:gd name="connsiteY12" fmla="*/ 403669 h 455485"/>
                    <a:gd name="connsiteX13" fmla="*/ 158305 w 362426"/>
                    <a:gd name="connsiteY13" fmla="*/ 50864 h 455485"/>
                    <a:gd name="connsiteX14" fmla="*/ 234220 w 362426"/>
                    <a:gd name="connsiteY14" fmla="*/ 50864 h 455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62426" h="455485">
                      <a:moveTo>
                        <a:pt x="314706" y="403669"/>
                      </a:moveTo>
                      <a:lnTo>
                        <a:pt x="314706" y="0"/>
                      </a:lnTo>
                      <a:lnTo>
                        <a:pt x="82963" y="0"/>
                      </a:lnTo>
                      <a:lnTo>
                        <a:pt x="82963" y="48863"/>
                      </a:lnTo>
                      <a:cubicBezTo>
                        <a:pt x="81820" y="134779"/>
                        <a:pt x="76771" y="264986"/>
                        <a:pt x="46672" y="403574"/>
                      </a:cubicBezTo>
                      <a:lnTo>
                        <a:pt x="0" y="403574"/>
                      </a:lnTo>
                      <a:lnTo>
                        <a:pt x="0" y="455486"/>
                      </a:lnTo>
                      <a:lnTo>
                        <a:pt x="362426" y="455486"/>
                      </a:lnTo>
                      <a:lnTo>
                        <a:pt x="362426" y="403574"/>
                      </a:lnTo>
                      <a:lnTo>
                        <a:pt x="314706" y="403574"/>
                      </a:lnTo>
                      <a:close/>
                      <a:moveTo>
                        <a:pt x="234220" y="50864"/>
                      </a:moveTo>
                      <a:lnTo>
                        <a:pt x="234220" y="403669"/>
                      </a:lnTo>
                      <a:lnTo>
                        <a:pt x="117348" y="403669"/>
                      </a:lnTo>
                      <a:cubicBezTo>
                        <a:pt x="143351" y="308324"/>
                        <a:pt x="157067" y="189643"/>
                        <a:pt x="158305" y="50864"/>
                      </a:cubicBezTo>
                      <a:lnTo>
                        <a:pt x="234220" y="5086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112" name="Полилиния: фигура 111">
                  <a:extLst>
                    <a:ext uri="{FF2B5EF4-FFF2-40B4-BE49-F238E27FC236}">
                      <a16:creationId xmlns:a16="http://schemas.microsoft.com/office/drawing/2014/main" id="{C159B86A-3B4C-A33F-E574-483EF0E37ACA}"/>
                    </a:ext>
                  </a:extLst>
                </p:cNvPr>
                <p:cNvSpPr/>
                <p:nvPr/>
              </p:nvSpPr>
              <p:spPr>
                <a:xfrm>
                  <a:off x="15966997" y="3167598"/>
                  <a:ext cx="395382" cy="455485"/>
                </a:xfrm>
                <a:custGeom>
                  <a:avLst/>
                  <a:gdLst>
                    <a:gd name="connsiteX0" fmla="*/ 263747 w 395382"/>
                    <a:gd name="connsiteY0" fmla="*/ 0 h 455485"/>
                    <a:gd name="connsiteX1" fmla="*/ 258699 w 395382"/>
                    <a:gd name="connsiteY1" fmla="*/ 0 h 455485"/>
                    <a:gd name="connsiteX2" fmla="*/ 257651 w 395382"/>
                    <a:gd name="connsiteY2" fmla="*/ 4953 h 455485"/>
                    <a:gd name="connsiteX3" fmla="*/ 201644 w 395382"/>
                    <a:gd name="connsiteY3" fmla="*/ 273558 h 455485"/>
                    <a:gd name="connsiteX4" fmla="*/ 201549 w 395382"/>
                    <a:gd name="connsiteY4" fmla="*/ 273939 h 455485"/>
                    <a:gd name="connsiteX5" fmla="*/ 201549 w 395382"/>
                    <a:gd name="connsiteY5" fmla="*/ 274320 h 455485"/>
                    <a:gd name="connsiteX6" fmla="*/ 198406 w 395382"/>
                    <a:gd name="connsiteY6" fmla="*/ 311658 h 455485"/>
                    <a:gd name="connsiteX7" fmla="*/ 195072 w 395382"/>
                    <a:gd name="connsiteY7" fmla="*/ 311658 h 455485"/>
                    <a:gd name="connsiteX8" fmla="*/ 191929 w 395382"/>
                    <a:gd name="connsiteY8" fmla="*/ 274892 h 455485"/>
                    <a:gd name="connsiteX9" fmla="*/ 191833 w 395382"/>
                    <a:gd name="connsiteY9" fmla="*/ 274510 h 455485"/>
                    <a:gd name="connsiteX10" fmla="*/ 191738 w 395382"/>
                    <a:gd name="connsiteY10" fmla="*/ 274130 h 455485"/>
                    <a:gd name="connsiteX11" fmla="*/ 135826 w 395382"/>
                    <a:gd name="connsiteY11" fmla="*/ 4953 h 455485"/>
                    <a:gd name="connsiteX12" fmla="*/ 134779 w 395382"/>
                    <a:gd name="connsiteY12" fmla="*/ 0 h 455485"/>
                    <a:gd name="connsiteX13" fmla="*/ 129730 w 395382"/>
                    <a:gd name="connsiteY13" fmla="*/ 0 h 455485"/>
                    <a:gd name="connsiteX14" fmla="*/ 6287 w 395382"/>
                    <a:gd name="connsiteY14" fmla="*/ 0 h 455485"/>
                    <a:gd name="connsiteX15" fmla="*/ 0 w 395382"/>
                    <a:gd name="connsiteY15" fmla="*/ 0 h 455485"/>
                    <a:gd name="connsiteX16" fmla="*/ 0 w 395382"/>
                    <a:gd name="connsiteY16" fmla="*/ 6286 h 455485"/>
                    <a:gd name="connsiteX17" fmla="*/ 0 w 395382"/>
                    <a:gd name="connsiteY17" fmla="*/ 449199 h 455485"/>
                    <a:gd name="connsiteX18" fmla="*/ 0 w 395382"/>
                    <a:gd name="connsiteY18" fmla="*/ 455485 h 455485"/>
                    <a:gd name="connsiteX19" fmla="*/ 6287 w 395382"/>
                    <a:gd name="connsiteY19" fmla="*/ 455485 h 455485"/>
                    <a:gd name="connsiteX20" fmla="*/ 74200 w 395382"/>
                    <a:gd name="connsiteY20" fmla="*/ 455485 h 455485"/>
                    <a:gd name="connsiteX21" fmla="*/ 80486 w 395382"/>
                    <a:gd name="connsiteY21" fmla="*/ 455485 h 455485"/>
                    <a:gd name="connsiteX22" fmla="*/ 80486 w 395382"/>
                    <a:gd name="connsiteY22" fmla="*/ 449199 h 455485"/>
                    <a:gd name="connsiteX23" fmla="*/ 80486 w 395382"/>
                    <a:gd name="connsiteY23" fmla="*/ 79819 h 455485"/>
                    <a:gd name="connsiteX24" fmla="*/ 83820 w 395382"/>
                    <a:gd name="connsiteY24" fmla="*/ 79819 h 455485"/>
                    <a:gd name="connsiteX25" fmla="*/ 90583 w 395382"/>
                    <a:gd name="connsiteY25" fmla="*/ 120110 h 455485"/>
                    <a:gd name="connsiteX26" fmla="*/ 158305 w 395382"/>
                    <a:gd name="connsiteY26" fmla="*/ 402622 h 455485"/>
                    <a:gd name="connsiteX27" fmla="*/ 159448 w 395382"/>
                    <a:gd name="connsiteY27" fmla="*/ 407480 h 455485"/>
                    <a:gd name="connsiteX28" fmla="*/ 164497 w 395382"/>
                    <a:gd name="connsiteY28" fmla="*/ 407480 h 455485"/>
                    <a:gd name="connsiteX29" fmla="*/ 229076 w 395382"/>
                    <a:gd name="connsiteY29" fmla="*/ 407480 h 455485"/>
                    <a:gd name="connsiteX30" fmla="*/ 233934 w 395382"/>
                    <a:gd name="connsiteY30" fmla="*/ 407480 h 455485"/>
                    <a:gd name="connsiteX31" fmla="*/ 235172 w 395382"/>
                    <a:gd name="connsiteY31" fmla="*/ 402717 h 455485"/>
                    <a:gd name="connsiteX32" fmla="*/ 303657 w 395382"/>
                    <a:gd name="connsiteY32" fmla="*/ 121920 h 455485"/>
                    <a:gd name="connsiteX33" fmla="*/ 311658 w 395382"/>
                    <a:gd name="connsiteY33" fmla="*/ 70294 h 455485"/>
                    <a:gd name="connsiteX34" fmla="*/ 314896 w 395382"/>
                    <a:gd name="connsiteY34" fmla="*/ 70294 h 455485"/>
                    <a:gd name="connsiteX35" fmla="*/ 314896 w 395382"/>
                    <a:gd name="connsiteY35" fmla="*/ 449199 h 455485"/>
                    <a:gd name="connsiteX36" fmla="*/ 314896 w 395382"/>
                    <a:gd name="connsiteY36" fmla="*/ 455485 h 455485"/>
                    <a:gd name="connsiteX37" fmla="*/ 321183 w 395382"/>
                    <a:gd name="connsiteY37" fmla="*/ 455485 h 455485"/>
                    <a:gd name="connsiteX38" fmla="*/ 389096 w 395382"/>
                    <a:gd name="connsiteY38" fmla="*/ 455485 h 455485"/>
                    <a:gd name="connsiteX39" fmla="*/ 395383 w 395382"/>
                    <a:gd name="connsiteY39" fmla="*/ 455485 h 455485"/>
                    <a:gd name="connsiteX40" fmla="*/ 395383 w 395382"/>
                    <a:gd name="connsiteY40" fmla="*/ 449199 h 455485"/>
                    <a:gd name="connsiteX41" fmla="*/ 395383 w 395382"/>
                    <a:gd name="connsiteY41" fmla="*/ 6286 h 455485"/>
                    <a:gd name="connsiteX42" fmla="*/ 395383 w 395382"/>
                    <a:gd name="connsiteY42" fmla="*/ 0 h 455485"/>
                    <a:gd name="connsiteX43" fmla="*/ 389096 w 395382"/>
                    <a:gd name="connsiteY43" fmla="*/ 0 h 455485"/>
                    <a:gd name="connsiteX44" fmla="*/ 263747 w 395382"/>
                    <a:gd name="connsiteY44" fmla="*/ 0 h 455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</a:cxnLst>
                  <a:rect l="l" t="t" r="r" b="b"/>
                  <a:pathLst>
                    <a:path w="395382" h="455485">
                      <a:moveTo>
                        <a:pt x="263747" y="0"/>
                      </a:moveTo>
                      <a:lnTo>
                        <a:pt x="258699" y="0"/>
                      </a:lnTo>
                      <a:lnTo>
                        <a:pt x="257651" y="4953"/>
                      </a:lnTo>
                      <a:lnTo>
                        <a:pt x="201644" y="273558"/>
                      </a:lnTo>
                      <a:lnTo>
                        <a:pt x="201549" y="273939"/>
                      </a:lnTo>
                      <a:lnTo>
                        <a:pt x="201549" y="274320"/>
                      </a:lnTo>
                      <a:lnTo>
                        <a:pt x="198406" y="311658"/>
                      </a:lnTo>
                      <a:lnTo>
                        <a:pt x="195072" y="311658"/>
                      </a:lnTo>
                      <a:lnTo>
                        <a:pt x="191929" y="274892"/>
                      </a:lnTo>
                      <a:lnTo>
                        <a:pt x="191833" y="274510"/>
                      </a:lnTo>
                      <a:lnTo>
                        <a:pt x="191738" y="274130"/>
                      </a:lnTo>
                      <a:lnTo>
                        <a:pt x="135826" y="4953"/>
                      </a:lnTo>
                      <a:lnTo>
                        <a:pt x="134779" y="0"/>
                      </a:lnTo>
                      <a:lnTo>
                        <a:pt x="129730" y="0"/>
                      </a:lnTo>
                      <a:lnTo>
                        <a:pt x="6287" y="0"/>
                      </a:lnTo>
                      <a:lnTo>
                        <a:pt x="0" y="0"/>
                      </a:lnTo>
                      <a:lnTo>
                        <a:pt x="0" y="6286"/>
                      </a:lnTo>
                      <a:lnTo>
                        <a:pt x="0" y="449199"/>
                      </a:lnTo>
                      <a:lnTo>
                        <a:pt x="0" y="455485"/>
                      </a:lnTo>
                      <a:lnTo>
                        <a:pt x="6287" y="455485"/>
                      </a:lnTo>
                      <a:lnTo>
                        <a:pt x="74200" y="455485"/>
                      </a:lnTo>
                      <a:lnTo>
                        <a:pt x="80486" y="455485"/>
                      </a:lnTo>
                      <a:lnTo>
                        <a:pt x="80486" y="449199"/>
                      </a:lnTo>
                      <a:lnTo>
                        <a:pt x="80486" y="79819"/>
                      </a:lnTo>
                      <a:lnTo>
                        <a:pt x="83820" y="79819"/>
                      </a:lnTo>
                      <a:lnTo>
                        <a:pt x="90583" y="120110"/>
                      </a:lnTo>
                      <a:lnTo>
                        <a:pt x="158305" y="402622"/>
                      </a:lnTo>
                      <a:lnTo>
                        <a:pt x="159448" y="407480"/>
                      </a:lnTo>
                      <a:lnTo>
                        <a:pt x="164497" y="407480"/>
                      </a:lnTo>
                      <a:lnTo>
                        <a:pt x="229076" y="407480"/>
                      </a:lnTo>
                      <a:lnTo>
                        <a:pt x="233934" y="407480"/>
                      </a:lnTo>
                      <a:lnTo>
                        <a:pt x="235172" y="402717"/>
                      </a:lnTo>
                      <a:lnTo>
                        <a:pt x="303657" y="121920"/>
                      </a:lnTo>
                      <a:lnTo>
                        <a:pt x="311658" y="70294"/>
                      </a:lnTo>
                      <a:lnTo>
                        <a:pt x="314896" y="70294"/>
                      </a:lnTo>
                      <a:lnTo>
                        <a:pt x="314896" y="449199"/>
                      </a:lnTo>
                      <a:lnTo>
                        <a:pt x="314896" y="455485"/>
                      </a:lnTo>
                      <a:lnTo>
                        <a:pt x="321183" y="455485"/>
                      </a:lnTo>
                      <a:lnTo>
                        <a:pt x="389096" y="455485"/>
                      </a:lnTo>
                      <a:lnTo>
                        <a:pt x="395383" y="455485"/>
                      </a:lnTo>
                      <a:lnTo>
                        <a:pt x="395383" y="449199"/>
                      </a:lnTo>
                      <a:lnTo>
                        <a:pt x="395383" y="6286"/>
                      </a:lnTo>
                      <a:lnTo>
                        <a:pt x="395383" y="0"/>
                      </a:lnTo>
                      <a:lnTo>
                        <a:pt x="389096" y="0"/>
                      </a:lnTo>
                      <a:lnTo>
                        <a:pt x="263747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113" name="Полилиния: фигура 112">
                  <a:extLst>
                    <a:ext uri="{FF2B5EF4-FFF2-40B4-BE49-F238E27FC236}">
                      <a16:creationId xmlns:a16="http://schemas.microsoft.com/office/drawing/2014/main" id="{86BE9C22-8DC9-E4D7-E4F1-F8769B139621}"/>
                    </a:ext>
                  </a:extLst>
                </p:cNvPr>
                <p:cNvSpPr/>
                <p:nvPr/>
              </p:nvSpPr>
              <p:spPr>
                <a:xfrm>
                  <a:off x="14841523" y="3169217"/>
                  <a:ext cx="318230" cy="453866"/>
                </a:xfrm>
                <a:custGeom>
                  <a:avLst/>
                  <a:gdLst>
                    <a:gd name="connsiteX0" fmla="*/ 210312 w 318230"/>
                    <a:gd name="connsiteY0" fmla="*/ 4858 h 453866"/>
                    <a:gd name="connsiteX1" fmla="*/ 209169 w 318230"/>
                    <a:gd name="connsiteY1" fmla="*/ 0 h 453866"/>
                    <a:gd name="connsiteX2" fmla="*/ 109061 w 318230"/>
                    <a:gd name="connsiteY2" fmla="*/ 0 h 453866"/>
                    <a:gd name="connsiteX3" fmla="*/ 107918 w 318230"/>
                    <a:gd name="connsiteY3" fmla="*/ 4858 h 453866"/>
                    <a:gd name="connsiteX4" fmla="*/ 1905 w 318230"/>
                    <a:gd name="connsiteY4" fmla="*/ 446056 h 453866"/>
                    <a:gd name="connsiteX5" fmla="*/ 0 w 318230"/>
                    <a:gd name="connsiteY5" fmla="*/ 453866 h 453866"/>
                    <a:gd name="connsiteX6" fmla="*/ 75438 w 318230"/>
                    <a:gd name="connsiteY6" fmla="*/ 453866 h 453866"/>
                    <a:gd name="connsiteX7" fmla="*/ 76581 w 318230"/>
                    <a:gd name="connsiteY7" fmla="*/ 449009 h 453866"/>
                    <a:gd name="connsiteX8" fmla="*/ 102108 w 318230"/>
                    <a:gd name="connsiteY8" fmla="*/ 342805 h 453866"/>
                    <a:gd name="connsiteX9" fmla="*/ 216122 w 318230"/>
                    <a:gd name="connsiteY9" fmla="*/ 342805 h 453866"/>
                    <a:gd name="connsiteX10" fmla="*/ 241649 w 318230"/>
                    <a:gd name="connsiteY10" fmla="*/ 449009 h 453866"/>
                    <a:gd name="connsiteX11" fmla="*/ 242792 w 318230"/>
                    <a:gd name="connsiteY11" fmla="*/ 453866 h 453866"/>
                    <a:gd name="connsiteX12" fmla="*/ 318230 w 318230"/>
                    <a:gd name="connsiteY12" fmla="*/ 453866 h 453866"/>
                    <a:gd name="connsiteX13" fmla="*/ 316325 w 318230"/>
                    <a:gd name="connsiteY13" fmla="*/ 446056 h 453866"/>
                    <a:gd name="connsiteX14" fmla="*/ 210312 w 318230"/>
                    <a:gd name="connsiteY14" fmla="*/ 4858 h 453866"/>
                    <a:gd name="connsiteX15" fmla="*/ 154972 w 318230"/>
                    <a:gd name="connsiteY15" fmla="*/ 105823 h 453866"/>
                    <a:gd name="connsiteX16" fmla="*/ 157448 w 318230"/>
                    <a:gd name="connsiteY16" fmla="*/ 86392 h 453866"/>
                    <a:gd name="connsiteX17" fmla="*/ 160877 w 318230"/>
                    <a:gd name="connsiteY17" fmla="*/ 86392 h 453866"/>
                    <a:gd name="connsiteX18" fmla="*/ 163735 w 318230"/>
                    <a:gd name="connsiteY18" fmla="*/ 105156 h 453866"/>
                    <a:gd name="connsiteX19" fmla="*/ 203930 w 318230"/>
                    <a:gd name="connsiteY19" fmla="*/ 291941 h 453866"/>
                    <a:gd name="connsiteX20" fmla="*/ 114300 w 318230"/>
                    <a:gd name="connsiteY20" fmla="*/ 291941 h 453866"/>
                    <a:gd name="connsiteX21" fmla="*/ 154972 w 318230"/>
                    <a:gd name="connsiteY21" fmla="*/ 105823 h 453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18230" h="453866">
                      <a:moveTo>
                        <a:pt x="210312" y="4858"/>
                      </a:moveTo>
                      <a:lnTo>
                        <a:pt x="209169" y="0"/>
                      </a:lnTo>
                      <a:lnTo>
                        <a:pt x="109061" y="0"/>
                      </a:lnTo>
                      <a:lnTo>
                        <a:pt x="107918" y="4858"/>
                      </a:lnTo>
                      <a:lnTo>
                        <a:pt x="1905" y="446056"/>
                      </a:lnTo>
                      <a:lnTo>
                        <a:pt x="0" y="453866"/>
                      </a:lnTo>
                      <a:lnTo>
                        <a:pt x="75438" y="453866"/>
                      </a:lnTo>
                      <a:lnTo>
                        <a:pt x="76581" y="449009"/>
                      </a:lnTo>
                      <a:lnTo>
                        <a:pt x="102108" y="342805"/>
                      </a:lnTo>
                      <a:lnTo>
                        <a:pt x="216122" y="342805"/>
                      </a:lnTo>
                      <a:lnTo>
                        <a:pt x="241649" y="449009"/>
                      </a:lnTo>
                      <a:lnTo>
                        <a:pt x="242792" y="453866"/>
                      </a:lnTo>
                      <a:lnTo>
                        <a:pt x="318230" y="453866"/>
                      </a:lnTo>
                      <a:lnTo>
                        <a:pt x="316325" y="446056"/>
                      </a:lnTo>
                      <a:lnTo>
                        <a:pt x="210312" y="4858"/>
                      </a:lnTo>
                      <a:close/>
                      <a:moveTo>
                        <a:pt x="154972" y="105823"/>
                      </a:moveTo>
                      <a:lnTo>
                        <a:pt x="157448" y="86392"/>
                      </a:lnTo>
                      <a:lnTo>
                        <a:pt x="160877" y="86392"/>
                      </a:lnTo>
                      <a:lnTo>
                        <a:pt x="163735" y="105156"/>
                      </a:lnTo>
                      <a:lnTo>
                        <a:pt x="203930" y="291941"/>
                      </a:lnTo>
                      <a:lnTo>
                        <a:pt x="114300" y="291941"/>
                      </a:lnTo>
                      <a:lnTo>
                        <a:pt x="154972" y="10582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114" name="Полилиния: фигура 113">
                  <a:extLst>
                    <a:ext uri="{FF2B5EF4-FFF2-40B4-BE49-F238E27FC236}">
                      <a16:creationId xmlns:a16="http://schemas.microsoft.com/office/drawing/2014/main" id="{E62AF21C-9397-96C3-B627-11E2308EF5EB}"/>
                    </a:ext>
                  </a:extLst>
                </p:cNvPr>
                <p:cNvSpPr/>
                <p:nvPr/>
              </p:nvSpPr>
              <p:spPr>
                <a:xfrm>
                  <a:off x="14130958" y="3169217"/>
                  <a:ext cx="318230" cy="453866"/>
                </a:xfrm>
                <a:custGeom>
                  <a:avLst/>
                  <a:gdLst>
                    <a:gd name="connsiteX0" fmla="*/ 210312 w 318230"/>
                    <a:gd name="connsiteY0" fmla="*/ 4858 h 453866"/>
                    <a:gd name="connsiteX1" fmla="*/ 209169 w 318230"/>
                    <a:gd name="connsiteY1" fmla="*/ 0 h 453866"/>
                    <a:gd name="connsiteX2" fmla="*/ 109061 w 318230"/>
                    <a:gd name="connsiteY2" fmla="*/ 0 h 453866"/>
                    <a:gd name="connsiteX3" fmla="*/ 107918 w 318230"/>
                    <a:gd name="connsiteY3" fmla="*/ 4858 h 453866"/>
                    <a:gd name="connsiteX4" fmla="*/ 1905 w 318230"/>
                    <a:gd name="connsiteY4" fmla="*/ 446056 h 453866"/>
                    <a:gd name="connsiteX5" fmla="*/ 0 w 318230"/>
                    <a:gd name="connsiteY5" fmla="*/ 453866 h 453866"/>
                    <a:gd name="connsiteX6" fmla="*/ 75438 w 318230"/>
                    <a:gd name="connsiteY6" fmla="*/ 453866 h 453866"/>
                    <a:gd name="connsiteX7" fmla="*/ 76581 w 318230"/>
                    <a:gd name="connsiteY7" fmla="*/ 449009 h 453866"/>
                    <a:gd name="connsiteX8" fmla="*/ 102108 w 318230"/>
                    <a:gd name="connsiteY8" fmla="*/ 342805 h 453866"/>
                    <a:gd name="connsiteX9" fmla="*/ 216122 w 318230"/>
                    <a:gd name="connsiteY9" fmla="*/ 342805 h 453866"/>
                    <a:gd name="connsiteX10" fmla="*/ 241649 w 318230"/>
                    <a:gd name="connsiteY10" fmla="*/ 449009 h 453866"/>
                    <a:gd name="connsiteX11" fmla="*/ 242792 w 318230"/>
                    <a:gd name="connsiteY11" fmla="*/ 453866 h 453866"/>
                    <a:gd name="connsiteX12" fmla="*/ 318230 w 318230"/>
                    <a:gd name="connsiteY12" fmla="*/ 453866 h 453866"/>
                    <a:gd name="connsiteX13" fmla="*/ 316325 w 318230"/>
                    <a:gd name="connsiteY13" fmla="*/ 446056 h 453866"/>
                    <a:gd name="connsiteX14" fmla="*/ 210312 w 318230"/>
                    <a:gd name="connsiteY14" fmla="*/ 4858 h 453866"/>
                    <a:gd name="connsiteX15" fmla="*/ 154972 w 318230"/>
                    <a:gd name="connsiteY15" fmla="*/ 105823 h 453866"/>
                    <a:gd name="connsiteX16" fmla="*/ 157448 w 318230"/>
                    <a:gd name="connsiteY16" fmla="*/ 86392 h 453866"/>
                    <a:gd name="connsiteX17" fmla="*/ 160877 w 318230"/>
                    <a:gd name="connsiteY17" fmla="*/ 86392 h 453866"/>
                    <a:gd name="connsiteX18" fmla="*/ 163735 w 318230"/>
                    <a:gd name="connsiteY18" fmla="*/ 105156 h 453866"/>
                    <a:gd name="connsiteX19" fmla="*/ 203930 w 318230"/>
                    <a:gd name="connsiteY19" fmla="*/ 291941 h 453866"/>
                    <a:gd name="connsiteX20" fmla="*/ 114300 w 318230"/>
                    <a:gd name="connsiteY20" fmla="*/ 291941 h 453866"/>
                    <a:gd name="connsiteX21" fmla="*/ 154972 w 318230"/>
                    <a:gd name="connsiteY21" fmla="*/ 105823 h 453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18230" h="453866">
                      <a:moveTo>
                        <a:pt x="210312" y="4858"/>
                      </a:moveTo>
                      <a:lnTo>
                        <a:pt x="209169" y="0"/>
                      </a:lnTo>
                      <a:lnTo>
                        <a:pt x="109061" y="0"/>
                      </a:lnTo>
                      <a:lnTo>
                        <a:pt x="107918" y="4858"/>
                      </a:lnTo>
                      <a:lnTo>
                        <a:pt x="1905" y="446056"/>
                      </a:lnTo>
                      <a:lnTo>
                        <a:pt x="0" y="453866"/>
                      </a:lnTo>
                      <a:lnTo>
                        <a:pt x="75438" y="453866"/>
                      </a:lnTo>
                      <a:lnTo>
                        <a:pt x="76581" y="449009"/>
                      </a:lnTo>
                      <a:lnTo>
                        <a:pt x="102108" y="342805"/>
                      </a:lnTo>
                      <a:lnTo>
                        <a:pt x="216122" y="342805"/>
                      </a:lnTo>
                      <a:lnTo>
                        <a:pt x="241649" y="449009"/>
                      </a:lnTo>
                      <a:lnTo>
                        <a:pt x="242792" y="453866"/>
                      </a:lnTo>
                      <a:lnTo>
                        <a:pt x="318230" y="453866"/>
                      </a:lnTo>
                      <a:lnTo>
                        <a:pt x="316325" y="446056"/>
                      </a:lnTo>
                      <a:lnTo>
                        <a:pt x="210312" y="4858"/>
                      </a:lnTo>
                      <a:close/>
                      <a:moveTo>
                        <a:pt x="154972" y="105823"/>
                      </a:moveTo>
                      <a:lnTo>
                        <a:pt x="157448" y="86392"/>
                      </a:lnTo>
                      <a:lnTo>
                        <a:pt x="160877" y="86392"/>
                      </a:lnTo>
                      <a:lnTo>
                        <a:pt x="163735" y="105156"/>
                      </a:lnTo>
                      <a:lnTo>
                        <a:pt x="203930" y="291941"/>
                      </a:lnTo>
                      <a:lnTo>
                        <a:pt x="114300" y="291941"/>
                      </a:lnTo>
                      <a:lnTo>
                        <a:pt x="154972" y="10582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</p:grpSp>
          <p:grpSp>
            <p:nvGrpSpPr>
              <p:cNvPr id="44" name="Рисунок 6">
                <a:extLst>
                  <a:ext uri="{FF2B5EF4-FFF2-40B4-BE49-F238E27FC236}">
                    <a16:creationId xmlns:a16="http://schemas.microsoft.com/office/drawing/2014/main" id="{45DFD584-84EF-B928-73B5-176D1AAE1C94}"/>
                  </a:ext>
                </a:extLst>
              </p:cNvPr>
              <p:cNvGrpSpPr/>
              <p:nvPr/>
            </p:nvGrpSpPr>
            <p:grpSpPr>
              <a:xfrm>
                <a:off x="14141055" y="2812315"/>
                <a:ext cx="3009423" cy="210883"/>
                <a:chOff x="14141055" y="2812315"/>
                <a:chExt cx="3009423" cy="210883"/>
              </a:xfrm>
              <a:grpFill/>
            </p:grpSpPr>
            <p:sp>
              <p:nvSpPr>
                <p:cNvPr id="45" name="Полилиния: фигура 44">
                  <a:extLst>
                    <a:ext uri="{FF2B5EF4-FFF2-40B4-BE49-F238E27FC236}">
                      <a16:creationId xmlns:a16="http://schemas.microsoft.com/office/drawing/2014/main" id="{1DEEEEF8-46E1-095C-9CF6-62AC941805FE}"/>
                    </a:ext>
                  </a:extLst>
                </p:cNvPr>
                <p:cNvSpPr/>
                <p:nvPr/>
              </p:nvSpPr>
              <p:spPr>
                <a:xfrm>
                  <a:off x="14141055" y="2816602"/>
                  <a:ext cx="184880" cy="202787"/>
                </a:xfrm>
                <a:custGeom>
                  <a:avLst/>
                  <a:gdLst>
                    <a:gd name="connsiteX0" fmla="*/ 184880 w 184880"/>
                    <a:gd name="connsiteY0" fmla="*/ 0 h 202787"/>
                    <a:gd name="connsiteX1" fmla="*/ 184880 w 184880"/>
                    <a:gd name="connsiteY1" fmla="*/ 202787 h 202787"/>
                    <a:gd name="connsiteX2" fmla="*/ 138208 w 184880"/>
                    <a:gd name="connsiteY2" fmla="*/ 202787 h 202787"/>
                    <a:gd name="connsiteX3" fmla="*/ 138208 w 184880"/>
                    <a:gd name="connsiteY3" fmla="*/ 38195 h 202787"/>
                    <a:gd name="connsiteX4" fmla="*/ 46672 w 184880"/>
                    <a:gd name="connsiteY4" fmla="*/ 38195 h 202787"/>
                    <a:gd name="connsiteX5" fmla="*/ 46672 w 184880"/>
                    <a:gd name="connsiteY5" fmla="*/ 202787 h 202787"/>
                    <a:gd name="connsiteX6" fmla="*/ 0 w 184880"/>
                    <a:gd name="connsiteY6" fmla="*/ 202787 h 202787"/>
                    <a:gd name="connsiteX7" fmla="*/ 0 w 184880"/>
                    <a:gd name="connsiteY7" fmla="*/ 0 h 202787"/>
                    <a:gd name="connsiteX8" fmla="*/ 184880 w 184880"/>
                    <a:gd name="connsiteY8" fmla="*/ 0 h 20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4880" h="202787">
                      <a:moveTo>
                        <a:pt x="184880" y="0"/>
                      </a:moveTo>
                      <a:lnTo>
                        <a:pt x="184880" y="202787"/>
                      </a:lnTo>
                      <a:lnTo>
                        <a:pt x="138208" y="202787"/>
                      </a:lnTo>
                      <a:lnTo>
                        <a:pt x="138208" y="38195"/>
                      </a:lnTo>
                      <a:lnTo>
                        <a:pt x="46672" y="38195"/>
                      </a:lnTo>
                      <a:lnTo>
                        <a:pt x="46672" y="202787"/>
                      </a:lnTo>
                      <a:lnTo>
                        <a:pt x="0" y="202787"/>
                      </a:lnTo>
                      <a:lnTo>
                        <a:pt x="0" y="0"/>
                      </a:lnTo>
                      <a:lnTo>
                        <a:pt x="18488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46" name="Полилиния: фигура 45">
                  <a:extLst>
                    <a:ext uri="{FF2B5EF4-FFF2-40B4-BE49-F238E27FC236}">
                      <a16:creationId xmlns:a16="http://schemas.microsoft.com/office/drawing/2014/main" id="{57407933-4B2A-2409-A4DE-90989407BA8D}"/>
                    </a:ext>
                  </a:extLst>
                </p:cNvPr>
                <p:cNvSpPr/>
                <p:nvPr/>
              </p:nvSpPr>
              <p:spPr>
                <a:xfrm>
                  <a:off x="14400992" y="2816697"/>
                  <a:ext cx="175926" cy="202787"/>
                </a:xfrm>
                <a:custGeom>
                  <a:avLst/>
                  <a:gdLst>
                    <a:gd name="connsiteX0" fmla="*/ 134588 w 175926"/>
                    <a:gd name="connsiteY0" fmla="*/ 8858 h 202787"/>
                    <a:gd name="connsiteX1" fmla="*/ 165163 w 175926"/>
                    <a:gd name="connsiteY1" fmla="*/ 34385 h 202787"/>
                    <a:gd name="connsiteX2" fmla="*/ 175927 w 175926"/>
                    <a:gd name="connsiteY2" fmla="*/ 73533 h 202787"/>
                    <a:gd name="connsiteX3" fmla="*/ 165163 w 175926"/>
                    <a:gd name="connsiteY3" fmla="*/ 112490 h 202787"/>
                    <a:gd name="connsiteX4" fmla="*/ 134588 w 175926"/>
                    <a:gd name="connsiteY4" fmla="*/ 138017 h 202787"/>
                    <a:gd name="connsiteX5" fmla="*/ 87820 w 175926"/>
                    <a:gd name="connsiteY5" fmla="*/ 146876 h 202787"/>
                    <a:gd name="connsiteX6" fmla="*/ 46958 w 175926"/>
                    <a:gd name="connsiteY6" fmla="*/ 146876 h 202787"/>
                    <a:gd name="connsiteX7" fmla="*/ 46958 w 175926"/>
                    <a:gd name="connsiteY7" fmla="*/ 202787 h 202787"/>
                    <a:gd name="connsiteX8" fmla="*/ 0 w 175926"/>
                    <a:gd name="connsiteY8" fmla="*/ 202787 h 202787"/>
                    <a:gd name="connsiteX9" fmla="*/ 0 w 175926"/>
                    <a:gd name="connsiteY9" fmla="*/ 0 h 202787"/>
                    <a:gd name="connsiteX10" fmla="*/ 87820 w 175926"/>
                    <a:gd name="connsiteY10" fmla="*/ 0 h 202787"/>
                    <a:gd name="connsiteX11" fmla="*/ 134588 w 175926"/>
                    <a:gd name="connsiteY11" fmla="*/ 8954 h 202787"/>
                    <a:gd name="connsiteX12" fmla="*/ 117348 w 175926"/>
                    <a:gd name="connsiteY12" fmla="*/ 99441 h 202787"/>
                    <a:gd name="connsiteX13" fmla="*/ 128397 w 175926"/>
                    <a:gd name="connsiteY13" fmla="*/ 73533 h 202787"/>
                    <a:gd name="connsiteX14" fmla="*/ 117348 w 175926"/>
                    <a:gd name="connsiteY14" fmla="*/ 47339 h 202787"/>
                    <a:gd name="connsiteX15" fmla="*/ 85153 w 175926"/>
                    <a:gd name="connsiteY15" fmla="*/ 38195 h 202787"/>
                    <a:gd name="connsiteX16" fmla="*/ 46863 w 175926"/>
                    <a:gd name="connsiteY16" fmla="*/ 38195 h 202787"/>
                    <a:gd name="connsiteX17" fmla="*/ 46863 w 175926"/>
                    <a:gd name="connsiteY17" fmla="*/ 108585 h 202787"/>
                    <a:gd name="connsiteX18" fmla="*/ 85153 w 175926"/>
                    <a:gd name="connsiteY18" fmla="*/ 108585 h 202787"/>
                    <a:gd name="connsiteX19" fmla="*/ 117348 w 175926"/>
                    <a:gd name="connsiteY19" fmla="*/ 99441 h 20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75926" h="202787">
                      <a:moveTo>
                        <a:pt x="134588" y="8858"/>
                      </a:moveTo>
                      <a:cubicBezTo>
                        <a:pt x="147828" y="14859"/>
                        <a:pt x="158020" y="23336"/>
                        <a:pt x="165163" y="34385"/>
                      </a:cubicBezTo>
                      <a:cubicBezTo>
                        <a:pt x="172307" y="45434"/>
                        <a:pt x="175927" y="58483"/>
                        <a:pt x="175927" y="73533"/>
                      </a:cubicBezTo>
                      <a:cubicBezTo>
                        <a:pt x="175927" y="88583"/>
                        <a:pt x="172307" y="101441"/>
                        <a:pt x="165163" y="112490"/>
                      </a:cubicBezTo>
                      <a:cubicBezTo>
                        <a:pt x="158020" y="123635"/>
                        <a:pt x="147828" y="132112"/>
                        <a:pt x="134588" y="138017"/>
                      </a:cubicBezTo>
                      <a:cubicBezTo>
                        <a:pt x="121348" y="143923"/>
                        <a:pt x="105727" y="146876"/>
                        <a:pt x="87820" y="146876"/>
                      </a:cubicBezTo>
                      <a:lnTo>
                        <a:pt x="46958" y="146876"/>
                      </a:lnTo>
                      <a:lnTo>
                        <a:pt x="46958" y="202787"/>
                      </a:lnTo>
                      <a:lnTo>
                        <a:pt x="0" y="202787"/>
                      </a:lnTo>
                      <a:lnTo>
                        <a:pt x="0" y="0"/>
                      </a:lnTo>
                      <a:lnTo>
                        <a:pt x="87820" y="0"/>
                      </a:lnTo>
                      <a:cubicBezTo>
                        <a:pt x="105823" y="0"/>
                        <a:pt x="121348" y="2953"/>
                        <a:pt x="134588" y="8954"/>
                      </a:cubicBezTo>
                      <a:close/>
                      <a:moveTo>
                        <a:pt x="117348" y="99441"/>
                      </a:moveTo>
                      <a:cubicBezTo>
                        <a:pt x="124682" y="93345"/>
                        <a:pt x="128397" y="84677"/>
                        <a:pt x="128397" y="73533"/>
                      </a:cubicBezTo>
                      <a:cubicBezTo>
                        <a:pt x="128397" y="62389"/>
                        <a:pt x="124682" y="53435"/>
                        <a:pt x="117348" y="47339"/>
                      </a:cubicBezTo>
                      <a:cubicBezTo>
                        <a:pt x="110014" y="41243"/>
                        <a:pt x="99250" y="38195"/>
                        <a:pt x="85153" y="38195"/>
                      </a:cubicBezTo>
                      <a:lnTo>
                        <a:pt x="46863" y="38195"/>
                      </a:lnTo>
                      <a:lnTo>
                        <a:pt x="46863" y="108585"/>
                      </a:lnTo>
                      <a:lnTo>
                        <a:pt x="85153" y="108585"/>
                      </a:lnTo>
                      <a:cubicBezTo>
                        <a:pt x="99250" y="108585"/>
                        <a:pt x="110014" y="105537"/>
                        <a:pt x="117348" y="994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47" name="Полилиния: фигура 46">
                  <a:extLst>
                    <a:ext uri="{FF2B5EF4-FFF2-40B4-BE49-F238E27FC236}">
                      <a16:creationId xmlns:a16="http://schemas.microsoft.com/office/drawing/2014/main" id="{7C5CBCB5-C885-6486-650D-60D761367E30}"/>
                    </a:ext>
                  </a:extLst>
                </p:cNvPr>
                <p:cNvSpPr/>
                <p:nvPr/>
              </p:nvSpPr>
              <p:spPr>
                <a:xfrm>
                  <a:off x="14632449" y="2816602"/>
                  <a:ext cx="157067" cy="202787"/>
                </a:xfrm>
                <a:custGeom>
                  <a:avLst/>
                  <a:gdLst>
                    <a:gd name="connsiteX0" fmla="*/ 157067 w 157067"/>
                    <a:gd name="connsiteY0" fmla="*/ 165163 h 202787"/>
                    <a:gd name="connsiteX1" fmla="*/ 157067 w 157067"/>
                    <a:gd name="connsiteY1" fmla="*/ 202787 h 202787"/>
                    <a:gd name="connsiteX2" fmla="*/ 0 w 157067"/>
                    <a:gd name="connsiteY2" fmla="*/ 202787 h 202787"/>
                    <a:gd name="connsiteX3" fmla="*/ 0 w 157067"/>
                    <a:gd name="connsiteY3" fmla="*/ 0 h 202787"/>
                    <a:gd name="connsiteX4" fmla="*/ 153257 w 157067"/>
                    <a:gd name="connsiteY4" fmla="*/ 0 h 202787"/>
                    <a:gd name="connsiteX5" fmla="*/ 153257 w 157067"/>
                    <a:gd name="connsiteY5" fmla="*/ 37624 h 202787"/>
                    <a:gd name="connsiteX6" fmla="*/ 46673 w 157067"/>
                    <a:gd name="connsiteY6" fmla="*/ 37624 h 202787"/>
                    <a:gd name="connsiteX7" fmla="*/ 46673 w 157067"/>
                    <a:gd name="connsiteY7" fmla="*/ 81629 h 202787"/>
                    <a:gd name="connsiteX8" fmla="*/ 140875 w 157067"/>
                    <a:gd name="connsiteY8" fmla="*/ 81629 h 202787"/>
                    <a:gd name="connsiteX9" fmla="*/ 140875 w 157067"/>
                    <a:gd name="connsiteY9" fmla="*/ 118110 h 202787"/>
                    <a:gd name="connsiteX10" fmla="*/ 46673 w 157067"/>
                    <a:gd name="connsiteY10" fmla="*/ 118110 h 202787"/>
                    <a:gd name="connsiteX11" fmla="*/ 46673 w 157067"/>
                    <a:gd name="connsiteY11" fmla="*/ 165068 h 202787"/>
                    <a:gd name="connsiteX12" fmla="*/ 157067 w 157067"/>
                    <a:gd name="connsiteY12" fmla="*/ 165068 h 20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57067" h="202787">
                      <a:moveTo>
                        <a:pt x="157067" y="165163"/>
                      </a:moveTo>
                      <a:lnTo>
                        <a:pt x="157067" y="202787"/>
                      </a:lnTo>
                      <a:lnTo>
                        <a:pt x="0" y="202787"/>
                      </a:lnTo>
                      <a:lnTo>
                        <a:pt x="0" y="0"/>
                      </a:lnTo>
                      <a:lnTo>
                        <a:pt x="153257" y="0"/>
                      </a:lnTo>
                      <a:lnTo>
                        <a:pt x="153257" y="37624"/>
                      </a:lnTo>
                      <a:lnTo>
                        <a:pt x="46673" y="37624"/>
                      </a:lnTo>
                      <a:lnTo>
                        <a:pt x="46673" y="81629"/>
                      </a:lnTo>
                      <a:lnTo>
                        <a:pt x="140875" y="81629"/>
                      </a:lnTo>
                      <a:lnTo>
                        <a:pt x="140875" y="118110"/>
                      </a:lnTo>
                      <a:lnTo>
                        <a:pt x="46673" y="118110"/>
                      </a:lnTo>
                      <a:lnTo>
                        <a:pt x="46673" y="165068"/>
                      </a:lnTo>
                      <a:lnTo>
                        <a:pt x="157067" y="16506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48" name="Полилиния: фигура 47">
                  <a:extLst>
                    <a:ext uri="{FF2B5EF4-FFF2-40B4-BE49-F238E27FC236}">
                      <a16:creationId xmlns:a16="http://schemas.microsoft.com/office/drawing/2014/main" id="{A55EFA1A-8B60-1404-6FC8-327B94C53FD9}"/>
                    </a:ext>
                  </a:extLst>
                </p:cNvPr>
                <p:cNvSpPr/>
                <p:nvPr/>
              </p:nvSpPr>
              <p:spPr>
                <a:xfrm>
                  <a:off x="14833903" y="2812315"/>
                  <a:ext cx="171259" cy="210597"/>
                </a:xfrm>
                <a:custGeom>
                  <a:avLst/>
                  <a:gdLst>
                    <a:gd name="connsiteX0" fmla="*/ 161258 w 171259"/>
                    <a:gd name="connsiteY0" fmla="*/ 120301 h 210597"/>
                    <a:gd name="connsiteX1" fmla="*/ 171260 w 171259"/>
                    <a:gd name="connsiteY1" fmla="*/ 150304 h 210597"/>
                    <a:gd name="connsiteX2" fmla="*/ 159068 w 171259"/>
                    <a:gd name="connsiteY2" fmla="*/ 182499 h 210597"/>
                    <a:gd name="connsiteX3" fmla="*/ 126206 w 171259"/>
                    <a:gd name="connsiteY3" fmla="*/ 203359 h 210597"/>
                    <a:gd name="connsiteX4" fmla="*/ 80867 w 171259"/>
                    <a:gd name="connsiteY4" fmla="*/ 210598 h 210597"/>
                    <a:gd name="connsiteX5" fmla="*/ 39243 w 171259"/>
                    <a:gd name="connsiteY5" fmla="*/ 205359 h 210597"/>
                    <a:gd name="connsiteX6" fmla="*/ 0 w 171259"/>
                    <a:gd name="connsiteY6" fmla="*/ 189452 h 210597"/>
                    <a:gd name="connsiteX7" fmla="*/ 14478 w 171259"/>
                    <a:gd name="connsiteY7" fmla="*/ 155829 h 210597"/>
                    <a:gd name="connsiteX8" fmla="*/ 43910 w 171259"/>
                    <a:gd name="connsiteY8" fmla="*/ 168116 h 210597"/>
                    <a:gd name="connsiteX9" fmla="*/ 75343 w 171259"/>
                    <a:gd name="connsiteY9" fmla="*/ 172307 h 210597"/>
                    <a:gd name="connsiteX10" fmla="*/ 109919 w 171259"/>
                    <a:gd name="connsiteY10" fmla="*/ 164783 h 210597"/>
                    <a:gd name="connsiteX11" fmla="*/ 123730 w 171259"/>
                    <a:gd name="connsiteY11" fmla="*/ 143637 h 210597"/>
                    <a:gd name="connsiteX12" fmla="*/ 114300 w 171259"/>
                    <a:gd name="connsiteY12" fmla="*/ 126587 h 210597"/>
                    <a:gd name="connsiteX13" fmla="*/ 88678 w 171259"/>
                    <a:gd name="connsiteY13" fmla="*/ 120777 h 210597"/>
                    <a:gd name="connsiteX14" fmla="*/ 39148 w 171259"/>
                    <a:gd name="connsiteY14" fmla="*/ 120777 h 210597"/>
                    <a:gd name="connsiteX15" fmla="*/ 39148 w 171259"/>
                    <a:gd name="connsiteY15" fmla="*/ 85439 h 210597"/>
                    <a:gd name="connsiteX16" fmla="*/ 85249 w 171259"/>
                    <a:gd name="connsiteY16" fmla="*/ 85439 h 210597"/>
                    <a:gd name="connsiteX17" fmla="*/ 107442 w 171259"/>
                    <a:gd name="connsiteY17" fmla="*/ 79629 h 210597"/>
                    <a:gd name="connsiteX18" fmla="*/ 115443 w 171259"/>
                    <a:gd name="connsiteY18" fmla="*/ 63722 h 210597"/>
                    <a:gd name="connsiteX19" fmla="*/ 104013 w 171259"/>
                    <a:gd name="connsiteY19" fmla="*/ 45148 h 210597"/>
                    <a:gd name="connsiteX20" fmla="*/ 74581 w 171259"/>
                    <a:gd name="connsiteY20" fmla="*/ 38481 h 210597"/>
                    <a:gd name="connsiteX21" fmla="*/ 47054 w 171259"/>
                    <a:gd name="connsiteY21" fmla="*/ 42100 h 210597"/>
                    <a:gd name="connsiteX22" fmla="*/ 20098 w 171259"/>
                    <a:gd name="connsiteY22" fmla="*/ 52959 h 210597"/>
                    <a:gd name="connsiteX23" fmla="*/ 5906 w 171259"/>
                    <a:gd name="connsiteY23" fmla="*/ 16478 h 210597"/>
                    <a:gd name="connsiteX24" fmla="*/ 75438 w 171259"/>
                    <a:gd name="connsiteY24" fmla="*/ 0 h 210597"/>
                    <a:gd name="connsiteX25" fmla="*/ 119158 w 171259"/>
                    <a:gd name="connsiteY25" fmla="*/ 6953 h 210597"/>
                    <a:gd name="connsiteX26" fmla="*/ 151067 w 171259"/>
                    <a:gd name="connsiteY26" fmla="*/ 27242 h 210597"/>
                    <a:gd name="connsiteX27" fmla="*/ 162973 w 171259"/>
                    <a:gd name="connsiteY27" fmla="*/ 58293 h 210597"/>
                    <a:gd name="connsiteX28" fmla="*/ 155162 w 171259"/>
                    <a:gd name="connsiteY28" fmla="*/ 84106 h 210597"/>
                    <a:gd name="connsiteX29" fmla="*/ 133731 w 171259"/>
                    <a:gd name="connsiteY29" fmla="*/ 101537 h 210597"/>
                    <a:gd name="connsiteX30" fmla="*/ 161449 w 171259"/>
                    <a:gd name="connsiteY30" fmla="*/ 120491 h 210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171259" h="210597">
                      <a:moveTo>
                        <a:pt x="161258" y="120301"/>
                      </a:moveTo>
                      <a:cubicBezTo>
                        <a:pt x="167926" y="128873"/>
                        <a:pt x="171260" y="138875"/>
                        <a:pt x="171260" y="150304"/>
                      </a:cubicBezTo>
                      <a:cubicBezTo>
                        <a:pt x="171260" y="162687"/>
                        <a:pt x="167164" y="173355"/>
                        <a:pt x="159068" y="182499"/>
                      </a:cubicBezTo>
                      <a:cubicBezTo>
                        <a:pt x="150971" y="191548"/>
                        <a:pt x="140018" y="198501"/>
                        <a:pt x="126206" y="203359"/>
                      </a:cubicBezTo>
                      <a:cubicBezTo>
                        <a:pt x="112395" y="208217"/>
                        <a:pt x="97250" y="210598"/>
                        <a:pt x="80867" y="210598"/>
                      </a:cubicBezTo>
                      <a:cubicBezTo>
                        <a:pt x="66961" y="210598"/>
                        <a:pt x="53054" y="208883"/>
                        <a:pt x="39243" y="205359"/>
                      </a:cubicBezTo>
                      <a:cubicBezTo>
                        <a:pt x="25432" y="201835"/>
                        <a:pt x="12383" y="196596"/>
                        <a:pt x="0" y="189452"/>
                      </a:cubicBezTo>
                      <a:lnTo>
                        <a:pt x="14478" y="155829"/>
                      </a:lnTo>
                      <a:cubicBezTo>
                        <a:pt x="23336" y="161258"/>
                        <a:pt x="33147" y="165354"/>
                        <a:pt x="43910" y="168116"/>
                      </a:cubicBezTo>
                      <a:cubicBezTo>
                        <a:pt x="54674" y="170879"/>
                        <a:pt x="65151" y="172307"/>
                        <a:pt x="75343" y="172307"/>
                      </a:cubicBezTo>
                      <a:cubicBezTo>
                        <a:pt x="89249" y="172307"/>
                        <a:pt x="100775" y="169831"/>
                        <a:pt x="109919" y="164783"/>
                      </a:cubicBezTo>
                      <a:cubicBezTo>
                        <a:pt x="119063" y="159734"/>
                        <a:pt x="123730" y="152686"/>
                        <a:pt x="123730" y="143637"/>
                      </a:cubicBezTo>
                      <a:cubicBezTo>
                        <a:pt x="123730" y="136112"/>
                        <a:pt x="120587" y="130397"/>
                        <a:pt x="114300" y="126587"/>
                      </a:cubicBezTo>
                      <a:cubicBezTo>
                        <a:pt x="108013" y="122682"/>
                        <a:pt x="99441" y="120777"/>
                        <a:pt x="88678" y="120777"/>
                      </a:cubicBezTo>
                      <a:lnTo>
                        <a:pt x="39148" y="120777"/>
                      </a:lnTo>
                      <a:lnTo>
                        <a:pt x="39148" y="85439"/>
                      </a:lnTo>
                      <a:lnTo>
                        <a:pt x="85249" y="85439"/>
                      </a:lnTo>
                      <a:cubicBezTo>
                        <a:pt x="94679" y="85439"/>
                        <a:pt x="102108" y="83534"/>
                        <a:pt x="107442" y="79629"/>
                      </a:cubicBezTo>
                      <a:cubicBezTo>
                        <a:pt x="112776" y="75724"/>
                        <a:pt x="115443" y="70485"/>
                        <a:pt x="115443" y="63722"/>
                      </a:cubicBezTo>
                      <a:cubicBezTo>
                        <a:pt x="115443" y="55817"/>
                        <a:pt x="111633" y="49625"/>
                        <a:pt x="104013" y="45148"/>
                      </a:cubicBezTo>
                      <a:cubicBezTo>
                        <a:pt x="96393" y="40672"/>
                        <a:pt x="86582" y="38481"/>
                        <a:pt x="74581" y="38481"/>
                      </a:cubicBezTo>
                      <a:cubicBezTo>
                        <a:pt x="65723" y="38481"/>
                        <a:pt x="56483" y="39719"/>
                        <a:pt x="47054" y="42100"/>
                      </a:cubicBezTo>
                      <a:cubicBezTo>
                        <a:pt x="37624" y="44482"/>
                        <a:pt x="28575" y="48101"/>
                        <a:pt x="20098" y="52959"/>
                      </a:cubicBezTo>
                      <a:lnTo>
                        <a:pt x="5906" y="16478"/>
                      </a:lnTo>
                      <a:cubicBezTo>
                        <a:pt x="27337" y="5429"/>
                        <a:pt x="50483" y="0"/>
                        <a:pt x="75438" y="0"/>
                      </a:cubicBezTo>
                      <a:cubicBezTo>
                        <a:pt x="91250" y="0"/>
                        <a:pt x="105823" y="2286"/>
                        <a:pt x="119158" y="6953"/>
                      </a:cubicBezTo>
                      <a:cubicBezTo>
                        <a:pt x="132493" y="11621"/>
                        <a:pt x="143066" y="18383"/>
                        <a:pt x="151067" y="27242"/>
                      </a:cubicBezTo>
                      <a:cubicBezTo>
                        <a:pt x="158972" y="36100"/>
                        <a:pt x="162973" y="46482"/>
                        <a:pt x="162973" y="58293"/>
                      </a:cubicBezTo>
                      <a:cubicBezTo>
                        <a:pt x="162973" y="68008"/>
                        <a:pt x="160401" y="76581"/>
                        <a:pt x="155162" y="84106"/>
                      </a:cubicBezTo>
                      <a:cubicBezTo>
                        <a:pt x="149924" y="91631"/>
                        <a:pt x="142780" y="97441"/>
                        <a:pt x="133731" y="101537"/>
                      </a:cubicBezTo>
                      <a:cubicBezTo>
                        <a:pt x="145542" y="105537"/>
                        <a:pt x="154781" y="111919"/>
                        <a:pt x="161449" y="12049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49" name="Полилиния: фигура 48">
                  <a:extLst>
                    <a:ext uri="{FF2B5EF4-FFF2-40B4-BE49-F238E27FC236}">
                      <a16:creationId xmlns:a16="http://schemas.microsoft.com/office/drawing/2014/main" id="{A5C1AD6D-1575-91AB-267D-CC328A096C6F}"/>
                    </a:ext>
                  </a:extLst>
                </p:cNvPr>
                <p:cNvSpPr/>
                <p:nvPr/>
              </p:nvSpPr>
              <p:spPr>
                <a:xfrm>
                  <a:off x="15066790" y="2816602"/>
                  <a:ext cx="187451" cy="202787"/>
                </a:xfrm>
                <a:custGeom>
                  <a:avLst/>
                  <a:gdLst>
                    <a:gd name="connsiteX0" fmla="*/ 0 w 187451"/>
                    <a:gd name="connsiteY0" fmla="*/ 0 h 202787"/>
                    <a:gd name="connsiteX1" fmla="*/ 46672 w 187451"/>
                    <a:gd name="connsiteY1" fmla="*/ 0 h 202787"/>
                    <a:gd name="connsiteX2" fmla="*/ 46672 w 187451"/>
                    <a:gd name="connsiteY2" fmla="*/ 132112 h 202787"/>
                    <a:gd name="connsiteX3" fmla="*/ 143446 w 187451"/>
                    <a:gd name="connsiteY3" fmla="*/ 0 h 202787"/>
                    <a:gd name="connsiteX4" fmla="*/ 187452 w 187451"/>
                    <a:gd name="connsiteY4" fmla="*/ 0 h 202787"/>
                    <a:gd name="connsiteX5" fmla="*/ 187452 w 187451"/>
                    <a:gd name="connsiteY5" fmla="*/ 202787 h 202787"/>
                    <a:gd name="connsiteX6" fmla="*/ 141065 w 187451"/>
                    <a:gd name="connsiteY6" fmla="*/ 202787 h 202787"/>
                    <a:gd name="connsiteX7" fmla="*/ 141065 w 187451"/>
                    <a:gd name="connsiteY7" fmla="*/ 70961 h 202787"/>
                    <a:gd name="connsiteX8" fmla="*/ 44291 w 187451"/>
                    <a:gd name="connsiteY8" fmla="*/ 202787 h 202787"/>
                    <a:gd name="connsiteX9" fmla="*/ 0 w 187451"/>
                    <a:gd name="connsiteY9" fmla="*/ 202787 h 202787"/>
                    <a:gd name="connsiteX10" fmla="*/ 0 w 187451"/>
                    <a:gd name="connsiteY10" fmla="*/ 0 h 20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87451" h="202787">
                      <a:moveTo>
                        <a:pt x="0" y="0"/>
                      </a:moveTo>
                      <a:lnTo>
                        <a:pt x="46672" y="0"/>
                      </a:lnTo>
                      <a:lnTo>
                        <a:pt x="46672" y="132112"/>
                      </a:lnTo>
                      <a:lnTo>
                        <a:pt x="143446" y="0"/>
                      </a:lnTo>
                      <a:lnTo>
                        <a:pt x="187452" y="0"/>
                      </a:lnTo>
                      <a:lnTo>
                        <a:pt x="187452" y="202787"/>
                      </a:lnTo>
                      <a:lnTo>
                        <a:pt x="141065" y="202787"/>
                      </a:lnTo>
                      <a:lnTo>
                        <a:pt x="141065" y="70961"/>
                      </a:lnTo>
                      <a:lnTo>
                        <a:pt x="44291" y="202787"/>
                      </a:lnTo>
                      <a:lnTo>
                        <a:pt x="0" y="2027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50" name="Полилиния: фигура 49">
                  <a:extLst>
                    <a:ext uri="{FF2B5EF4-FFF2-40B4-BE49-F238E27FC236}">
                      <a16:creationId xmlns:a16="http://schemas.microsoft.com/office/drawing/2014/main" id="{BDD7F602-3641-6948-A06E-256B757BF8AD}"/>
                    </a:ext>
                  </a:extLst>
                </p:cNvPr>
                <p:cNvSpPr/>
                <p:nvPr/>
              </p:nvSpPr>
              <p:spPr>
                <a:xfrm>
                  <a:off x="15307105" y="2816602"/>
                  <a:ext cx="230028" cy="202882"/>
                </a:xfrm>
                <a:custGeom>
                  <a:avLst/>
                  <a:gdLst>
                    <a:gd name="connsiteX0" fmla="*/ 230029 w 230028"/>
                    <a:gd name="connsiteY0" fmla="*/ 164592 h 202882"/>
                    <a:gd name="connsiteX1" fmla="*/ 230029 w 230028"/>
                    <a:gd name="connsiteY1" fmla="*/ 202882 h 202882"/>
                    <a:gd name="connsiteX2" fmla="*/ 0 w 230028"/>
                    <a:gd name="connsiteY2" fmla="*/ 202882 h 202882"/>
                    <a:gd name="connsiteX3" fmla="*/ 286 w 230028"/>
                    <a:gd name="connsiteY3" fmla="*/ 164592 h 202882"/>
                    <a:gd name="connsiteX4" fmla="*/ 8382 w 230028"/>
                    <a:gd name="connsiteY4" fmla="*/ 164592 h 202882"/>
                    <a:gd name="connsiteX5" fmla="*/ 34195 w 230028"/>
                    <a:gd name="connsiteY5" fmla="*/ 137922 h 202882"/>
                    <a:gd name="connsiteX6" fmla="*/ 43434 w 230028"/>
                    <a:gd name="connsiteY6" fmla="*/ 63436 h 202882"/>
                    <a:gd name="connsiteX7" fmla="*/ 45720 w 230028"/>
                    <a:gd name="connsiteY7" fmla="*/ 0 h 202882"/>
                    <a:gd name="connsiteX8" fmla="*/ 201644 w 230028"/>
                    <a:gd name="connsiteY8" fmla="*/ 0 h 202882"/>
                    <a:gd name="connsiteX9" fmla="*/ 201644 w 230028"/>
                    <a:gd name="connsiteY9" fmla="*/ 164592 h 202882"/>
                    <a:gd name="connsiteX10" fmla="*/ 230029 w 230028"/>
                    <a:gd name="connsiteY10" fmla="*/ 164592 h 202882"/>
                    <a:gd name="connsiteX11" fmla="*/ 78772 w 230028"/>
                    <a:gd name="connsiteY11" fmla="*/ 128492 h 202882"/>
                    <a:gd name="connsiteX12" fmla="*/ 64579 w 230028"/>
                    <a:gd name="connsiteY12" fmla="*/ 164592 h 202882"/>
                    <a:gd name="connsiteX13" fmla="*/ 155257 w 230028"/>
                    <a:gd name="connsiteY13" fmla="*/ 164592 h 202882"/>
                    <a:gd name="connsiteX14" fmla="*/ 155257 w 230028"/>
                    <a:gd name="connsiteY14" fmla="*/ 38290 h 202882"/>
                    <a:gd name="connsiteX15" fmla="*/ 85725 w 230028"/>
                    <a:gd name="connsiteY15" fmla="*/ 38290 h 202882"/>
                    <a:gd name="connsiteX16" fmla="*/ 84867 w 230028"/>
                    <a:gd name="connsiteY16" fmla="*/ 67818 h 202882"/>
                    <a:gd name="connsiteX17" fmla="*/ 78772 w 230028"/>
                    <a:gd name="connsiteY17" fmla="*/ 128492 h 2028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0028" h="202882">
                      <a:moveTo>
                        <a:pt x="230029" y="164592"/>
                      </a:moveTo>
                      <a:lnTo>
                        <a:pt x="230029" y="202882"/>
                      </a:lnTo>
                      <a:lnTo>
                        <a:pt x="0" y="202882"/>
                      </a:lnTo>
                      <a:lnTo>
                        <a:pt x="286" y="164592"/>
                      </a:lnTo>
                      <a:lnTo>
                        <a:pt x="8382" y="164592"/>
                      </a:lnTo>
                      <a:cubicBezTo>
                        <a:pt x="20574" y="164211"/>
                        <a:pt x="29146" y="155353"/>
                        <a:pt x="34195" y="137922"/>
                      </a:cubicBezTo>
                      <a:cubicBezTo>
                        <a:pt x="39243" y="120491"/>
                        <a:pt x="42291" y="95726"/>
                        <a:pt x="43434" y="63436"/>
                      </a:cubicBezTo>
                      <a:lnTo>
                        <a:pt x="45720" y="0"/>
                      </a:lnTo>
                      <a:lnTo>
                        <a:pt x="201644" y="0"/>
                      </a:lnTo>
                      <a:lnTo>
                        <a:pt x="201644" y="164592"/>
                      </a:lnTo>
                      <a:lnTo>
                        <a:pt x="230029" y="164592"/>
                      </a:lnTo>
                      <a:close/>
                      <a:moveTo>
                        <a:pt x="78772" y="128492"/>
                      </a:moveTo>
                      <a:cubicBezTo>
                        <a:pt x="75724" y="144780"/>
                        <a:pt x="70961" y="156877"/>
                        <a:pt x="64579" y="164592"/>
                      </a:cubicBezTo>
                      <a:lnTo>
                        <a:pt x="155257" y="164592"/>
                      </a:lnTo>
                      <a:lnTo>
                        <a:pt x="155257" y="38290"/>
                      </a:lnTo>
                      <a:lnTo>
                        <a:pt x="85725" y="38290"/>
                      </a:lnTo>
                      <a:lnTo>
                        <a:pt x="84867" y="67818"/>
                      </a:lnTo>
                      <a:cubicBezTo>
                        <a:pt x="83915" y="92011"/>
                        <a:pt x="81915" y="112204"/>
                        <a:pt x="78772" y="12849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51" name="Полилиния: фигура 50">
                  <a:extLst>
                    <a:ext uri="{FF2B5EF4-FFF2-40B4-BE49-F238E27FC236}">
                      <a16:creationId xmlns:a16="http://schemas.microsoft.com/office/drawing/2014/main" id="{2AABA38D-4B1F-4EF8-6A2B-FD5CC1612288}"/>
                    </a:ext>
                  </a:extLst>
                </p:cNvPr>
                <p:cNvSpPr/>
                <p:nvPr/>
              </p:nvSpPr>
              <p:spPr>
                <a:xfrm>
                  <a:off x="15593332" y="2816602"/>
                  <a:ext cx="157067" cy="202787"/>
                </a:xfrm>
                <a:custGeom>
                  <a:avLst/>
                  <a:gdLst>
                    <a:gd name="connsiteX0" fmla="*/ 157067 w 157067"/>
                    <a:gd name="connsiteY0" fmla="*/ 165163 h 202787"/>
                    <a:gd name="connsiteX1" fmla="*/ 157067 w 157067"/>
                    <a:gd name="connsiteY1" fmla="*/ 202787 h 202787"/>
                    <a:gd name="connsiteX2" fmla="*/ 0 w 157067"/>
                    <a:gd name="connsiteY2" fmla="*/ 202787 h 202787"/>
                    <a:gd name="connsiteX3" fmla="*/ 0 w 157067"/>
                    <a:gd name="connsiteY3" fmla="*/ 0 h 202787"/>
                    <a:gd name="connsiteX4" fmla="*/ 153257 w 157067"/>
                    <a:gd name="connsiteY4" fmla="*/ 0 h 202787"/>
                    <a:gd name="connsiteX5" fmla="*/ 153257 w 157067"/>
                    <a:gd name="connsiteY5" fmla="*/ 37624 h 202787"/>
                    <a:gd name="connsiteX6" fmla="*/ 46672 w 157067"/>
                    <a:gd name="connsiteY6" fmla="*/ 37624 h 202787"/>
                    <a:gd name="connsiteX7" fmla="*/ 46672 w 157067"/>
                    <a:gd name="connsiteY7" fmla="*/ 81629 h 202787"/>
                    <a:gd name="connsiteX8" fmla="*/ 140875 w 157067"/>
                    <a:gd name="connsiteY8" fmla="*/ 81629 h 202787"/>
                    <a:gd name="connsiteX9" fmla="*/ 140875 w 157067"/>
                    <a:gd name="connsiteY9" fmla="*/ 118110 h 202787"/>
                    <a:gd name="connsiteX10" fmla="*/ 46672 w 157067"/>
                    <a:gd name="connsiteY10" fmla="*/ 118110 h 202787"/>
                    <a:gd name="connsiteX11" fmla="*/ 46672 w 157067"/>
                    <a:gd name="connsiteY11" fmla="*/ 165068 h 202787"/>
                    <a:gd name="connsiteX12" fmla="*/ 157067 w 157067"/>
                    <a:gd name="connsiteY12" fmla="*/ 165068 h 20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57067" h="202787">
                      <a:moveTo>
                        <a:pt x="157067" y="165163"/>
                      </a:moveTo>
                      <a:lnTo>
                        <a:pt x="157067" y="202787"/>
                      </a:lnTo>
                      <a:lnTo>
                        <a:pt x="0" y="202787"/>
                      </a:lnTo>
                      <a:lnTo>
                        <a:pt x="0" y="0"/>
                      </a:lnTo>
                      <a:lnTo>
                        <a:pt x="153257" y="0"/>
                      </a:lnTo>
                      <a:lnTo>
                        <a:pt x="153257" y="37624"/>
                      </a:lnTo>
                      <a:lnTo>
                        <a:pt x="46672" y="37624"/>
                      </a:lnTo>
                      <a:lnTo>
                        <a:pt x="46672" y="81629"/>
                      </a:lnTo>
                      <a:lnTo>
                        <a:pt x="140875" y="81629"/>
                      </a:lnTo>
                      <a:lnTo>
                        <a:pt x="140875" y="118110"/>
                      </a:lnTo>
                      <a:lnTo>
                        <a:pt x="46672" y="118110"/>
                      </a:lnTo>
                      <a:lnTo>
                        <a:pt x="46672" y="165068"/>
                      </a:lnTo>
                      <a:lnTo>
                        <a:pt x="157067" y="16506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52" name="Полилиния: фигура 51">
                  <a:extLst>
                    <a:ext uri="{FF2B5EF4-FFF2-40B4-BE49-F238E27FC236}">
                      <a16:creationId xmlns:a16="http://schemas.microsoft.com/office/drawing/2014/main" id="{3E809726-1666-A232-F348-51330917BBD6}"/>
                    </a:ext>
                  </a:extLst>
                </p:cNvPr>
                <p:cNvSpPr/>
                <p:nvPr/>
              </p:nvSpPr>
              <p:spPr>
                <a:xfrm>
                  <a:off x="15812978" y="2816602"/>
                  <a:ext cx="186023" cy="202787"/>
                </a:xfrm>
                <a:custGeom>
                  <a:avLst/>
                  <a:gdLst>
                    <a:gd name="connsiteX0" fmla="*/ 186023 w 186023"/>
                    <a:gd name="connsiteY0" fmla="*/ 0 h 202787"/>
                    <a:gd name="connsiteX1" fmla="*/ 186023 w 186023"/>
                    <a:gd name="connsiteY1" fmla="*/ 202787 h 202787"/>
                    <a:gd name="connsiteX2" fmla="*/ 139065 w 186023"/>
                    <a:gd name="connsiteY2" fmla="*/ 202787 h 202787"/>
                    <a:gd name="connsiteX3" fmla="*/ 139065 w 186023"/>
                    <a:gd name="connsiteY3" fmla="*/ 119634 h 202787"/>
                    <a:gd name="connsiteX4" fmla="*/ 46958 w 186023"/>
                    <a:gd name="connsiteY4" fmla="*/ 119634 h 202787"/>
                    <a:gd name="connsiteX5" fmla="*/ 46958 w 186023"/>
                    <a:gd name="connsiteY5" fmla="*/ 202787 h 202787"/>
                    <a:gd name="connsiteX6" fmla="*/ 0 w 186023"/>
                    <a:gd name="connsiteY6" fmla="*/ 202787 h 202787"/>
                    <a:gd name="connsiteX7" fmla="*/ 0 w 186023"/>
                    <a:gd name="connsiteY7" fmla="*/ 0 h 202787"/>
                    <a:gd name="connsiteX8" fmla="*/ 46958 w 186023"/>
                    <a:gd name="connsiteY8" fmla="*/ 0 h 202787"/>
                    <a:gd name="connsiteX9" fmla="*/ 46958 w 186023"/>
                    <a:gd name="connsiteY9" fmla="*/ 80010 h 202787"/>
                    <a:gd name="connsiteX10" fmla="*/ 139065 w 186023"/>
                    <a:gd name="connsiteY10" fmla="*/ 80010 h 202787"/>
                    <a:gd name="connsiteX11" fmla="*/ 139065 w 186023"/>
                    <a:gd name="connsiteY11" fmla="*/ 0 h 202787"/>
                    <a:gd name="connsiteX12" fmla="*/ 186023 w 186023"/>
                    <a:gd name="connsiteY12" fmla="*/ 0 h 20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6023" h="202787">
                      <a:moveTo>
                        <a:pt x="186023" y="0"/>
                      </a:moveTo>
                      <a:lnTo>
                        <a:pt x="186023" y="202787"/>
                      </a:lnTo>
                      <a:lnTo>
                        <a:pt x="139065" y="202787"/>
                      </a:lnTo>
                      <a:lnTo>
                        <a:pt x="139065" y="119634"/>
                      </a:lnTo>
                      <a:lnTo>
                        <a:pt x="46958" y="119634"/>
                      </a:lnTo>
                      <a:lnTo>
                        <a:pt x="46958" y="202787"/>
                      </a:lnTo>
                      <a:lnTo>
                        <a:pt x="0" y="202787"/>
                      </a:lnTo>
                      <a:lnTo>
                        <a:pt x="0" y="0"/>
                      </a:lnTo>
                      <a:lnTo>
                        <a:pt x="46958" y="0"/>
                      </a:lnTo>
                      <a:lnTo>
                        <a:pt x="46958" y="80010"/>
                      </a:lnTo>
                      <a:lnTo>
                        <a:pt x="139065" y="80010"/>
                      </a:lnTo>
                      <a:lnTo>
                        <a:pt x="139065" y="0"/>
                      </a:lnTo>
                      <a:lnTo>
                        <a:pt x="186023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53" name="Полилиния: фигура 52">
                  <a:extLst>
                    <a:ext uri="{FF2B5EF4-FFF2-40B4-BE49-F238E27FC236}">
                      <a16:creationId xmlns:a16="http://schemas.microsoft.com/office/drawing/2014/main" id="{655C74BB-FC2F-F5A7-413F-AB4505922703}"/>
                    </a:ext>
                  </a:extLst>
                </p:cNvPr>
                <p:cNvSpPr/>
                <p:nvPr/>
              </p:nvSpPr>
              <p:spPr>
                <a:xfrm>
                  <a:off x="16053580" y="2816602"/>
                  <a:ext cx="175926" cy="202787"/>
                </a:xfrm>
                <a:custGeom>
                  <a:avLst/>
                  <a:gdLst>
                    <a:gd name="connsiteX0" fmla="*/ 175831 w 175926"/>
                    <a:gd name="connsiteY0" fmla="*/ 38195 h 202787"/>
                    <a:gd name="connsiteX1" fmla="*/ 110966 w 175926"/>
                    <a:gd name="connsiteY1" fmla="*/ 38195 h 202787"/>
                    <a:gd name="connsiteX2" fmla="*/ 110966 w 175926"/>
                    <a:gd name="connsiteY2" fmla="*/ 202787 h 202787"/>
                    <a:gd name="connsiteX3" fmla="*/ 64579 w 175926"/>
                    <a:gd name="connsiteY3" fmla="*/ 202787 h 202787"/>
                    <a:gd name="connsiteX4" fmla="*/ 64579 w 175926"/>
                    <a:gd name="connsiteY4" fmla="*/ 38195 h 202787"/>
                    <a:gd name="connsiteX5" fmla="*/ 0 w 175926"/>
                    <a:gd name="connsiteY5" fmla="*/ 38195 h 202787"/>
                    <a:gd name="connsiteX6" fmla="*/ 0 w 175926"/>
                    <a:gd name="connsiteY6" fmla="*/ 0 h 202787"/>
                    <a:gd name="connsiteX7" fmla="*/ 175927 w 175926"/>
                    <a:gd name="connsiteY7" fmla="*/ 0 h 202787"/>
                    <a:gd name="connsiteX8" fmla="*/ 175927 w 175926"/>
                    <a:gd name="connsiteY8" fmla="*/ 38195 h 20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5926" h="202787">
                      <a:moveTo>
                        <a:pt x="175831" y="38195"/>
                      </a:moveTo>
                      <a:lnTo>
                        <a:pt x="110966" y="38195"/>
                      </a:lnTo>
                      <a:lnTo>
                        <a:pt x="110966" y="202787"/>
                      </a:lnTo>
                      <a:lnTo>
                        <a:pt x="64579" y="202787"/>
                      </a:lnTo>
                      <a:lnTo>
                        <a:pt x="64579" y="38195"/>
                      </a:lnTo>
                      <a:lnTo>
                        <a:pt x="0" y="38195"/>
                      </a:lnTo>
                      <a:lnTo>
                        <a:pt x="0" y="0"/>
                      </a:lnTo>
                      <a:lnTo>
                        <a:pt x="175927" y="0"/>
                      </a:lnTo>
                      <a:lnTo>
                        <a:pt x="175927" y="3819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54" name="Полилиния: фигура 53">
                  <a:extLst>
                    <a:ext uri="{FF2B5EF4-FFF2-40B4-BE49-F238E27FC236}">
                      <a16:creationId xmlns:a16="http://schemas.microsoft.com/office/drawing/2014/main" id="{5CCF58DC-4630-15CE-D14E-F78F7B72B9D3}"/>
                    </a:ext>
                  </a:extLst>
                </p:cNvPr>
                <p:cNvSpPr/>
                <p:nvPr/>
              </p:nvSpPr>
              <p:spPr>
                <a:xfrm>
                  <a:off x="16266654" y="2813268"/>
                  <a:ext cx="193643" cy="209931"/>
                </a:xfrm>
                <a:custGeom>
                  <a:avLst/>
                  <a:gdLst>
                    <a:gd name="connsiteX0" fmla="*/ 53816 w 193643"/>
                    <a:gd name="connsiteY0" fmla="*/ 196120 h 209931"/>
                    <a:gd name="connsiteX1" fmla="*/ 14383 w 193643"/>
                    <a:gd name="connsiteY1" fmla="*/ 158782 h 209931"/>
                    <a:gd name="connsiteX2" fmla="*/ 0 w 193643"/>
                    <a:gd name="connsiteY2" fmla="*/ 104775 h 209931"/>
                    <a:gd name="connsiteX3" fmla="*/ 14383 w 193643"/>
                    <a:gd name="connsiteY3" fmla="*/ 50768 h 209931"/>
                    <a:gd name="connsiteX4" fmla="*/ 53816 w 193643"/>
                    <a:gd name="connsiteY4" fmla="*/ 13430 h 209931"/>
                    <a:gd name="connsiteX5" fmla="*/ 110204 w 193643"/>
                    <a:gd name="connsiteY5" fmla="*/ 0 h 209931"/>
                    <a:gd name="connsiteX6" fmla="*/ 157829 w 193643"/>
                    <a:gd name="connsiteY6" fmla="*/ 9239 h 209931"/>
                    <a:gd name="connsiteX7" fmla="*/ 193643 w 193643"/>
                    <a:gd name="connsiteY7" fmla="*/ 35909 h 209931"/>
                    <a:gd name="connsiteX8" fmla="*/ 163544 w 193643"/>
                    <a:gd name="connsiteY8" fmla="*/ 63722 h 209931"/>
                    <a:gd name="connsiteX9" fmla="*/ 112586 w 193643"/>
                    <a:gd name="connsiteY9" fmla="*/ 40005 h 209931"/>
                    <a:gd name="connsiteX10" fmla="*/ 78962 w 193643"/>
                    <a:gd name="connsiteY10" fmla="*/ 48292 h 209931"/>
                    <a:gd name="connsiteX11" fmla="*/ 55912 w 193643"/>
                    <a:gd name="connsiteY11" fmla="*/ 71342 h 209931"/>
                    <a:gd name="connsiteX12" fmla="*/ 47625 w 193643"/>
                    <a:gd name="connsiteY12" fmla="*/ 104966 h 209931"/>
                    <a:gd name="connsiteX13" fmla="*/ 55912 w 193643"/>
                    <a:gd name="connsiteY13" fmla="*/ 138589 h 209931"/>
                    <a:gd name="connsiteX14" fmla="*/ 78962 w 193643"/>
                    <a:gd name="connsiteY14" fmla="*/ 161639 h 209931"/>
                    <a:gd name="connsiteX15" fmla="*/ 112586 w 193643"/>
                    <a:gd name="connsiteY15" fmla="*/ 169926 h 209931"/>
                    <a:gd name="connsiteX16" fmla="*/ 163544 w 193643"/>
                    <a:gd name="connsiteY16" fmla="*/ 145923 h 209931"/>
                    <a:gd name="connsiteX17" fmla="*/ 193643 w 193643"/>
                    <a:gd name="connsiteY17" fmla="*/ 173736 h 209931"/>
                    <a:gd name="connsiteX18" fmla="*/ 157734 w 193643"/>
                    <a:gd name="connsiteY18" fmla="*/ 200692 h 209931"/>
                    <a:gd name="connsiteX19" fmla="*/ 109919 w 193643"/>
                    <a:gd name="connsiteY19" fmla="*/ 209931 h 209931"/>
                    <a:gd name="connsiteX20" fmla="*/ 53816 w 193643"/>
                    <a:gd name="connsiteY20" fmla="*/ 196406 h 209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93643" h="209931">
                      <a:moveTo>
                        <a:pt x="53816" y="196120"/>
                      </a:moveTo>
                      <a:cubicBezTo>
                        <a:pt x="37147" y="187166"/>
                        <a:pt x="24003" y="174689"/>
                        <a:pt x="14383" y="158782"/>
                      </a:cubicBezTo>
                      <a:cubicBezTo>
                        <a:pt x="4858" y="142875"/>
                        <a:pt x="0" y="124873"/>
                        <a:pt x="0" y="104775"/>
                      </a:cubicBezTo>
                      <a:cubicBezTo>
                        <a:pt x="0" y="84677"/>
                        <a:pt x="4763" y="66675"/>
                        <a:pt x="14383" y="50768"/>
                      </a:cubicBezTo>
                      <a:cubicBezTo>
                        <a:pt x="23908" y="34862"/>
                        <a:pt x="37052" y="22384"/>
                        <a:pt x="53816" y="13430"/>
                      </a:cubicBezTo>
                      <a:cubicBezTo>
                        <a:pt x="70485" y="4477"/>
                        <a:pt x="89345" y="0"/>
                        <a:pt x="110204" y="0"/>
                      </a:cubicBezTo>
                      <a:cubicBezTo>
                        <a:pt x="127825" y="0"/>
                        <a:pt x="143637" y="3048"/>
                        <a:pt x="157829" y="9239"/>
                      </a:cubicBezTo>
                      <a:cubicBezTo>
                        <a:pt x="172021" y="15431"/>
                        <a:pt x="183928" y="24289"/>
                        <a:pt x="193643" y="35909"/>
                      </a:cubicBezTo>
                      <a:lnTo>
                        <a:pt x="163544" y="63722"/>
                      </a:lnTo>
                      <a:cubicBezTo>
                        <a:pt x="149828" y="47911"/>
                        <a:pt x="132874" y="40005"/>
                        <a:pt x="112586" y="40005"/>
                      </a:cubicBezTo>
                      <a:cubicBezTo>
                        <a:pt x="100013" y="40005"/>
                        <a:pt x="88868" y="42767"/>
                        <a:pt x="78962" y="48292"/>
                      </a:cubicBezTo>
                      <a:cubicBezTo>
                        <a:pt x="69152" y="53816"/>
                        <a:pt x="61436" y="61436"/>
                        <a:pt x="55912" y="71342"/>
                      </a:cubicBezTo>
                      <a:cubicBezTo>
                        <a:pt x="50387" y="81153"/>
                        <a:pt x="47625" y="92393"/>
                        <a:pt x="47625" y="104966"/>
                      </a:cubicBezTo>
                      <a:cubicBezTo>
                        <a:pt x="47625" y="117539"/>
                        <a:pt x="50387" y="128683"/>
                        <a:pt x="55912" y="138589"/>
                      </a:cubicBezTo>
                      <a:cubicBezTo>
                        <a:pt x="61436" y="148400"/>
                        <a:pt x="69056" y="156115"/>
                        <a:pt x="78962" y="161639"/>
                      </a:cubicBezTo>
                      <a:cubicBezTo>
                        <a:pt x="88773" y="167164"/>
                        <a:pt x="100013" y="169926"/>
                        <a:pt x="112586" y="169926"/>
                      </a:cubicBezTo>
                      <a:cubicBezTo>
                        <a:pt x="132874" y="169926"/>
                        <a:pt x="149828" y="161925"/>
                        <a:pt x="163544" y="145923"/>
                      </a:cubicBezTo>
                      <a:lnTo>
                        <a:pt x="193643" y="173736"/>
                      </a:lnTo>
                      <a:cubicBezTo>
                        <a:pt x="184023" y="185547"/>
                        <a:pt x="172021" y="194501"/>
                        <a:pt x="157734" y="200692"/>
                      </a:cubicBezTo>
                      <a:cubicBezTo>
                        <a:pt x="143446" y="206883"/>
                        <a:pt x="127540" y="209931"/>
                        <a:pt x="109919" y="209931"/>
                      </a:cubicBezTo>
                      <a:cubicBezTo>
                        <a:pt x="89249" y="209931"/>
                        <a:pt x="70580" y="205454"/>
                        <a:pt x="53816" y="19640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55" name="Полилиния: фигура 54">
                  <a:extLst>
                    <a:ext uri="{FF2B5EF4-FFF2-40B4-BE49-F238E27FC236}">
                      <a16:creationId xmlns:a16="http://schemas.microsoft.com/office/drawing/2014/main" id="{99C50D13-C062-D8B6-671D-9EAB32FE3237}"/>
                    </a:ext>
                  </a:extLst>
                </p:cNvPr>
                <p:cNvSpPr/>
                <p:nvPr/>
              </p:nvSpPr>
              <p:spPr>
                <a:xfrm>
                  <a:off x="16515066" y="2816602"/>
                  <a:ext cx="185166" cy="202787"/>
                </a:xfrm>
                <a:custGeom>
                  <a:avLst/>
                  <a:gdLst>
                    <a:gd name="connsiteX0" fmla="*/ 79153 w 185166"/>
                    <a:gd name="connsiteY0" fmla="*/ 121063 h 202787"/>
                    <a:gd name="connsiteX1" fmla="*/ 46673 w 185166"/>
                    <a:gd name="connsiteY1" fmla="*/ 121063 h 202787"/>
                    <a:gd name="connsiteX2" fmla="*/ 46673 w 185166"/>
                    <a:gd name="connsiteY2" fmla="*/ 202787 h 202787"/>
                    <a:gd name="connsiteX3" fmla="*/ 0 w 185166"/>
                    <a:gd name="connsiteY3" fmla="*/ 202787 h 202787"/>
                    <a:gd name="connsiteX4" fmla="*/ 0 w 185166"/>
                    <a:gd name="connsiteY4" fmla="*/ 0 h 202787"/>
                    <a:gd name="connsiteX5" fmla="*/ 46673 w 185166"/>
                    <a:gd name="connsiteY5" fmla="*/ 0 h 202787"/>
                    <a:gd name="connsiteX6" fmla="*/ 46673 w 185166"/>
                    <a:gd name="connsiteY6" fmla="*/ 82010 h 202787"/>
                    <a:gd name="connsiteX7" fmla="*/ 80296 w 185166"/>
                    <a:gd name="connsiteY7" fmla="*/ 82010 h 202787"/>
                    <a:gd name="connsiteX8" fmla="*/ 133636 w 185166"/>
                    <a:gd name="connsiteY8" fmla="*/ 0 h 202787"/>
                    <a:gd name="connsiteX9" fmla="*/ 183166 w 185166"/>
                    <a:gd name="connsiteY9" fmla="*/ 0 h 202787"/>
                    <a:gd name="connsiteX10" fmla="*/ 116777 w 185166"/>
                    <a:gd name="connsiteY10" fmla="*/ 97917 h 202787"/>
                    <a:gd name="connsiteX11" fmla="*/ 185166 w 185166"/>
                    <a:gd name="connsiteY11" fmla="*/ 202787 h 202787"/>
                    <a:gd name="connsiteX12" fmla="*/ 131826 w 185166"/>
                    <a:gd name="connsiteY12" fmla="*/ 202787 h 202787"/>
                    <a:gd name="connsiteX13" fmla="*/ 79058 w 185166"/>
                    <a:gd name="connsiteY13" fmla="*/ 121063 h 20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85166" h="202787">
                      <a:moveTo>
                        <a:pt x="79153" y="121063"/>
                      </a:moveTo>
                      <a:lnTo>
                        <a:pt x="46673" y="121063"/>
                      </a:lnTo>
                      <a:lnTo>
                        <a:pt x="46673" y="202787"/>
                      </a:lnTo>
                      <a:lnTo>
                        <a:pt x="0" y="202787"/>
                      </a:lnTo>
                      <a:lnTo>
                        <a:pt x="0" y="0"/>
                      </a:lnTo>
                      <a:lnTo>
                        <a:pt x="46673" y="0"/>
                      </a:lnTo>
                      <a:lnTo>
                        <a:pt x="46673" y="82010"/>
                      </a:lnTo>
                      <a:lnTo>
                        <a:pt x="80296" y="82010"/>
                      </a:lnTo>
                      <a:lnTo>
                        <a:pt x="133636" y="0"/>
                      </a:lnTo>
                      <a:lnTo>
                        <a:pt x="183166" y="0"/>
                      </a:lnTo>
                      <a:lnTo>
                        <a:pt x="116777" y="97917"/>
                      </a:lnTo>
                      <a:lnTo>
                        <a:pt x="185166" y="202787"/>
                      </a:lnTo>
                      <a:lnTo>
                        <a:pt x="131826" y="202787"/>
                      </a:lnTo>
                      <a:lnTo>
                        <a:pt x="79058" y="12106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56" name="Полилиния: фигура 55">
                  <a:extLst>
                    <a:ext uri="{FF2B5EF4-FFF2-40B4-BE49-F238E27FC236}">
                      <a16:creationId xmlns:a16="http://schemas.microsoft.com/office/drawing/2014/main" id="{A07867A7-E1F6-5694-E537-F813D448CAC3}"/>
                    </a:ext>
                  </a:extLst>
                </p:cNvPr>
                <p:cNvSpPr/>
                <p:nvPr/>
              </p:nvSpPr>
              <p:spPr>
                <a:xfrm>
                  <a:off x="16719853" y="2816602"/>
                  <a:ext cx="227457" cy="202787"/>
                </a:xfrm>
                <a:custGeom>
                  <a:avLst/>
                  <a:gdLst>
                    <a:gd name="connsiteX0" fmla="*/ 160306 w 227457"/>
                    <a:gd name="connsiteY0" fmla="*/ 159353 h 202787"/>
                    <a:gd name="connsiteX1" fmla="*/ 66104 w 227457"/>
                    <a:gd name="connsiteY1" fmla="*/ 159353 h 202787"/>
                    <a:gd name="connsiteX2" fmla="*/ 48101 w 227457"/>
                    <a:gd name="connsiteY2" fmla="*/ 202787 h 202787"/>
                    <a:gd name="connsiteX3" fmla="*/ 0 w 227457"/>
                    <a:gd name="connsiteY3" fmla="*/ 202787 h 202787"/>
                    <a:gd name="connsiteX4" fmla="*/ 90392 w 227457"/>
                    <a:gd name="connsiteY4" fmla="*/ 0 h 202787"/>
                    <a:gd name="connsiteX5" fmla="*/ 136779 w 227457"/>
                    <a:gd name="connsiteY5" fmla="*/ 0 h 202787"/>
                    <a:gd name="connsiteX6" fmla="*/ 227457 w 227457"/>
                    <a:gd name="connsiteY6" fmla="*/ 202787 h 202787"/>
                    <a:gd name="connsiteX7" fmla="*/ 178213 w 227457"/>
                    <a:gd name="connsiteY7" fmla="*/ 202787 h 202787"/>
                    <a:gd name="connsiteX8" fmla="*/ 160211 w 227457"/>
                    <a:gd name="connsiteY8" fmla="*/ 159353 h 202787"/>
                    <a:gd name="connsiteX9" fmla="*/ 145542 w 227457"/>
                    <a:gd name="connsiteY9" fmla="*/ 123730 h 202787"/>
                    <a:gd name="connsiteX10" fmla="*/ 113348 w 227457"/>
                    <a:gd name="connsiteY10" fmla="*/ 46101 h 202787"/>
                    <a:gd name="connsiteX11" fmla="*/ 81153 w 227457"/>
                    <a:gd name="connsiteY11" fmla="*/ 123730 h 202787"/>
                    <a:gd name="connsiteX12" fmla="*/ 145447 w 227457"/>
                    <a:gd name="connsiteY12" fmla="*/ 123730 h 20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27457" h="202787">
                      <a:moveTo>
                        <a:pt x="160306" y="159353"/>
                      </a:moveTo>
                      <a:lnTo>
                        <a:pt x="66104" y="159353"/>
                      </a:lnTo>
                      <a:lnTo>
                        <a:pt x="48101" y="202787"/>
                      </a:lnTo>
                      <a:lnTo>
                        <a:pt x="0" y="202787"/>
                      </a:lnTo>
                      <a:lnTo>
                        <a:pt x="90392" y="0"/>
                      </a:lnTo>
                      <a:lnTo>
                        <a:pt x="136779" y="0"/>
                      </a:lnTo>
                      <a:lnTo>
                        <a:pt x="227457" y="202787"/>
                      </a:lnTo>
                      <a:lnTo>
                        <a:pt x="178213" y="202787"/>
                      </a:lnTo>
                      <a:lnTo>
                        <a:pt x="160211" y="159353"/>
                      </a:lnTo>
                      <a:close/>
                      <a:moveTo>
                        <a:pt x="145542" y="123730"/>
                      </a:moveTo>
                      <a:lnTo>
                        <a:pt x="113348" y="46101"/>
                      </a:lnTo>
                      <a:lnTo>
                        <a:pt x="81153" y="123730"/>
                      </a:lnTo>
                      <a:lnTo>
                        <a:pt x="145447" y="12373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57" name="Полилиния: фигура 56">
                  <a:extLst>
                    <a:ext uri="{FF2B5EF4-FFF2-40B4-BE49-F238E27FC236}">
                      <a16:creationId xmlns:a16="http://schemas.microsoft.com/office/drawing/2014/main" id="{CA33229F-2B49-8578-D0A0-B16097BEADF9}"/>
                    </a:ext>
                  </a:extLst>
                </p:cNvPr>
                <p:cNvSpPr/>
                <p:nvPr/>
              </p:nvSpPr>
              <p:spPr>
                <a:xfrm>
                  <a:off x="16975409" y="2816602"/>
                  <a:ext cx="175069" cy="202787"/>
                </a:xfrm>
                <a:custGeom>
                  <a:avLst/>
                  <a:gdLst>
                    <a:gd name="connsiteX0" fmla="*/ 175070 w 175069"/>
                    <a:gd name="connsiteY0" fmla="*/ 0 h 202787"/>
                    <a:gd name="connsiteX1" fmla="*/ 175070 w 175069"/>
                    <a:gd name="connsiteY1" fmla="*/ 202787 h 202787"/>
                    <a:gd name="connsiteX2" fmla="*/ 128683 w 175069"/>
                    <a:gd name="connsiteY2" fmla="*/ 202787 h 202787"/>
                    <a:gd name="connsiteX3" fmla="*/ 128683 w 175069"/>
                    <a:gd name="connsiteY3" fmla="*/ 148876 h 202787"/>
                    <a:gd name="connsiteX4" fmla="*/ 85820 w 175069"/>
                    <a:gd name="connsiteY4" fmla="*/ 148876 h 202787"/>
                    <a:gd name="connsiteX5" fmla="*/ 49911 w 175069"/>
                    <a:gd name="connsiteY5" fmla="*/ 202787 h 202787"/>
                    <a:gd name="connsiteX6" fmla="*/ 381 w 175069"/>
                    <a:gd name="connsiteY6" fmla="*/ 202787 h 202787"/>
                    <a:gd name="connsiteX7" fmla="*/ 42672 w 175069"/>
                    <a:gd name="connsiteY7" fmla="*/ 141637 h 202787"/>
                    <a:gd name="connsiteX8" fmla="*/ 11049 w 175069"/>
                    <a:gd name="connsiteY8" fmla="*/ 116300 h 202787"/>
                    <a:gd name="connsiteX9" fmla="*/ 0 w 175069"/>
                    <a:gd name="connsiteY9" fmla="*/ 75628 h 202787"/>
                    <a:gd name="connsiteX10" fmla="*/ 10763 w 175069"/>
                    <a:gd name="connsiteY10" fmla="*/ 35242 h 202787"/>
                    <a:gd name="connsiteX11" fmla="*/ 41148 w 175069"/>
                    <a:gd name="connsiteY11" fmla="*/ 9144 h 202787"/>
                    <a:gd name="connsiteX12" fmla="*/ 87535 w 175069"/>
                    <a:gd name="connsiteY12" fmla="*/ 0 h 202787"/>
                    <a:gd name="connsiteX13" fmla="*/ 175070 w 175069"/>
                    <a:gd name="connsiteY13" fmla="*/ 0 h 202787"/>
                    <a:gd name="connsiteX14" fmla="*/ 58198 w 175069"/>
                    <a:gd name="connsiteY14" fmla="*/ 47530 h 202787"/>
                    <a:gd name="connsiteX15" fmla="*/ 47625 w 175069"/>
                    <a:gd name="connsiteY15" fmla="*/ 75057 h 202787"/>
                    <a:gd name="connsiteX16" fmla="*/ 57721 w 175069"/>
                    <a:gd name="connsiteY16" fmla="*/ 102298 h 202787"/>
                    <a:gd name="connsiteX17" fmla="*/ 87535 w 175069"/>
                    <a:gd name="connsiteY17" fmla="*/ 111919 h 202787"/>
                    <a:gd name="connsiteX18" fmla="*/ 128683 w 175069"/>
                    <a:gd name="connsiteY18" fmla="*/ 111919 h 202787"/>
                    <a:gd name="connsiteX19" fmla="*/ 128683 w 175069"/>
                    <a:gd name="connsiteY19" fmla="*/ 38290 h 202787"/>
                    <a:gd name="connsiteX20" fmla="*/ 88678 w 175069"/>
                    <a:gd name="connsiteY20" fmla="*/ 38290 h 202787"/>
                    <a:gd name="connsiteX21" fmla="*/ 58103 w 175069"/>
                    <a:gd name="connsiteY21" fmla="*/ 47530 h 20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75069" h="202787">
                      <a:moveTo>
                        <a:pt x="175070" y="0"/>
                      </a:moveTo>
                      <a:lnTo>
                        <a:pt x="175070" y="202787"/>
                      </a:lnTo>
                      <a:lnTo>
                        <a:pt x="128683" y="202787"/>
                      </a:lnTo>
                      <a:lnTo>
                        <a:pt x="128683" y="148876"/>
                      </a:lnTo>
                      <a:lnTo>
                        <a:pt x="85820" y="148876"/>
                      </a:lnTo>
                      <a:lnTo>
                        <a:pt x="49911" y="202787"/>
                      </a:lnTo>
                      <a:lnTo>
                        <a:pt x="381" y="202787"/>
                      </a:lnTo>
                      <a:lnTo>
                        <a:pt x="42672" y="141637"/>
                      </a:lnTo>
                      <a:cubicBezTo>
                        <a:pt x="28956" y="136017"/>
                        <a:pt x="18383" y="127540"/>
                        <a:pt x="11049" y="116300"/>
                      </a:cubicBezTo>
                      <a:cubicBezTo>
                        <a:pt x="3715" y="104965"/>
                        <a:pt x="0" y="91440"/>
                        <a:pt x="0" y="75628"/>
                      </a:cubicBezTo>
                      <a:cubicBezTo>
                        <a:pt x="0" y="59817"/>
                        <a:pt x="3620" y="46482"/>
                        <a:pt x="10763" y="35242"/>
                      </a:cubicBezTo>
                      <a:cubicBezTo>
                        <a:pt x="17907" y="23908"/>
                        <a:pt x="28004" y="15240"/>
                        <a:pt x="41148" y="9144"/>
                      </a:cubicBezTo>
                      <a:cubicBezTo>
                        <a:pt x="54292" y="3048"/>
                        <a:pt x="69723" y="0"/>
                        <a:pt x="87535" y="0"/>
                      </a:cubicBezTo>
                      <a:lnTo>
                        <a:pt x="175070" y="0"/>
                      </a:lnTo>
                      <a:close/>
                      <a:moveTo>
                        <a:pt x="58198" y="47530"/>
                      </a:moveTo>
                      <a:cubicBezTo>
                        <a:pt x="51149" y="53721"/>
                        <a:pt x="47625" y="62865"/>
                        <a:pt x="47625" y="75057"/>
                      </a:cubicBezTo>
                      <a:cubicBezTo>
                        <a:pt x="47625" y="87249"/>
                        <a:pt x="50959" y="95917"/>
                        <a:pt x="57721" y="102298"/>
                      </a:cubicBezTo>
                      <a:cubicBezTo>
                        <a:pt x="64484" y="108680"/>
                        <a:pt x="74390" y="111919"/>
                        <a:pt x="87535" y="111919"/>
                      </a:cubicBezTo>
                      <a:lnTo>
                        <a:pt x="128683" y="111919"/>
                      </a:lnTo>
                      <a:lnTo>
                        <a:pt x="128683" y="38290"/>
                      </a:lnTo>
                      <a:lnTo>
                        <a:pt x="88678" y="38290"/>
                      </a:lnTo>
                      <a:cubicBezTo>
                        <a:pt x="75343" y="38290"/>
                        <a:pt x="65151" y="41434"/>
                        <a:pt x="58103" y="4753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</p:grpSp>
        </p:grpSp>
        <p:grpSp>
          <p:nvGrpSpPr>
            <p:cNvPr id="7" name="Рисунок 6">
              <a:extLst>
                <a:ext uri="{FF2B5EF4-FFF2-40B4-BE49-F238E27FC236}">
                  <a16:creationId xmlns:a16="http://schemas.microsoft.com/office/drawing/2014/main" id="{2AE5B9D9-C315-D35E-385B-F49AA38DBC39}"/>
                </a:ext>
              </a:extLst>
            </p:cNvPr>
            <p:cNvGrpSpPr/>
            <p:nvPr/>
          </p:nvGrpSpPr>
          <p:grpSpPr>
            <a:xfrm>
              <a:off x="12326257" y="2116705"/>
              <a:ext cx="1615535" cy="2110549"/>
              <a:chOff x="12326257" y="2116705"/>
              <a:chExt cx="1615535" cy="2110549"/>
            </a:xfrm>
            <a:grpFill/>
          </p:grpSpPr>
          <p:sp>
            <p:nvSpPr>
              <p:cNvPr id="9" name="Полилиния: фигура 8">
                <a:extLst>
                  <a:ext uri="{FF2B5EF4-FFF2-40B4-BE49-F238E27FC236}">
                    <a16:creationId xmlns:a16="http://schemas.microsoft.com/office/drawing/2014/main" id="{F35E732F-005A-8C0D-F269-1701212B51BE}"/>
                  </a:ext>
                </a:extLst>
              </p:cNvPr>
              <p:cNvSpPr/>
              <p:nvPr/>
            </p:nvSpPr>
            <p:spPr>
              <a:xfrm>
                <a:off x="12935641" y="2593050"/>
                <a:ext cx="24694" cy="33337"/>
              </a:xfrm>
              <a:custGeom>
                <a:avLst/>
                <a:gdLst>
                  <a:gd name="connsiteX0" fmla="*/ 7359 w 24694"/>
                  <a:gd name="connsiteY0" fmla="*/ 8382 h 33337"/>
                  <a:gd name="connsiteX1" fmla="*/ 1359 w 24694"/>
                  <a:gd name="connsiteY1" fmla="*/ 21431 h 33337"/>
                  <a:gd name="connsiteX2" fmla="*/ 24695 w 24694"/>
                  <a:gd name="connsiteY2" fmla="*/ 33338 h 33337"/>
                  <a:gd name="connsiteX3" fmla="*/ 17932 w 24694"/>
                  <a:gd name="connsiteY3" fmla="*/ 21527 h 33337"/>
                  <a:gd name="connsiteX4" fmla="*/ 14884 w 24694"/>
                  <a:gd name="connsiteY4" fmla="*/ 0 h 33337"/>
                  <a:gd name="connsiteX5" fmla="*/ 7359 w 24694"/>
                  <a:gd name="connsiteY5" fmla="*/ 8382 h 3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694" h="33337">
                    <a:moveTo>
                      <a:pt x="7359" y="8382"/>
                    </a:moveTo>
                    <a:cubicBezTo>
                      <a:pt x="-1499" y="17336"/>
                      <a:pt x="-737" y="18383"/>
                      <a:pt x="1359" y="21431"/>
                    </a:cubicBezTo>
                    <a:cubicBezTo>
                      <a:pt x="6502" y="28861"/>
                      <a:pt x="15265" y="33338"/>
                      <a:pt x="24695" y="33338"/>
                    </a:cubicBezTo>
                    <a:lnTo>
                      <a:pt x="17932" y="21527"/>
                    </a:lnTo>
                    <a:cubicBezTo>
                      <a:pt x="15265" y="14573"/>
                      <a:pt x="14217" y="7239"/>
                      <a:pt x="14884" y="0"/>
                    </a:cubicBezTo>
                    <a:lnTo>
                      <a:pt x="7359" y="838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11" name="Полилиния: фигура 10">
                <a:extLst>
                  <a:ext uri="{FF2B5EF4-FFF2-40B4-BE49-F238E27FC236}">
                    <a16:creationId xmlns:a16="http://schemas.microsoft.com/office/drawing/2014/main" id="{EDAB8ABC-C769-6AB0-953D-4EE6C1558882}"/>
                  </a:ext>
                </a:extLst>
              </p:cNvPr>
              <p:cNvSpPr/>
              <p:nvPr/>
            </p:nvSpPr>
            <p:spPr>
              <a:xfrm>
                <a:off x="13308665" y="2593050"/>
                <a:ext cx="25038" cy="33432"/>
              </a:xfrm>
              <a:custGeom>
                <a:avLst/>
                <a:gdLst>
                  <a:gd name="connsiteX0" fmla="*/ 0 w 25038"/>
                  <a:gd name="connsiteY0" fmla="*/ 33338 h 33432"/>
                  <a:gd name="connsiteX1" fmla="*/ 23717 w 25038"/>
                  <a:gd name="connsiteY1" fmla="*/ 21431 h 33432"/>
                  <a:gd name="connsiteX2" fmla="*/ 17812 w 25038"/>
                  <a:gd name="connsiteY2" fmla="*/ 8763 h 33432"/>
                  <a:gd name="connsiteX3" fmla="*/ 9811 w 25038"/>
                  <a:gd name="connsiteY3" fmla="*/ 0 h 33432"/>
                  <a:gd name="connsiteX4" fmla="*/ 6763 w 25038"/>
                  <a:gd name="connsiteY4" fmla="*/ 21527 h 33432"/>
                  <a:gd name="connsiteX5" fmla="*/ 0 w 25038"/>
                  <a:gd name="connsiteY5" fmla="*/ 33433 h 33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038" h="33432">
                    <a:moveTo>
                      <a:pt x="0" y="33338"/>
                    </a:moveTo>
                    <a:cubicBezTo>
                      <a:pt x="9620" y="33338"/>
                      <a:pt x="18479" y="28861"/>
                      <a:pt x="23717" y="21431"/>
                    </a:cubicBezTo>
                    <a:cubicBezTo>
                      <a:pt x="25717" y="18479"/>
                      <a:pt x="26575" y="17240"/>
                      <a:pt x="17812" y="8763"/>
                    </a:cubicBezTo>
                    <a:lnTo>
                      <a:pt x="9811" y="0"/>
                    </a:lnTo>
                    <a:cubicBezTo>
                      <a:pt x="10382" y="7239"/>
                      <a:pt x="9430" y="14669"/>
                      <a:pt x="6763" y="21527"/>
                    </a:cubicBezTo>
                    <a:lnTo>
                      <a:pt x="0" y="33433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13" name="Полилиния: фигура 12">
                <a:extLst>
                  <a:ext uri="{FF2B5EF4-FFF2-40B4-BE49-F238E27FC236}">
                    <a16:creationId xmlns:a16="http://schemas.microsoft.com/office/drawing/2014/main" id="{B92221A9-DE03-2206-9788-4816B906BE9D}"/>
                  </a:ext>
                </a:extLst>
              </p:cNvPr>
              <p:cNvSpPr/>
              <p:nvPr/>
            </p:nvSpPr>
            <p:spPr>
              <a:xfrm>
                <a:off x="13558696" y="2528661"/>
                <a:ext cx="346145" cy="921638"/>
              </a:xfrm>
              <a:custGeom>
                <a:avLst/>
                <a:gdLst>
                  <a:gd name="connsiteX0" fmla="*/ 86963 w 346145"/>
                  <a:gd name="connsiteY0" fmla="*/ 26765 h 921638"/>
                  <a:gd name="connsiteX1" fmla="*/ 94869 w 346145"/>
                  <a:gd name="connsiteY1" fmla="*/ 43053 h 921638"/>
                  <a:gd name="connsiteX2" fmla="*/ 66294 w 346145"/>
                  <a:gd name="connsiteY2" fmla="*/ 86201 h 921638"/>
                  <a:gd name="connsiteX3" fmla="*/ 81534 w 346145"/>
                  <a:gd name="connsiteY3" fmla="*/ 100394 h 921638"/>
                  <a:gd name="connsiteX4" fmla="*/ 81534 w 346145"/>
                  <a:gd name="connsiteY4" fmla="*/ 120491 h 921638"/>
                  <a:gd name="connsiteX5" fmla="*/ 53626 w 346145"/>
                  <a:gd name="connsiteY5" fmla="*/ 143923 h 921638"/>
                  <a:gd name="connsiteX6" fmla="*/ 63151 w 346145"/>
                  <a:gd name="connsiteY6" fmla="*/ 160306 h 921638"/>
                  <a:gd name="connsiteX7" fmla="*/ 57817 w 346145"/>
                  <a:gd name="connsiteY7" fmla="*/ 179546 h 921638"/>
                  <a:gd name="connsiteX8" fmla="*/ 28861 w 346145"/>
                  <a:gd name="connsiteY8" fmla="*/ 193548 h 921638"/>
                  <a:gd name="connsiteX9" fmla="*/ 32099 w 346145"/>
                  <a:gd name="connsiteY9" fmla="*/ 205359 h 921638"/>
                  <a:gd name="connsiteX10" fmla="*/ 34385 w 346145"/>
                  <a:gd name="connsiteY10" fmla="*/ 214503 h 921638"/>
                  <a:gd name="connsiteX11" fmla="*/ 25051 w 346145"/>
                  <a:gd name="connsiteY11" fmla="*/ 235172 h 921638"/>
                  <a:gd name="connsiteX12" fmla="*/ 21526 w 346145"/>
                  <a:gd name="connsiteY12" fmla="*/ 236982 h 921638"/>
                  <a:gd name="connsiteX13" fmla="*/ 0 w 346145"/>
                  <a:gd name="connsiteY13" fmla="*/ 244316 h 921638"/>
                  <a:gd name="connsiteX14" fmla="*/ 37529 w 346145"/>
                  <a:gd name="connsiteY14" fmla="*/ 272320 h 921638"/>
                  <a:gd name="connsiteX15" fmla="*/ 37243 w 346145"/>
                  <a:gd name="connsiteY15" fmla="*/ 274415 h 921638"/>
                  <a:gd name="connsiteX16" fmla="*/ 51721 w 346145"/>
                  <a:gd name="connsiteY16" fmla="*/ 297561 h 921638"/>
                  <a:gd name="connsiteX17" fmla="*/ 115443 w 346145"/>
                  <a:gd name="connsiteY17" fmla="*/ 457486 h 921638"/>
                  <a:gd name="connsiteX18" fmla="*/ 143161 w 346145"/>
                  <a:gd name="connsiteY18" fmla="*/ 635984 h 921638"/>
                  <a:gd name="connsiteX19" fmla="*/ 135350 w 346145"/>
                  <a:gd name="connsiteY19" fmla="*/ 634651 h 921638"/>
                  <a:gd name="connsiteX20" fmla="*/ 133921 w 346145"/>
                  <a:gd name="connsiteY20" fmla="*/ 634841 h 921638"/>
                  <a:gd name="connsiteX21" fmla="*/ 149924 w 346145"/>
                  <a:gd name="connsiteY21" fmla="*/ 655987 h 921638"/>
                  <a:gd name="connsiteX22" fmla="*/ 147352 w 346145"/>
                  <a:gd name="connsiteY22" fmla="*/ 684086 h 921638"/>
                  <a:gd name="connsiteX23" fmla="*/ 135922 w 346145"/>
                  <a:gd name="connsiteY23" fmla="*/ 697325 h 921638"/>
                  <a:gd name="connsiteX24" fmla="*/ 140208 w 346145"/>
                  <a:gd name="connsiteY24" fmla="*/ 700088 h 921638"/>
                  <a:gd name="connsiteX25" fmla="*/ 143923 w 346145"/>
                  <a:gd name="connsiteY25" fmla="*/ 702755 h 921638"/>
                  <a:gd name="connsiteX26" fmla="*/ 152686 w 346145"/>
                  <a:gd name="connsiteY26" fmla="*/ 687324 h 921638"/>
                  <a:gd name="connsiteX27" fmla="*/ 178975 w 346145"/>
                  <a:gd name="connsiteY27" fmla="*/ 675323 h 921638"/>
                  <a:gd name="connsiteX28" fmla="*/ 228981 w 346145"/>
                  <a:gd name="connsiteY28" fmla="*/ 703136 h 921638"/>
                  <a:gd name="connsiteX29" fmla="*/ 237649 w 346145"/>
                  <a:gd name="connsiteY29" fmla="*/ 709422 h 921638"/>
                  <a:gd name="connsiteX30" fmla="*/ 252508 w 346145"/>
                  <a:gd name="connsiteY30" fmla="*/ 719328 h 921638"/>
                  <a:gd name="connsiteX31" fmla="*/ 259175 w 346145"/>
                  <a:gd name="connsiteY31" fmla="*/ 723138 h 921638"/>
                  <a:gd name="connsiteX32" fmla="*/ 265938 w 346145"/>
                  <a:gd name="connsiteY32" fmla="*/ 730472 h 921638"/>
                  <a:gd name="connsiteX33" fmla="*/ 298609 w 346145"/>
                  <a:gd name="connsiteY33" fmla="*/ 745903 h 921638"/>
                  <a:gd name="connsiteX34" fmla="*/ 308134 w 346145"/>
                  <a:gd name="connsiteY34" fmla="*/ 746379 h 921638"/>
                  <a:gd name="connsiteX35" fmla="*/ 322517 w 346145"/>
                  <a:gd name="connsiteY35" fmla="*/ 756571 h 921638"/>
                  <a:gd name="connsiteX36" fmla="*/ 319564 w 346145"/>
                  <a:gd name="connsiteY36" fmla="*/ 774002 h 921638"/>
                  <a:gd name="connsiteX37" fmla="*/ 313182 w 346145"/>
                  <a:gd name="connsiteY37" fmla="*/ 781240 h 921638"/>
                  <a:gd name="connsiteX38" fmla="*/ 285464 w 346145"/>
                  <a:gd name="connsiteY38" fmla="*/ 798195 h 921638"/>
                  <a:gd name="connsiteX39" fmla="*/ 261842 w 346145"/>
                  <a:gd name="connsiteY39" fmla="*/ 808958 h 921638"/>
                  <a:gd name="connsiteX40" fmla="*/ 226600 w 346145"/>
                  <a:gd name="connsiteY40" fmla="*/ 812197 h 921638"/>
                  <a:gd name="connsiteX41" fmla="*/ 189357 w 346145"/>
                  <a:gd name="connsiteY41" fmla="*/ 793433 h 921638"/>
                  <a:gd name="connsiteX42" fmla="*/ 182499 w 346145"/>
                  <a:gd name="connsiteY42" fmla="*/ 794099 h 921638"/>
                  <a:gd name="connsiteX43" fmla="*/ 171641 w 346145"/>
                  <a:gd name="connsiteY43" fmla="*/ 792861 h 921638"/>
                  <a:gd name="connsiteX44" fmla="*/ 166973 w 346145"/>
                  <a:gd name="connsiteY44" fmla="*/ 806196 h 921638"/>
                  <a:gd name="connsiteX45" fmla="*/ 163259 w 346145"/>
                  <a:gd name="connsiteY45" fmla="*/ 811530 h 921638"/>
                  <a:gd name="connsiteX46" fmla="*/ 166021 w 346145"/>
                  <a:gd name="connsiteY46" fmla="*/ 813245 h 921638"/>
                  <a:gd name="connsiteX47" fmla="*/ 196596 w 346145"/>
                  <a:gd name="connsiteY47" fmla="*/ 842010 h 921638"/>
                  <a:gd name="connsiteX48" fmla="*/ 199930 w 346145"/>
                  <a:gd name="connsiteY48" fmla="*/ 846392 h 921638"/>
                  <a:gd name="connsiteX49" fmla="*/ 202025 w 346145"/>
                  <a:gd name="connsiteY49" fmla="*/ 850011 h 921638"/>
                  <a:gd name="connsiteX50" fmla="*/ 226600 w 346145"/>
                  <a:gd name="connsiteY50" fmla="*/ 878205 h 921638"/>
                  <a:gd name="connsiteX51" fmla="*/ 229648 w 346145"/>
                  <a:gd name="connsiteY51" fmla="*/ 882872 h 921638"/>
                  <a:gd name="connsiteX52" fmla="*/ 231267 w 346145"/>
                  <a:gd name="connsiteY52" fmla="*/ 886111 h 921638"/>
                  <a:gd name="connsiteX53" fmla="*/ 237744 w 346145"/>
                  <a:gd name="connsiteY53" fmla="*/ 891350 h 921638"/>
                  <a:gd name="connsiteX54" fmla="*/ 266224 w 346145"/>
                  <a:gd name="connsiteY54" fmla="*/ 912495 h 921638"/>
                  <a:gd name="connsiteX55" fmla="*/ 272605 w 346145"/>
                  <a:gd name="connsiteY55" fmla="*/ 916496 h 921638"/>
                  <a:gd name="connsiteX56" fmla="*/ 277559 w 346145"/>
                  <a:gd name="connsiteY56" fmla="*/ 921639 h 921638"/>
                  <a:gd name="connsiteX57" fmla="*/ 337375 w 346145"/>
                  <a:gd name="connsiteY57" fmla="*/ 703993 h 921638"/>
                  <a:gd name="connsiteX58" fmla="*/ 295561 w 346145"/>
                  <a:gd name="connsiteY58" fmla="*/ 729234 h 921638"/>
                  <a:gd name="connsiteX59" fmla="*/ 307181 w 346145"/>
                  <a:gd name="connsiteY59" fmla="*/ 709613 h 921638"/>
                  <a:gd name="connsiteX60" fmla="*/ 332327 w 346145"/>
                  <a:gd name="connsiteY60" fmla="*/ 683705 h 921638"/>
                  <a:gd name="connsiteX61" fmla="*/ 326993 w 346145"/>
                  <a:gd name="connsiteY61" fmla="*/ 668179 h 921638"/>
                  <a:gd name="connsiteX62" fmla="*/ 323564 w 346145"/>
                  <a:gd name="connsiteY62" fmla="*/ 424910 h 921638"/>
                  <a:gd name="connsiteX63" fmla="*/ 296132 w 346145"/>
                  <a:gd name="connsiteY63" fmla="*/ 448246 h 921638"/>
                  <a:gd name="connsiteX64" fmla="*/ 239363 w 346145"/>
                  <a:gd name="connsiteY64" fmla="*/ 217361 h 921638"/>
                  <a:gd name="connsiteX65" fmla="*/ 239363 w 346145"/>
                  <a:gd name="connsiteY65" fmla="*/ 216217 h 921638"/>
                  <a:gd name="connsiteX66" fmla="*/ 233553 w 346145"/>
                  <a:gd name="connsiteY66" fmla="*/ 199930 h 921638"/>
                  <a:gd name="connsiteX67" fmla="*/ 230410 w 346145"/>
                  <a:gd name="connsiteY67" fmla="*/ 178022 h 921638"/>
                  <a:gd name="connsiteX68" fmla="*/ 223171 w 346145"/>
                  <a:gd name="connsiteY68" fmla="*/ 192119 h 921638"/>
                  <a:gd name="connsiteX69" fmla="*/ 212979 w 346145"/>
                  <a:gd name="connsiteY69" fmla="*/ 190119 h 921638"/>
                  <a:gd name="connsiteX70" fmla="*/ 203073 w 346145"/>
                  <a:gd name="connsiteY70" fmla="*/ 192024 h 921638"/>
                  <a:gd name="connsiteX71" fmla="*/ 91440 w 346145"/>
                  <a:gd name="connsiteY71" fmla="*/ 0 h 921638"/>
                  <a:gd name="connsiteX72" fmla="*/ 75629 w 346145"/>
                  <a:gd name="connsiteY72" fmla="*/ 21336 h 921638"/>
                  <a:gd name="connsiteX73" fmla="*/ 87440 w 346145"/>
                  <a:gd name="connsiteY73" fmla="*/ 26765 h 921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</a:cxnLst>
                <a:rect l="l" t="t" r="r" b="b"/>
                <a:pathLst>
                  <a:path w="346145" h="921638">
                    <a:moveTo>
                      <a:pt x="86963" y="26765"/>
                    </a:moveTo>
                    <a:cubicBezTo>
                      <a:pt x="92678" y="30099"/>
                      <a:pt x="95726" y="36576"/>
                      <a:pt x="94869" y="43053"/>
                    </a:cubicBezTo>
                    <a:cubicBezTo>
                      <a:pt x="92678" y="59912"/>
                      <a:pt x="82105" y="75152"/>
                      <a:pt x="66294" y="86201"/>
                    </a:cubicBezTo>
                    <a:cubicBezTo>
                      <a:pt x="72390" y="90392"/>
                      <a:pt x="77533" y="95155"/>
                      <a:pt x="81534" y="100394"/>
                    </a:cubicBezTo>
                    <a:cubicBezTo>
                      <a:pt x="86011" y="106299"/>
                      <a:pt x="86011" y="114491"/>
                      <a:pt x="81534" y="120491"/>
                    </a:cubicBezTo>
                    <a:cubicBezTo>
                      <a:pt x="73724" y="130683"/>
                      <a:pt x="64294" y="138589"/>
                      <a:pt x="53626" y="143923"/>
                    </a:cubicBezTo>
                    <a:cubicBezTo>
                      <a:pt x="57531" y="148876"/>
                      <a:pt x="60865" y="154305"/>
                      <a:pt x="63151" y="160306"/>
                    </a:cubicBezTo>
                    <a:cubicBezTo>
                      <a:pt x="65913" y="167259"/>
                      <a:pt x="63722" y="175070"/>
                      <a:pt x="57817" y="179546"/>
                    </a:cubicBezTo>
                    <a:cubicBezTo>
                      <a:pt x="50959" y="184880"/>
                      <a:pt x="41720" y="190786"/>
                      <a:pt x="28861" y="193548"/>
                    </a:cubicBezTo>
                    <a:lnTo>
                      <a:pt x="32099" y="205359"/>
                    </a:lnTo>
                    <a:lnTo>
                      <a:pt x="34385" y="214503"/>
                    </a:lnTo>
                    <a:cubicBezTo>
                      <a:pt x="37243" y="222694"/>
                      <a:pt x="33147" y="231838"/>
                      <a:pt x="25051" y="235172"/>
                    </a:cubicBezTo>
                    <a:lnTo>
                      <a:pt x="21526" y="236982"/>
                    </a:lnTo>
                    <a:cubicBezTo>
                      <a:pt x="16764" y="239554"/>
                      <a:pt x="9811" y="242983"/>
                      <a:pt x="0" y="244316"/>
                    </a:cubicBezTo>
                    <a:cubicBezTo>
                      <a:pt x="10954" y="256318"/>
                      <a:pt x="23146" y="266510"/>
                      <a:pt x="37529" y="272320"/>
                    </a:cubicBezTo>
                    <a:lnTo>
                      <a:pt x="37243" y="274415"/>
                    </a:lnTo>
                    <a:cubicBezTo>
                      <a:pt x="37243" y="284512"/>
                      <a:pt x="43148" y="293180"/>
                      <a:pt x="51721" y="297561"/>
                    </a:cubicBezTo>
                    <a:cubicBezTo>
                      <a:pt x="58769" y="367379"/>
                      <a:pt x="78581" y="420910"/>
                      <a:pt x="115443" y="457486"/>
                    </a:cubicBezTo>
                    <a:cubicBezTo>
                      <a:pt x="111538" y="514445"/>
                      <a:pt x="91059" y="573215"/>
                      <a:pt x="143161" y="635984"/>
                    </a:cubicBezTo>
                    <a:lnTo>
                      <a:pt x="135350" y="634651"/>
                    </a:lnTo>
                    <a:lnTo>
                      <a:pt x="133921" y="634841"/>
                    </a:lnTo>
                    <a:cubicBezTo>
                      <a:pt x="141065" y="640747"/>
                      <a:pt x="146971" y="647700"/>
                      <a:pt x="149924" y="655987"/>
                    </a:cubicBezTo>
                    <a:cubicBezTo>
                      <a:pt x="153162" y="665417"/>
                      <a:pt x="152305" y="675418"/>
                      <a:pt x="147352" y="684086"/>
                    </a:cubicBezTo>
                    <a:cubicBezTo>
                      <a:pt x="144113" y="689801"/>
                      <a:pt x="140113" y="694087"/>
                      <a:pt x="135922" y="697325"/>
                    </a:cubicBezTo>
                    <a:lnTo>
                      <a:pt x="140208" y="700088"/>
                    </a:lnTo>
                    <a:lnTo>
                      <a:pt x="143923" y="702755"/>
                    </a:lnTo>
                    <a:cubicBezTo>
                      <a:pt x="145542" y="697611"/>
                      <a:pt x="148304" y="692372"/>
                      <a:pt x="152686" y="687324"/>
                    </a:cubicBezTo>
                    <a:cubicBezTo>
                      <a:pt x="159449" y="679609"/>
                      <a:pt x="168783" y="675323"/>
                      <a:pt x="178975" y="675323"/>
                    </a:cubicBezTo>
                    <a:cubicBezTo>
                      <a:pt x="197929" y="675323"/>
                      <a:pt x="216408" y="690182"/>
                      <a:pt x="228981" y="703136"/>
                    </a:cubicBezTo>
                    <a:lnTo>
                      <a:pt x="237649" y="709422"/>
                    </a:lnTo>
                    <a:cubicBezTo>
                      <a:pt x="244221" y="714089"/>
                      <a:pt x="247459" y="716471"/>
                      <a:pt x="252508" y="719328"/>
                    </a:cubicBezTo>
                    <a:lnTo>
                      <a:pt x="259175" y="723138"/>
                    </a:lnTo>
                    <a:lnTo>
                      <a:pt x="265938" y="730472"/>
                    </a:lnTo>
                    <a:cubicBezTo>
                      <a:pt x="281654" y="739807"/>
                      <a:pt x="294799" y="745427"/>
                      <a:pt x="298609" y="745903"/>
                    </a:cubicBezTo>
                    <a:lnTo>
                      <a:pt x="308134" y="746379"/>
                    </a:lnTo>
                    <a:cubicBezTo>
                      <a:pt x="314516" y="746760"/>
                      <a:pt x="320040" y="750761"/>
                      <a:pt x="322517" y="756571"/>
                    </a:cubicBezTo>
                    <a:cubicBezTo>
                      <a:pt x="324898" y="762476"/>
                      <a:pt x="323755" y="769239"/>
                      <a:pt x="319564" y="774002"/>
                    </a:cubicBezTo>
                    <a:lnTo>
                      <a:pt x="313182" y="781240"/>
                    </a:lnTo>
                    <a:cubicBezTo>
                      <a:pt x="303371" y="792290"/>
                      <a:pt x="293084" y="796576"/>
                      <a:pt x="285464" y="798195"/>
                    </a:cubicBezTo>
                    <a:cubicBezTo>
                      <a:pt x="278130" y="804291"/>
                      <a:pt x="269938" y="808101"/>
                      <a:pt x="261842" y="808958"/>
                    </a:cubicBezTo>
                    <a:cubicBezTo>
                      <a:pt x="251746" y="814673"/>
                      <a:pt x="237172" y="815721"/>
                      <a:pt x="226600" y="812197"/>
                    </a:cubicBezTo>
                    <a:cubicBezTo>
                      <a:pt x="211550" y="808292"/>
                      <a:pt x="198025" y="799814"/>
                      <a:pt x="189357" y="793433"/>
                    </a:cubicBezTo>
                    <a:lnTo>
                      <a:pt x="182499" y="794099"/>
                    </a:lnTo>
                    <a:lnTo>
                      <a:pt x="171641" y="792861"/>
                    </a:lnTo>
                    <a:cubicBezTo>
                      <a:pt x="171355" y="797719"/>
                      <a:pt x="169736" y="802291"/>
                      <a:pt x="166973" y="806196"/>
                    </a:cubicBezTo>
                    <a:lnTo>
                      <a:pt x="163259" y="811530"/>
                    </a:lnTo>
                    <a:lnTo>
                      <a:pt x="166021" y="813245"/>
                    </a:lnTo>
                    <a:cubicBezTo>
                      <a:pt x="180404" y="822293"/>
                      <a:pt x="189929" y="833342"/>
                      <a:pt x="196596" y="842010"/>
                    </a:cubicBezTo>
                    <a:lnTo>
                      <a:pt x="199930" y="846392"/>
                    </a:lnTo>
                    <a:lnTo>
                      <a:pt x="202025" y="850011"/>
                    </a:lnTo>
                    <a:cubicBezTo>
                      <a:pt x="211836" y="858488"/>
                      <a:pt x="219932" y="867728"/>
                      <a:pt x="226600" y="878205"/>
                    </a:cubicBezTo>
                    <a:lnTo>
                      <a:pt x="229648" y="882872"/>
                    </a:lnTo>
                    <a:lnTo>
                      <a:pt x="231267" y="886111"/>
                    </a:lnTo>
                    <a:lnTo>
                      <a:pt x="237744" y="891350"/>
                    </a:lnTo>
                    <a:cubicBezTo>
                      <a:pt x="250317" y="901446"/>
                      <a:pt x="256318" y="906209"/>
                      <a:pt x="266224" y="912495"/>
                    </a:cubicBezTo>
                    <a:lnTo>
                      <a:pt x="272605" y="916496"/>
                    </a:lnTo>
                    <a:lnTo>
                      <a:pt x="277559" y="921639"/>
                    </a:lnTo>
                    <a:cubicBezTo>
                      <a:pt x="362998" y="846868"/>
                      <a:pt x="301180" y="754761"/>
                      <a:pt x="337375" y="703993"/>
                    </a:cubicBezTo>
                    <a:cubicBezTo>
                      <a:pt x="323183" y="710089"/>
                      <a:pt x="308515" y="719519"/>
                      <a:pt x="295561" y="729234"/>
                    </a:cubicBezTo>
                    <a:cubicBezTo>
                      <a:pt x="299752" y="722567"/>
                      <a:pt x="303562" y="715994"/>
                      <a:pt x="307181" y="709613"/>
                    </a:cubicBezTo>
                    <a:cubicBezTo>
                      <a:pt x="321088" y="708851"/>
                      <a:pt x="332327" y="697516"/>
                      <a:pt x="332327" y="683705"/>
                    </a:cubicBezTo>
                    <a:cubicBezTo>
                      <a:pt x="332327" y="677894"/>
                      <a:pt x="330327" y="672560"/>
                      <a:pt x="326993" y="668179"/>
                    </a:cubicBezTo>
                    <a:cubicBezTo>
                      <a:pt x="374713" y="548640"/>
                      <a:pt x="317468" y="481775"/>
                      <a:pt x="323564" y="424910"/>
                    </a:cubicBezTo>
                    <a:cubicBezTo>
                      <a:pt x="312896" y="431483"/>
                      <a:pt x="303847" y="439388"/>
                      <a:pt x="296132" y="448246"/>
                    </a:cubicBezTo>
                    <a:cubicBezTo>
                      <a:pt x="335471" y="312992"/>
                      <a:pt x="265176" y="278035"/>
                      <a:pt x="239363" y="217361"/>
                    </a:cubicBezTo>
                    <a:lnTo>
                      <a:pt x="239363" y="216217"/>
                    </a:lnTo>
                    <a:cubicBezTo>
                      <a:pt x="239459" y="210026"/>
                      <a:pt x="237172" y="204406"/>
                      <a:pt x="233553" y="199930"/>
                    </a:cubicBezTo>
                    <a:cubicBezTo>
                      <a:pt x="231838" y="193072"/>
                      <a:pt x="230696" y="185833"/>
                      <a:pt x="230410" y="178022"/>
                    </a:cubicBezTo>
                    <a:cubicBezTo>
                      <a:pt x="227743" y="182785"/>
                      <a:pt x="225362" y="187547"/>
                      <a:pt x="223171" y="192119"/>
                    </a:cubicBezTo>
                    <a:lnTo>
                      <a:pt x="212979" y="190119"/>
                    </a:lnTo>
                    <a:lnTo>
                      <a:pt x="203073" y="192024"/>
                    </a:lnTo>
                    <a:cubicBezTo>
                      <a:pt x="196501" y="84773"/>
                      <a:pt x="141827" y="46673"/>
                      <a:pt x="91440" y="0"/>
                    </a:cubicBezTo>
                    <a:cubicBezTo>
                      <a:pt x="87630" y="7429"/>
                      <a:pt x="82296" y="14764"/>
                      <a:pt x="75629" y="21336"/>
                    </a:cubicBezTo>
                    <a:lnTo>
                      <a:pt x="87440" y="2676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14" name="Полилиния: фигура 13">
                <a:extLst>
                  <a:ext uri="{FF2B5EF4-FFF2-40B4-BE49-F238E27FC236}">
                    <a16:creationId xmlns:a16="http://schemas.microsoft.com/office/drawing/2014/main" id="{2B37A75E-28C0-9F76-CE7A-F12374D4E77F}"/>
                  </a:ext>
                </a:extLst>
              </p:cNvPr>
              <p:cNvSpPr/>
              <p:nvPr/>
            </p:nvSpPr>
            <p:spPr>
              <a:xfrm>
                <a:off x="13242614" y="2456580"/>
                <a:ext cx="134059" cy="104465"/>
              </a:xfrm>
              <a:custGeom>
                <a:avLst/>
                <a:gdLst>
                  <a:gd name="connsiteX0" fmla="*/ 115962 w 134059"/>
                  <a:gd name="connsiteY0" fmla="*/ 33790 h 104465"/>
                  <a:gd name="connsiteX1" fmla="*/ 134060 w 134059"/>
                  <a:gd name="connsiteY1" fmla="*/ 16169 h 104465"/>
                  <a:gd name="connsiteX2" fmla="*/ 114152 w 134059"/>
                  <a:gd name="connsiteY2" fmla="*/ 12835 h 104465"/>
                  <a:gd name="connsiteX3" fmla="*/ 97198 w 134059"/>
                  <a:gd name="connsiteY3" fmla="*/ 28456 h 104465"/>
                  <a:gd name="connsiteX4" fmla="*/ 80148 w 134059"/>
                  <a:gd name="connsiteY4" fmla="*/ 27884 h 104465"/>
                  <a:gd name="connsiteX5" fmla="*/ 72719 w 134059"/>
                  <a:gd name="connsiteY5" fmla="*/ 12549 h 104465"/>
                  <a:gd name="connsiteX6" fmla="*/ 68242 w 134059"/>
                  <a:gd name="connsiteY6" fmla="*/ 3310 h 104465"/>
                  <a:gd name="connsiteX7" fmla="*/ 49001 w 134059"/>
                  <a:gd name="connsiteY7" fmla="*/ 929 h 104465"/>
                  <a:gd name="connsiteX8" fmla="*/ 45287 w 134059"/>
                  <a:gd name="connsiteY8" fmla="*/ 2643 h 104465"/>
                  <a:gd name="connsiteX9" fmla="*/ 35666 w 134059"/>
                  <a:gd name="connsiteY9" fmla="*/ 6548 h 104465"/>
                  <a:gd name="connsiteX10" fmla="*/ 32333 w 134059"/>
                  <a:gd name="connsiteY10" fmla="*/ 7215 h 104465"/>
                  <a:gd name="connsiteX11" fmla="*/ 30332 w 134059"/>
                  <a:gd name="connsiteY11" fmla="*/ 7406 h 104465"/>
                  <a:gd name="connsiteX12" fmla="*/ 29380 w 134059"/>
                  <a:gd name="connsiteY12" fmla="*/ 7406 h 104465"/>
                  <a:gd name="connsiteX13" fmla="*/ 26522 w 134059"/>
                  <a:gd name="connsiteY13" fmla="*/ 7120 h 104465"/>
                  <a:gd name="connsiteX14" fmla="*/ 22712 w 134059"/>
                  <a:gd name="connsiteY14" fmla="*/ 6644 h 104465"/>
                  <a:gd name="connsiteX15" fmla="*/ 1472 w 134059"/>
                  <a:gd name="connsiteY15" fmla="*/ 45029 h 104465"/>
                  <a:gd name="connsiteX16" fmla="*/ 6996 w 134059"/>
                  <a:gd name="connsiteY16" fmla="*/ 77033 h 104465"/>
                  <a:gd name="connsiteX17" fmla="*/ 15473 w 134059"/>
                  <a:gd name="connsiteY17" fmla="*/ 80748 h 104465"/>
                  <a:gd name="connsiteX18" fmla="*/ 20617 w 134059"/>
                  <a:gd name="connsiteY18" fmla="*/ 78367 h 104465"/>
                  <a:gd name="connsiteX19" fmla="*/ 37476 w 134059"/>
                  <a:gd name="connsiteY19" fmla="*/ 75605 h 104465"/>
                  <a:gd name="connsiteX20" fmla="*/ 47763 w 134059"/>
                  <a:gd name="connsiteY20" fmla="*/ 89130 h 104465"/>
                  <a:gd name="connsiteX21" fmla="*/ 47382 w 134059"/>
                  <a:gd name="connsiteY21" fmla="*/ 102275 h 104465"/>
                  <a:gd name="connsiteX22" fmla="*/ 49287 w 134059"/>
                  <a:gd name="connsiteY22" fmla="*/ 101989 h 104465"/>
                  <a:gd name="connsiteX23" fmla="*/ 51192 w 134059"/>
                  <a:gd name="connsiteY23" fmla="*/ 101989 h 104465"/>
                  <a:gd name="connsiteX24" fmla="*/ 59574 w 134059"/>
                  <a:gd name="connsiteY24" fmla="*/ 104465 h 104465"/>
                  <a:gd name="connsiteX25" fmla="*/ 65670 w 134059"/>
                  <a:gd name="connsiteY25" fmla="*/ 102846 h 104465"/>
                  <a:gd name="connsiteX26" fmla="*/ 76719 w 134059"/>
                  <a:gd name="connsiteY26" fmla="*/ 75509 h 104465"/>
                  <a:gd name="connsiteX27" fmla="*/ 115962 w 134059"/>
                  <a:gd name="connsiteY27" fmla="*/ 33695 h 104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4059" h="104465">
                    <a:moveTo>
                      <a:pt x="115962" y="33790"/>
                    </a:moveTo>
                    <a:cubicBezTo>
                      <a:pt x="122058" y="27980"/>
                      <a:pt x="128249" y="21979"/>
                      <a:pt x="134060" y="16169"/>
                    </a:cubicBezTo>
                    <a:cubicBezTo>
                      <a:pt x="126916" y="16264"/>
                      <a:pt x="120153" y="15216"/>
                      <a:pt x="114152" y="12835"/>
                    </a:cubicBezTo>
                    <a:cubicBezTo>
                      <a:pt x="111104" y="18169"/>
                      <a:pt x="105866" y="23693"/>
                      <a:pt x="97198" y="28456"/>
                    </a:cubicBezTo>
                    <a:cubicBezTo>
                      <a:pt x="91864" y="31504"/>
                      <a:pt x="85292" y="31218"/>
                      <a:pt x="80148" y="27884"/>
                    </a:cubicBezTo>
                    <a:cubicBezTo>
                      <a:pt x="75005" y="24551"/>
                      <a:pt x="72147" y="18645"/>
                      <a:pt x="72719" y="12549"/>
                    </a:cubicBezTo>
                    <a:cubicBezTo>
                      <a:pt x="73195" y="6644"/>
                      <a:pt x="73290" y="6358"/>
                      <a:pt x="68242" y="3310"/>
                    </a:cubicBezTo>
                    <a:cubicBezTo>
                      <a:pt x="62908" y="-24"/>
                      <a:pt x="55383" y="-881"/>
                      <a:pt x="49001" y="929"/>
                    </a:cubicBezTo>
                    <a:lnTo>
                      <a:pt x="45287" y="2643"/>
                    </a:lnTo>
                    <a:lnTo>
                      <a:pt x="35666" y="6548"/>
                    </a:lnTo>
                    <a:lnTo>
                      <a:pt x="32333" y="7215"/>
                    </a:lnTo>
                    <a:lnTo>
                      <a:pt x="30332" y="7406"/>
                    </a:lnTo>
                    <a:lnTo>
                      <a:pt x="29380" y="7406"/>
                    </a:lnTo>
                    <a:lnTo>
                      <a:pt x="26522" y="7120"/>
                    </a:lnTo>
                    <a:lnTo>
                      <a:pt x="22712" y="6644"/>
                    </a:lnTo>
                    <a:cubicBezTo>
                      <a:pt x="13854" y="17121"/>
                      <a:pt x="3567" y="34552"/>
                      <a:pt x="1472" y="45029"/>
                    </a:cubicBezTo>
                    <a:cubicBezTo>
                      <a:pt x="-1957" y="62555"/>
                      <a:pt x="900" y="69985"/>
                      <a:pt x="6996" y="77033"/>
                    </a:cubicBezTo>
                    <a:lnTo>
                      <a:pt x="15473" y="80748"/>
                    </a:lnTo>
                    <a:lnTo>
                      <a:pt x="20617" y="78367"/>
                    </a:lnTo>
                    <a:cubicBezTo>
                      <a:pt x="25284" y="74462"/>
                      <a:pt x="31761" y="73319"/>
                      <a:pt x="37476" y="75605"/>
                    </a:cubicBezTo>
                    <a:cubicBezTo>
                      <a:pt x="43191" y="77891"/>
                      <a:pt x="47096" y="83034"/>
                      <a:pt x="47763" y="89130"/>
                    </a:cubicBezTo>
                    <a:lnTo>
                      <a:pt x="47382" y="102275"/>
                    </a:lnTo>
                    <a:lnTo>
                      <a:pt x="49287" y="101989"/>
                    </a:lnTo>
                    <a:lnTo>
                      <a:pt x="51192" y="101989"/>
                    </a:lnTo>
                    <a:cubicBezTo>
                      <a:pt x="51192" y="101989"/>
                      <a:pt x="59574" y="104465"/>
                      <a:pt x="59574" y="104465"/>
                    </a:cubicBezTo>
                    <a:lnTo>
                      <a:pt x="65670" y="102846"/>
                    </a:lnTo>
                    <a:cubicBezTo>
                      <a:pt x="66623" y="93893"/>
                      <a:pt x="70242" y="84749"/>
                      <a:pt x="76719" y="75509"/>
                    </a:cubicBezTo>
                    <a:cubicBezTo>
                      <a:pt x="84911" y="63508"/>
                      <a:pt x="99960" y="49030"/>
                      <a:pt x="115962" y="33695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15" name="Полилиния: фигура 14">
                <a:extLst>
                  <a:ext uri="{FF2B5EF4-FFF2-40B4-BE49-F238E27FC236}">
                    <a16:creationId xmlns:a16="http://schemas.microsoft.com/office/drawing/2014/main" id="{A5EA1722-BB7E-2734-2854-F098BC3A0B93}"/>
                  </a:ext>
                </a:extLst>
              </p:cNvPr>
              <p:cNvSpPr/>
              <p:nvPr/>
            </p:nvSpPr>
            <p:spPr>
              <a:xfrm>
                <a:off x="13394009" y="2359878"/>
                <a:ext cx="52387" cy="78581"/>
              </a:xfrm>
              <a:custGeom>
                <a:avLst/>
                <a:gdLst>
                  <a:gd name="connsiteX0" fmla="*/ 30575 w 52387"/>
                  <a:gd name="connsiteY0" fmla="*/ 78486 h 78581"/>
                  <a:gd name="connsiteX1" fmla="*/ 51816 w 52387"/>
                  <a:gd name="connsiteY1" fmla="*/ 42291 h 78581"/>
                  <a:gd name="connsiteX2" fmla="*/ 52388 w 52387"/>
                  <a:gd name="connsiteY2" fmla="*/ 40862 h 78581"/>
                  <a:gd name="connsiteX3" fmla="*/ 36100 w 52387"/>
                  <a:gd name="connsiteY3" fmla="*/ 43625 h 78581"/>
                  <a:gd name="connsiteX4" fmla="*/ 20288 w 52387"/>
                  <a:gd name="connsiteY4" fmla="*/ 33433 h 78581"/>
                  <a:gd name="connsiteX5" fmla="*/ 23527 w 52387"/>
                  <a:gd name="connsiteY5" fmla="*/ 15335 h 78581"/>
                  <a:gd name="connsiteX6" fmla="*/ 26384 w 52387"/>
                  <a:gd name="connsiteY6" fmla="*/ 9906 h 78581"/>
                  <a:gd name="connsiteX7" fmla="*/ 21146 w 52387"/>
                  <a:gd name="connsiteY7" fmla="*/ 381 h 78581"/>
                  <a:gd name="connsiteX8" fmla="*/ 17145 w 52387"/>
                  <a:gd name="connsiteY8" fmla="*/ 0 h 78581"/>
                  <a:gd name="connsiteX9" fmla="*/ 0 w 52387"/>
                  <a:gd name="connsiteY9" fmla="*/ 6477 h 78581"/>
                  <a:gd name="connsiteX10" fmla="*/ 381 w 52387"/>
                  <a:gd name="connsiteY10" fmla="*/ 6858 h 78581"/>
                  <a:gd name="connsiteX11" fmla="*/ 10858 w 52387"/>
                  <a:gd name="connsiteY11" fmla="*/ 44577 h 78581"/>
                  <a:gd name="connsiteX12" fmla="*/ 14097 w 52387"/>
                  <a:gd name="connsiteY12" fmla="*/ 44291 h 78581"/>
                  <a:gd name="connsiteX13" fmla="*/ 24956 w 52387"/>
                  <a:gd name="connsiteY13" fmla="*/ 48292 h 78581"/>
                  <a:gd name="connsiteX14" fmla="*/ 32195 w 52387"/>
                  <a:gd name="connsiteY14" fmla="*/ 71818 h 78581"/>
                  <a:gd name="connsiteX15" fmla="*/ 30671 w 52387"/>
                  <a:gd name="connsiteY15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2387" h="78581">
                    <a:moveTo>
                      <a:pt x="30575" y="78486"/>
                    </a:moveTo>
                    <a:cubicBezTo>
                      <a:pt x="39910" y="67151"/>
                      <a:pt x="48292" y="53340"/>
                      <a:pt x="51816" y="42291"/>
                    </a:cubicBezTo>
                    <a:lnTo>
                      <a:pt x="52388" y="40862"/>
                    </a:lnTo>
                    <a:cubicBezTo>
                      <a:pt x="47339" y="42672"/>
                      <a:pt x="41910" y="43625"/>
                      <a:pt x="36100" y="43625"/>
                    </a:cubicBezTo>
                    <a:cubicBezTo>
                      <a:pt x="29432" y="43625"/>
                      <a:pt x="22860" y="39624"/>
                      <a:pt x="20288" y="33433"/>
                    </a:cubicBezTo>
                    <a:cubicBezTo>
                      <a:pt x="17717" y="27146"/>
                      <a:pt x="18669" y="20002"/>
                      <a:pt x="23527" y="15335"/>
                    </a:cubicBezTo>
                    <a:lnTo>
                      <a:pt x="26384" y="9906"/>
                    </a:lnTo>
                    <a:lnTo>
                      <a:pt x="21146" y="381"/>
                    </a:lnTo>
                    <a:lnTo>
                      <a:pt x="17145" y="0"/>
                    </a:lnTo>
                    <a:cubicBezTo>
                      <a:pt x="10573" y="0"/>
                      <a:pt x="4572" y="2477"/>
                      <a:pt x="0" y="6477"/>
                    </a:cubicBezTo>
                    <a:lnTo>
                      <a:pt x="381" y="6858"/>
                    </a:lnTo>
                    <a:cubicBezTo>
                      <a:pt x="6477" y="14192"/>
                      <a:pt x="12954" y="26575"/>
                      <a:pt x="10858" y="44577"/>
                    </a:cubicBezTo>
                    <a:lnTo>
                      <a:pt x="14097" y="44291"/>
                    </a:lnTo>
                    <a:lnTo>
                      <a:pt x="24956" y="48292"/>
                    </a:lnTo>
                    <a:cubicBezTo>
                      <a:pt x="30956" y="53530"/>
                      <a:pt x="33528" y="61817"/>
                      <a:pt x="32195" y="71818"/>
                    </a:cubicBezTo>
                    <a:lnTo>
                      <a:pt x="30671" y="7858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9D99694A-EB8E-F8ED-CBC1-7326080701DD}"/>
                  </a:ext>
                </a:extLst>
              </p:cNvPr>
              <p:cNvSpPr/>
              <p:nvPr/>
            </p:nvSpPr>
            <p:spPr>
              <a:xfrm>
                <a:off x="13449825" y="3579840"/>
                <a:ext cx="349091" cy="285464"/>
              </a:xfrm>
              <a:custGeom>
                <a:avLst/>
                <a:gdLst>
                  <a:gd name="connsiteX0" fmla="*/ 337376 w 349091"/>
                  <a:gd name="connsiteY0" fmla="*/ 1810 h 285464"/>
                  <a:gd name="connsiteX1" fmla="*/ 290894 w 349091"/>
                  <a:gd name="connsiteY1" fmla="*/ 6477 h 285464"/>
                  <a:gd name="connsiteX2" fmla="*/ 285274 w 349091"/>
                  <a:gd name="connsiteY2" fmla="*/ 5143 h 285464"/>
                  <a:gd name="connsiteX3" fmla="*/ 264890 w 349091"/>
                  <a:gd name="connsiteY3" fmla="*/ 8477 h 285464"/>
                  <a:gd name="connsiteX4" fmla="*/ 244316 w 349091"/>
                  <a:gd name="connsiteY4" fmla="*/ 5429 h 285464"/>
                  <a:gd name="connsiteX5" fmla="*/ 230029 w 349091"/>
                  <a:gd name="connsiteY5" fmla="*/ 1524 h 285464"/>
                  <a:gd name="connsiteX6" fmla="*/ 202597 w 349091"/>
                  <a:gd name="connsiteY6" fmla="*/ 0 h 285464"/>
                  <a:gd name="connsiteX7" fmla="*/ 208121 w 349091"/>
                  <a:gd name="connsiteY7" fmla="*/ 12287 h 285464"/>
                  <a:gd name="connsiteX8" fmla="*/ 196691 w 349091"/>
                  <a:gd name="connsiteY8" fmla="*/ 28099 h 285464"/>
                  <a:gd name="connsiteX9" fmla="*/ 155067 w 349091"/>
                  <a:gd name="connsiteY9" fmla="*/ 138113 h 285464"/>
                  <a:gd name="connsiteX10" fmla="*/ 12573 w 349091"/>
                  <a:gd name="connsiteY10" fmla="*/ 166307 h 285464"/>
                  <a:gd name="connsiteX11" fmla="*/ 191 w 349091"/>
                  <a:gd name="connsiteY11" fmla="*/ 211931 h 285464"/>
                  <a:gd name="connsiteX12" fmla="*/ 0 w 349091"/>
                  <a:gd name="connsiteY12" fmla="*/ 212217 h 285464"/>
                  <a:gd name="connsiteX13" fmla="*/ 104489 w 349091"/>
                  <a:gd name="connsiteY13" fmla="*/ 264319 h 285464"/>
                  <a:gd name="connsiteX14" fmla="*/ 128111 w 349091"/>
                  <a:gd name="connsiteY14" fmla="*/ 285464 h 285464"/>
                  <a:gd name="connsiteX15" fmla="*/ 257270 w 349091"/>
                  <a:gd name="connsiteY15" fmla="*/ 152019 h 285464"/>
                  <a:gd name="connsiteX16" fmla="*/ 177356 w 349091"/>
                  <a:gd name="connsiteY16" fmla="*/ 144304 h 285464"/>
                  <a:gd name="connsiteX17" fmla="*/ 177546 w 349091"/>
                  <a:gd name="connsiteY17" fmla="*/ 144018 h 285464"/>
                  <a:gd name="connsiteX18" fmla="*/ 218503 w 349091"/>
                  <a:gd name="connsiteY18" fmla="*/ 133350 h 285464"/>
                  <a:gd name="connsiteX19" fmla="*/ 235268 w 349091"/>
                  <a:gd name="connsiteY19" fmla="*/ 139351 h 285464"/>
                  <a:gd name="connsiteX20" fmla="*/ 261556 w 349091"/>
                  <a:gd name="connsiteY20" fmla="*/ 114491 h 285464"/>
                  <a:gd name="connsiteX21" fmla="*/ 349091 w 349091"/>
                  <a:gd name="connsiteY21" fmla="*/ 3620 h 285464"/>
                  <a:gd name="connsiteX22" fmla="*/ 337947 w 349091"/>
                  <a:gd name="connsiteY22" fmla="*/ 1905 h 285464"/>
                  <a:gd name="connsiteX23" fmla="*/ 337280 w 349091"/>
                  <a:gd name="connsiteY23" fmla="*/ 1714 h 28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49091" h="285464">
                    <a:moveTo>
                      <a:pt x="337376" y="1810"/>
                    </a:moveTo>
                    <a:cubicBezTo>
                      <a:pt x="324422" y="9144"/>
                      <a:pt x="305467" y="10858"/>
                      <a:pt x="290894" y="6477"/>
                    </a:cubicBezTo>
                    <a:lnTo>
                      <a:pt x="285274" y="5143"/>
                    </a:lnTo>
                    <a:cubicBezTo>
                      <a:pt x="278130" y="7810"/>
                      <a:pt x="270605" y="8477"/>
                      <a:pt x="264890" y="8477"/>
                    </a:cubicBezTo>
                    <a:cubicBezTo>
                      <a:pt x="257651" y="8477"/>
                      <a:pt x="250222" y="7429"/>
                      <a:pt x="244316" y="5429"/>
                    </a:cubicBezTo>
                    <a:cubicBezTo>
                      <a:pt x="238887" y="4191"/>
                      <a:pt x="234220" y="2858"/>
                      <a:pt x="230029" y="1524"/>
                    </a:cubicBezTo>
                    <a:cubicBezTo>
                      <a:pt x="221552" y="3143"/>
                      <a:pt x="211931" y="2572"/>
                      <a:pt x="202597" y="0"/>
                    </a:cubicBezTo>
                    <a:cubicBezTo>
                      <a:pt x="205931" y="3048"/>
                      <a:pt x="208121" y="7429"/>
                      <a:pt x="208121" y="12287"/>
                    </a:cubicBezTo>
                    <a:cubicBezTo>
                      <a:pt x="208121" y="19717"/>
                      <a:pt x="203359" y="26003"/>
                      <a:pt x="196691" y="28099"/>
                    </a:cubicBezTo>
                    <a:cubicBezTo>
                      <a:pt x="205454" y="70104"/>
                      <a:pt x="182975" y="111062"/>
                      <a:pt x="155067" y="138113"/>
                    </a:cubicBezTo>
                    <a:cubicBezTo>
                      <a:pt x="120872" y="171736"/>
                      <a:pt x="72390" y="181546"/>
                      <a:pt x="12573" y="166307"/>
                    </a:cubicBezTo>
                    <a:cubicBezTo>
                      <a:pt x="11621" y="182309"/>
                      <a:pt x="7525" y="197739"/>
                      <a:pt x="191" y="211931"/>
                    </a:cubicBezTo>
                    <a:lnTo>
                      <a:pt x="0" y="212217"/>
                    </a:lnTo>
                    <a:cubicBezTo>
                      <a:pt x="38862" y="226600"/>
                      <a:pt x="74771" y="243840"/>
                      <a:pt x="104489" y="264319"/>
                    </a:cubicBezTo>
                    <a:cubicBezTo>
                      <a:pt x="110681" y="268605"/>
                      <a:pt x="119444" y="276130"/>
                      <a:pt x="128111" y="285464"/>
                    </a:cubicBezTo>
                    <a:cubicBezTo>
                      <a:pt x="194881" y="252698"/>
                      <a:pt x="199358" y="174212"/>
                      <a:pt x="257270" y="152019"/>
                    </a:cubicBezTo>
                    <a:cubicBezTo>
                      <a:pt x="225838" y="142113"/>
                      <a:pt x="201549" y="141922"/>
                      <a:pt x="177356" y="144304"/>
                    </a:cubicBezTo>
                    <a:lnTo>
                      <a:pt x="177546" y="144018"/>
                    </a:lnTo>
                    <a:cubicBezTo>
                      <a:pt x="192500" y="141065"/>
                      <a:pt x="206121" y="137446"/>
                      <a:pt x="218503" y="133350"/>
                    </a:cubicBezTo>
                    <a:cubicBezTo>
                      <a:pt x="223076" y="137065"/>
                      <a:pt x="228790" y="139351"/>
                      <a:pt x="235268" y="139351"/>
                    </a:cubicBezTo>
                    <a:cubicBezTo>
                      <a:pt x="249365" y="139351"/>
                      <a:pt x="260890" y="128207"/>
                      <a:pt x="261556" y="114491"/>
                    </a:cubicBezTo>
                    <a:cubicBezTo>
                      <a:pt x="310134" y="86582"/>
                      <a:pt x="332232" y="46482"/>
                      <a:pt x="349091" y="3620"/>
                    </a:cubicBezTo>
                    <a:lnTo>
                      <a:pt x="337947" y="1905"/>
                    </a:lnTo>
                    <a:lnTo>
                      <a:pt x="337280" y="171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39726DFD-AE35-C6F9-7116-95568A6A5086}"/>
                  </a:ext>
                </a:extLst>
              </p:cNvPr>
              <p:cNvSpPr/>
              <p:nvPr/>
            </p:nvSpPr>
            <p:spPr>
              <a:xfrm>
                <a:off x="12892518" y="2456747"/>
                <a:ext cx="134248" cy="105251"/>
              </a:xfrm>
              <a:custGeom>
                <a:avLst/>
                <a:gdLst>
                  <a:gd name="connsiteX0" fmla="*/ 96679 w 134248"/>
                  <a:gd name="connsiteY0" fmla="*/ 75533 h 105251"/>
                  <a:gd name="connsiteX1" fmla="*/ 113538 w 134248"/>
                  <a:gd name="connsiteY1" fmla="*/ 78295 h 105251"/>
                  <a:gd name="connsiteX2" fmla="*/ 118777 w 134248"/>
                  <a:gd name="connsiteY2" fmla="*/ 80677 h 105251"/>
                  <a:gd name="connsiteX3" fmla="*/ 127540 w 134248"/>
                  <a:gd name="connsiteY3" fmla="*/ 76581 h 105251"/>
                  <a:gd name="connsiteX4" fmla="*/ 132683 w 134248"/>
                  <a:gd name="connsiteY4" fmla="*/ 45244 h 105251"/>
                  <a:gd name="connsiteX5" fmla="*/ 111347 w 134248"/>
                  <a:gd name="connsiteY5" fmla="*/ 6668 h 105251"/>
                  <a:gd name="connsiteX6" fmla="*/ 104775 w 134248"/>
                  <a:gd name="connsiteY6" fmla="*/ 7429 h 105251"/>
                  <a:gd name="connsiteX7" fmla="*/ 102680 w 134248"/>
                  <a:gd name="connsiteY7" fmla="*/ 7429 h 105251"/>
                  <a:gd name="connsiteX8" fmla="*/ 101822 w 134248"/>
                  <a:gd name="connsiteY8" fmla="*/ 7239 h 105251"/>
                  <a:gd name="connsiteX9" fmla="*/ 100298 w 134248"/>
                  <a:gd name="connsiteY9" fmla="*/ 6953 h 105251"/>
                  <a:gd name="connsiteX10" fmla="*/ 98393 w 134248"/>
                  <a:gd name="connsiteY10" fmla="*/ 6572 h 105251"/>
                  <a:gd name="connsiteX11" fmla="*/ 88964 w 134248"/>
                  <a:gd name="connsiteY11" fmla="*/ 2762 h 105251"/>
                  <a:gd name="connsiteX12" fmla="*/ 83725 w 134248"/>
                  <a:gd name="connsiteY12" fmla="*/ 476 h 105251"/>
                  <a:gd name="connsiteX13" fmla="*/ 78295 w 134248"/>
                  <a:gd name="connsiteY13" fmla="*/ 0 h 105251"/>
                  <a:gd name="connsiteX14" fmla="*/ 66103 w 134248"/>
                  <a:gd name="connsiteY14" fmla="*/ 3239 h 105251"/>
                  <a:gd name="connsiteX15" fmla="*/ 61341 w 134248"/>
                  <a:gd name="connsiteY15" fmla="*/ 9049 h 105251"/>
                  <a:gd name="connsiteX16" fmla="*/ 62103 w 134248"/>
                  <a:gd name="connsiteY16" fmla="*/ 14002 h 105251"/>
                  <a:gd name="connsiteX17" fmla="*/ 45339 w 134248"/>
                  <a:gd name="connsiteY17" fmla="*/ 30575 h 105251"/>
                  <a:gd name="connsiteX18" fmla="*/ 37243 w 134248"/>
                  <a:gd name="connsiteY18" fmla="*/ 28575 h 105251"/>
                  <a:gd name="connsiteX19" fmla="*/ 20098 w 134248"/>
                  <a:gd name="connsiteY19" fmla="*/ 12764 h 105251"/>
                  <a:gd name="connsiteX20" fmla="*/ 0 w 134248"/>
                  <a:gd name="connsiteY20" fmla="*/ 16193 h 105251"/>
                  <a:gd name="connsiteX21" fmla="*/ 18097 w 134248"/>
                  <a:gd name="connsiteY21" fmla="*/ 33814 h 105251"/>
                  <a:gd name="connsiteX22" fmla="*/ 57531 w 134248"/>
                  <a:gd name="connsiteY22" fmla="*/ 75819 h 105251"/>
                  <a:gd name="connsiteX23" fmla="*/ 68485 w 134248"/>
                  <a:gd name="connsiteY23" fmla="*/ 104013 h 105251"/>
                  <a:gd name="connsiteX24" fmla="*/ 73057 w 134248"/>
                  <a:gd name="connsiteY24" fmla="*/ 105251 h 105251"/>
                  <a:gd name="connsiteX25" fmla="*/ 84772 w 134248"/>
                  <a:gd name="connsiteY25" fmla="*/ 102108 h 105251"/>
                  <a:gd name="connsiteX26" fmla="*/ 86773 w 134248"/>
                  <a:gd name="connsiteY26" fmla="*/ 102394 h 105251"/>
                  <a:gd name="connsiteX27" fmla="*/ 86392 w 134248"/>
                  <a:gd name="connsiteY27" fmla="*/ 89345 h 105251"/>
                  <a:gd name="connsiteX28" fmla="*/ 96679 w 134248"/>
                  <a:gd name="connsiteY28" fmla="*/ 75724 h 105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34248" h="105251">
                    <a:moveTo>
                      <a:pt x="96679" y="75533"/>
                    </a:moveTo>
                    <a:cubicBezTo>
                      <a:pt x="102394" y="73343"/>
                      <a:pt x="108871" y="74390"/>
                      <a:pt x="113538" y="78295"/>
                    </a:cubicBezTo>
                    <a:lnTo>
                      <a:pt x="118777" y="80677"/>
                    </a:lnTo>
                    <a:lnTo>
                      <a:pt x="127540" y="76581"/>
                    </a:lnTo>
                    <a:cubicBezTo>
                      <a:pt x="133255" y="70009"/>
                      <a:pt x="136303" y="62294"/>
                      <a:pt x="132683" y="45244"/>
                    </a:cubicBezTo>
                    <a:cubicBezTo>
                      <a:pt x="130207" y="34290"/>
                      <a:pt x="120015" y="17050"/>
                      <a:pt x="111347" y="6668"/>
                    </a:cubicBezTo>
                    <a:lnTo>
                      <a:pt x="104775" y="7429"/>
                    </a:lnTo>
                    <a:lnTo>
                      <a:pt x="102680" y="7429"/>
                    </a:lnTo>
                    <a:cubicBezTo>
                      <a:pt x="102680" y="7429"/>
                      <a:pt x="101822" y="7239"/>
                      <a:pt x="101822" y="7239"/>
                    </a:cubicBezTo>
                    <a:lnTo>
                      <a:pt x="100298" y="6953"/>
                    </a:lnTo>
                    <a:lnTo>
                      <a:pt x="98393" y="6572"/>
                    </a:lnTo>
                    <a:lnTo>
                      <a:pt x="88964" y="2762"/>
                    </a:lnTo>
                    <a:lnTo>
                      <a:pt x="83725" y="476"/>
                    </a:lnTo>
                    <a:lnTo>
                      <a:pt x="78295" y="0"/>
                    </a:lnTo>
                    <a:lnTo>
                      <a:pt x="66103" y="3239"/>
                    </a:lnTo>
                    <a:lnTo>
                      <a:pt x="61341" y="9049"/>
                    </a:lnTo>
                    <a:lnTo>
                      <a:pt x="62103" y="14002"/>
                    </a:lnTo>
                    <a:cubicBezTo>
                      <a:pt x="62103" y="23241"/>
                      <a:pt x="54674" y="30766"/>
                      <a:pt x="45339" y="30575"/>
                    </a:cubicBezTo>
                    <a:lnTo>
                      <a:pt x="37243" y="28575"/>
                    </a:lnTo>
                    <a:cubicBezTo>
                      <a:pt x="28480" y="23813"/>
                      <a:pt x="23146" y="18193"/>
                      <a:pt x="20098" y="12764"/>
                    </a:cubicBezTo>
                    <a:cubicBezTo>
                      <a:pt x="14002" y="15240"/>
                      <a:pt x="7144" y="16288"/>
                      <a:pt x="0" y="16193"/>
                    </a:cubicBezTo>
                    <a:cubicBezTo>
                      <a:pt x="5810" y="22003"/>
                      <a:pt x="12001" y="27908"/>
                      <a:pt x="18097" y="33814"/>
                    </a:cubicBezTo>
                    <a:cubicBezTo>
                      <a:pt x="34099" y="49149"/>
                      <a:pt x="49149" y="63627"/>
                      <a:pt x="57531" y="75819"/>
                    </a:cubicBezTo>
                    <a:cubicBezTo>
                      <a:pt x="64199" y="85344"/>
                      <a:pt x="67723" y="94774"/>
                      <a:pt x="68485" y="104013"/>
                    </a:cubicBezTo>
                    <a:lnTo>
                      <a:pt x="73057" y="105251"/>
                    </a:lnTo>
                    <a:lnTo>
                      <a:pt x="84772" y="102108"/>
                    </a:lnTo>
                    <a:lnTo>
                      <a:pt x="86773" y="102394"/>
                    </a:lnTo>
                    <a:lnTo>
                      <a:pt x="86392" y="89345"/>
                    </a:lnTo>
                    <a:cubicBezTo>
                      <a:pt x="87058" y="83248"/>
                      <a:pt x="91059" y="78010"/>
                      <a:pt x="96679" y="75724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DBD6A73E-A440-AAE3-2B0A-F892047363FC}"/>
                  </a:ext>
                </a:extLst>
              </p:cNvPr>
              <p:cNvSpPr/>
              <p:nvPr/>
            </p:nvSpPr>
            <p:spPr>
              <a:xfrm>
                <a:off x="12822985" y="2359783"/>
                <a:ext cx="51911" cy="78105"/>
              </a:xfrm>
              <a:custGeom>
                <a:avLst/>
                <a:gdLst>
                  <a:gd name="connsiteX0" fmla="*/ 41434 w 51911"/>
                  <a:gd name="connsiteY0" fmla="*/ 44577 h 78105"/>
                  <a:gd name="connsiteX1" fmla="*/ 51911 w 51911"/>
                  <a:gd name="connsiteY1" fmla="*/ 9049 h 78105"/>
                  <a:gd name="connsiteX2" fmla="*/ 31432 w 51911"/>
                  <a:gd name="connsiteY2" fmla="*/ 0 h 78105"/>
                  <a:gd name="connsiteX3" fmla="*/ 31432 w 51911"/>
                  <a:gd name="connsiteY3" fmla="*/ 0 h 78105"/>
                  <a:gd name="connsiteX4" fmla="*/ 25813 w 51911"/>
                  <a:gd name="connsiteY4" fmla="*/ 11144 h 78105"/>
                  <a:gd name="connsiteX5" fmla="*/ 28384 w 51911"/>
                  <a:gd name="connsiteY5" fmla="*/ 14954 h 78105"/>
                  <a:gd name="connsiteX6" fmla="*/ 32671 w 51911"/>
                  <a:gd name="connsiteY6" fmla="*/ 32956 h 78105"/>
                  <a:gd name="connsiteX7" fmla="*/ 17621 w 51911"/>
                  <a:gd name="connsiteY7" fmla="*/ 43720 h 78105"/>
                  <a:gd name="connsiteX8" fmla="*/ 17621 w 51911"/>
                  <a:gd name="connsiteY8" fmla="*/ 43720 h 78105"/>
                  <a:gd name="connsiteX9" fmla="*/ 0 w 51911"/>
                  <a:gd name="connsiteY9" fmla="*/ 40862 h 78105"/>
                  <a:gd name="connsiteX10" fmla="*/ 571 w 51911"/>
                  <a:gd name="connsiteY10" fmla="*/ 42386 h 78105"/>
                  <a:gd name="connsiteX11" fmla="*/ 21717 w 51911"/>
                  <a:gd name="connsiteY11" fmla="*/ 78105 h 78105"/>
                  <a:gd name="connsiteX12" fmla="*/ 20288 w 51911"/>
                  <a:gd name="connsiteY12" fmla="*/ 71723 h 78105"/>
                  <a:gd name="connsiteX13" fmla="*/ 27527 w 51911"/>
                  <a:gd name="connsiteY13" fmla="*/ 48196 h 78105"/>
                  <a:gd name="connsiteX14" fmla="*/ 41624 w 51911"/>
                  <a:gd name="connsiteY14" fmla="*/ 44482 h 78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1911" h="78105">
                    <a:moveTo>
                      <a:pt x="41434" y="44577"/>
                    </a:moveTo>
                    <a:cubicBezTo>
                      <a:pt x="39243" y="26575"/>
                      <a:pt x="51911" y="9049"/>
                      <a:pt x="51911" y="9049"/>
                    </a:cubicBezTo>
                    <a:cubicBezTo>
                      <a:pt x="51911" y="9049"/>
                      <a:pt x="38005" y="0"/>
                      <a:pt x="31432" y="0"/>
                    </a:cubicBezTo>
                    <a:lnTo>
                      <a:pt x="31432" y="0"/>
                    </a:lnTo>
                    <a:cubicBezTo>
                      <a:pt x="31432" y="0"/>
                      <a:pt x="25813" y="11144"/>
                      <a:pt x="25813" y="11144"/>
                    </a:cubicBezTo>
                    <a:lnTo>
                      <a:pt x="28384" y="14954"/>
                    </a:lnTo>
                    <a:cubicBezTo>
                      <a:pt x="33338" y="19526"/>
                      <a:pt x="35052" y="26575"/>
                      <a:pt x="32671" y="32956"/>
                    </a:cubicBezTo>
                    <a:cubicBezTo>
                      <a:pt x="30290" y="39338"/>
                      <a:pt x="24289" y="43529"/>
                      <a:pt x="17621" y="43720"/>
                    </a:cubicBezTo>
                    <a:lnTo>
                      <a:pt x="17621" y="43720"/>
                    </a:lnTo>
                    <a:cubicBezTo>
                      <a:pt x="11144" y="43720"/>
                      <a:pt x="5239" y="42767"/>
                      <a:pt x="0" y="40862"/>
                    </a:cubicBezTo>
                    <a:lnTo>
                      <a:pt x="571" y="42386"/>
                    </a:lnTo>
                    <a:cubicBezTo>
                      <a:pt x="4000" y="53054"/>
                      <a:pt x="12382" y="66866"/>
                      <a:pt x="21717" y="78105"/>
                    </a:cubicBezTo>
                    <a:lnTo>
                      <a:pt x="20288" y="71723"/>
                    </a:lnTo>
                    <a:cubicBezTo>
                      <a:pt x="18955" y="61817"/>
                      <a:pt x="21431" y="53530"/>
                      <a:pt x="27527" y="48196"/>
                    </a:cubicBezTo>
                    <a:cubicBezTo>
                      <a:pt x="31432" y="44863"/>
                      <a:pt x="36576" y="43529"/>
                      <a:pt x="41624" y="4448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44AEE57-5394-AB88-F342-9A70175C921A}"/>
                  </a:ext>
                </a:extLst>
              </p:cNvPr>
              <p:cNvSpPr/>
              <p:nvPr/>
            </p:nvSpPr>
            <p:spPr>
              <a:xfrm>
                <a:off x="12360900" y="2525994"/>
                <a:ext cx="333687" cy="924210"/>
              </a:xfrm>
              <a:custGeom>
                <a:avLst/>
                <a:gdLst>
                  <a:gd name="connsiteX0" fmla="*/ 18887 w 333687"/>
                  <a:gd name="connsiteY0" fmla="*/ 670751 h 924210"/>
                  <a:gd name="connsiteX1" fmla="*/ 13553 w 333687"/>
                  <a:gd name="connsiteY1" fmla="*/ 686276 h 924210"/>
                  <a:gd name="connsiteX2" fmla="*/ 38699 w 333687"/>
                  <a:gd name="connsiteY2" fmla="*/ 712184 h 924210"/>
                  <a:gd name="connsiteX3" fmla="*/ 50319 w 333687"/>
                  <a:gd name="connsiteY3" fmla="*/ 731806 h 924210"/>
                  <a:gd name="connsiteX4" fmla="*/ 8409 w 333687"/>
                  <a:gd name="connsiteY4" fmla="*/ 706565 h 924210"/>
                  <a:gd name="connsiteX5" fmla="*/ 68321 w 333687"/>
                  <a:gd name="connsiteY5" fmla="*/ 924211 h 924210"/>
                  <a:gd name="connsiteX6" fmla="*/ 73274 w 333687"/>
                  <a:gd name="connsiteY6" fmla="*/ 919067 h 924210"/>
                  <a:gd name="connsiteX7" fmla="*/ 79656 w 333687"/>
                  <a:gd name="connsiteY7" fmla="*/ 915067 h 924210"/>
                  <a:gd name="connsiteX8" fmla="*/ 108041 w 333687"/>
                  <a:gd name="connsiteY8" fmla="*/ 893921 h 924210"/>
                  <a:gd name="connsiteX9" fmla="*/ 114518 w 333687"/>
                  <a:gd name="connsiteY9" fmla="*/ 888683 h 924210"/>
                  <a:gd name="connsiteX10" fmla="*/ 116137 w 333687"/>
                  <a:gd name="connsiteY10" fmla="*/ 885444 h 924210"/>
                  <a:gd name="connsiteX11" fmla="*/ 119185 w 333687"/>
                  <a:gd name="connsiteY11" fmla="*/ 880777 h 924210"/>
                  <a:gd name="connsiteX12" fmla="*/ 143759 w 333687"/>
                  <a:gd name="connsiteY12" fmla="*/ 852583 h 924210"/>
                  <a:gd name="connsiteX13" fmla="*/ 145855 w 333687"/>
                  <a:gd name="connsiteY13" fmla="*/ 848963 h 924210"/>
                  <a:gd name="connsiteX14" fmla="*/ 149189 w 333687"/>
                  <a:gd name="connsiteY14" fmla="*/ 844582 h 924210"/>
                  <a:gd name="connsiteX15" fmla="*/ 179764 w 333687"/>
                  <a:gd name="connsiteY15" fmla="*/ 815816 h 924210"/>
                  <a:gd name="connsiteX16" fmla="*/ 182526 w 333687"/>
                  <a:gd name="connsiteY16" fmla="*/ 814102 h 924210"/>
                  <a:gd name="connsiteX17" fmla="*/ 178716 w 333687"/>
                  <a:gd name="connsiteY17" fmla="*/ 808768 h 924210"/>
                  <a:gd name="connsiteX18" fmla="*/ 174049 w 333687"/>
                  <a:gd name="connsiteY18" fmla="*/ 795433 h 924210"/>
                  <a:gd name="connsiteX19" fmla="*/ 163286 w 333687"/>
                  <a:gd name="connsiteY19" fmla="*/ 796671 h 924210"/>
                  <a:gd name="connsiteX20" fmla="*/ 156428 w 333687"/>
                  <a:gd name="connsiteY20" fmla="*/ 796004 h 924210"/>
                  <a:gd name="connsiteX21" fmla="*/ 119185 w 333687"/>
                  <a:gd name="connsiteY21" fmla="*/ 814768 h 924210"/>
                  <a:gd name="connsiteX22" fmla="*/ 83942 w 333687"/>
                  <a:gd name="connsiteY22" fmla="*/ 811530 h 924210"/>
                  <a:gd name="connsiteX23" fmla="*/ 60320 w 333687"/>
                  <a:gd name="connsiteY23" fmla="*/ 800767 h 924210"/>
                  <a:gd name="connsiteX24" fmla="*/ 32603 w 333687"/>
                  <a:gd name="connsiteY24" fmla="*/ 783812 h 924210"/>
                  <a:gd name="connsiteX25" fmla="*/ 26221 w 333687"/>
                  <a:gd name="connsiteY25" fmla="*/ 776573 h 924210"/>
                  <a:gd name="connsiteX26" fmla="*/ 23268 w 333687"/>
                  <a:gd name="connsiteY26" fmla="*/ 759143 h 924210"/>
                  <a:gd name="connsiteX27" fmla="*/ 37651 w 333687"/>
                  <a:gd name="connsiteY27" fmla="*/ 748951 h 924210"/>
                  <a:gd name="connsiteX28" fmla="*/ 47176 w 333687"/>
                  <a:gd name="connsiteY28" fmla="*/ 748475 h 924210"/>
                  <a:gd name="connsiteX29" fmla="*/ 79847 w 333687"/>
                  <a:gd name="connsiteY29" fmla="*/ 733044 h 924210"/>
                  <a:gd name="connsiteX30" fmla="*/ 86705 w 333687"/>
                  <a:gd name="connsiteY30" fmla="*/ 725710 h 924210"/>
                  <a:gd name="connsiteX31" fmla="*/ 93372 w 333687"/>
                  <a:gd name="connsiteY31" fmla="*/ 721900 h 924210"/>
                  <a:gd name="connsiteX32" fmla="*/ 108231 w 333687"/>
                  <a:gd name="connsiteY32" fmla="*/ 711994 h 924210"/>
                  <a:gd name="connsiteX33" fmla="*/ 116899 w 333687"/>
                  <a:gd name="connsiteY33" fmla="*/ 705707 h 924210"/>
                  <a:gd name="connsiteX34" fmla="*/ 166905 w 333687"/>
                  <a:gd name="connsiteY34" fmla="*/ 677894 h 924210"/>
                  <a:gd name="connsiteX35" fmla="*/ 193194 w 333687"/>
                  <a:gd name="connsiteY35" fmla="*/ 689896 h 924210"/>
                  <a:gd name="connsiteX36" fmla="*/ 201957 w 333687"/>
                  <a:gd name="connsiteY36" fmla="*/ 705326 h 924210"/>
                  <a:gd name="connsiteX37" fmla="*/ 205577 w 333687"/>
                  <a:gd name="connsiteY37" fmla="*/ 702659 h 924210"/>
                  <a:gd name="connsiteX38" fmla="*/ 209863 w 333687"/>
                  <a:gd name="connsiteY38" fmla="*/ 699897 h 924210"/>
                  <a:gd name="connsiteX39" fmla="*/ 198433 w 333687"/>
                  <a:gd name="connsiteY39" fmla="*/ 686657 h 924210"/>
                  <a:gd name="connsiteX40" fmla="*/ 195861 w 333687"/>
                  <a:gd name="connsiteY40" fmla="*/ 658559 h 924210"/>
                  <a:gd name="connsiteX41" fmla="*/ 211863 w 333687"/>
                  <a:gd name="connsiteY41" fmla="*/ 637413 h 924210"/>
                  <a:gd name="connsiteX42" fmla="*/ 210339 w 333687"/>
                  <a:gd name="connsiteY42" fmla="*/ 637223 h 924210"/>
                  <a:gd name="connsiteX43" fmla="*/ 202529 w 333687"/>
                  <a:gd name="connsiteY43" fmla="*/ 638556 h 924210"/>
                  <a:gd name="connsiteX44" fmla="*/ 230246 w 333687"/>
                  <a:gd name="connsiteY44" fmla="*/ 460057 h 924210"/>
                  <a:gd name="connsiteX45" fmla="*/ 293969 w 333687"/>
                  <a:gd name="connsiteY45" fmla="*/ 300133 h 924210"/>
                  <a:gd name="connsiteX46" fmla="*/ 308351 w 333687"/>
                  <a:gd name="connsiteY46" fmla="*/ 276987 h 924210"/>
                  <a:gd name="connsiteX47" fmla="*/ 308161 w 333687"/>
                  <a:gd name="connsiteY47" fmla="*/ 274892 h 924210"/>
                  <a:gd name="connsiteX48" fmla="*/ 333688 w 333687"/>
                  <a:gd name="connsiteY48" fmla="*/ 258509 h 924210"/>
                  <a:gd name="connsiteX49" fmla="*/ 330068 w 333687"/>
                  <a:gd name="connsiteY49" fmla="*/ 251746 h 924210"/>
                  <a:gd name="connsiteX50" fmla="*/ 323210 w 333687"/>
                  <a:gd name="connsiteY50" fmla="*/ 243745 h 924210"/>
                  <a:gd name="connsiteX51" fmla="*/ 311018 w 333687"/>
                  <a:gd name="connsiteY51" fmla="*/ 235267 h 924210"/>
                  <a:gd name="connsiteX52" fmla="*/ 298255 w 333687"/>
                  <a:gd name="connsiteY52" fmla="*/ 227457 h 924210"/>
                  <a:gd name="connsiteX53" fmla="*/ 295397 w 333687"/>
                  <a:gd name="connsiteY53" fmla="*/ 225266 h 924210"/>
                  <a:gd name="connsiteX54" fmla="*/ 284729 w 333687"/>
                  <a:gd name="connsiteY54" fmla="*/ 216979 h 924210"/>
                  <a:gd name="connsiteX55" fmla="*/ 271775 w 333687"/>
                  <a:gd name="connsiteY55" fmla="*/ 174308 h 924210"/>
                  <a:gd name="connsiteX56" fmla="*/ 279395 w 333687"/>
                  <a:gd name="connsiteY56" fmla="*/ 161449 h 924210"/>
                  <a:gd name="connsiteX57" fmla="*/ 288444 w 333687"/>
                  <a:gd name="connsiteY57" fmla="*/ 158877 h 924210"/>
                  <a:gd name="connsiteX58" fmla="*/ 292826 w 333687"/>
                  <a:gd name="connsiteY58" fmla="*/ 151447 h 924210"/>
                  <a:gd name="connsiteX59" fmla="*/ 295397 w 333687"/>
                  <a:gd name="connsiteY59" fmla="*/ 146399 h 924210"/>
                  <a:gd name="connsiteX60" fmla="*/ 268251 w 333687"/>
                  <a:gd name="connsiteY60" fmla="*/ 123444 h 924210"/>
                  <a:gd name="connsiteX61" fmla="*/ 268251 w 333687"/>
                  <a:gd name="connsiteY61" fmla="*/ 103061 h 924210"/>
                  <a:gd name="connsiteX62" fmla="*/ 283396 w 333687"/>
                  <a:gd name="connsiteY62" fmla="*/ 89059 h 924210"/>
                  <a:gd name="connsiteX63" fmla="*/ 254726 w 333687"/>
                  <a:gd name="connsiteY63" fmla="*/ 45434 h 924210"/>
                  <a:gd name="connsiteX64" fmla="*/ 262727 w 333687"/>
                  <a:gd name="connsiteY64" fmla="*/ 29432 h 924210"/>
                  <a:gd name="connsiteX65" fmla="*/ 274538 w 333687"/>
                  <a:gd name="connsiteY65" fmla="*/ 24003 h 924210"/>
                  <a:gd name="connsiteX66" fmla="*/ 257678 w 333687"/>
                  <a:gd name="connsiteY66" fmla="*/ 0 h 924210"/>
                  <a:gd name="connsiteX67" fmla="*/ 142997 w 333687"/>
                  <a:gd name="connsiteY67" fmla="*/ 194596 h 924210"/>
                  <a:gd name="connsiteX68" fmla="*/ 133091 w 333687"/>
                  <a:gd name="connsiteY68" fmla="*/ 192691 h 924210"/>
                  <a:gd name="connsiteX69" fmla="*/ 122900 w 333687"/>
                  <a:gd name="connsiteY69" fmla="*/ 194691 h 924210"/>
                  <a:gd name="connsiteX70" fmla="*/ 115756 w 333687"/>
                  <a:gd name="connsiteY70" fmla="*/ 180594 h 924210"/>
                  <a:gd name="connsiteX71" fmla="*/ 112613 w 333687"/>
                  <a:gd name="connsiteY71" fmla="*/ 202502 h 924210"/>
                  <a:gd name="connsiteX72" fmla="*/ 106612 w 333687"/>
                  <a:gd name="connsiteY72" fmla="*/ 218789 h 924210"/>
                  <a:gd name="connsiteX73" fmla="*/ 106802 w 333687"/>
                  <a:gd name="connsiteY73" fmla="*/ 219932 h 924210"/>
                  <a:gd name="connsiteX74" fmla="*/ 50033 w 333687"/>
                  <a:gd name="connsiteY74" fmla="*/ 450818 h 924210"/>
                  <a:gd name="connsiteX75" fmla="*/ 22506 w 333687"/>
                  <a:gd name="connsiteY75" fmla="*/ 427482 h 924210"/>
                  <a:gd name="connsiteX76" fmla="*/ 19172 w 333687"/>
                  <a:gd name="connsiteY76" fmla="*/ 670751 h 92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333687" h="924210">
                    <a:moveTo>
                      <a:pt x="18887" y="670751"/>
                    </a:moveTo>
                    <a:cubicBezTo>
                      <a:pt x="15648" y="675132"/>
                      <a:pt x="13553" y="680466"/>
                      <a:pt x="13553" y="686276"/>
                    </a:cubicBezTo>
                    <a:cubicBezTo>
                      <a:pt x="13553" y="700183"/>
                      <a:pt x="24792" y="711518"/>
                      <a:pt x="38699" y="712184"/>
                    </a:cubicBezTo>
                    <a:cubicBezTo>
                      <a:pt x="42223" y="718661"/>
                      <a:pt x="46128" y="725138"/>
                      <a:pt x="50319" y="731806"/>
                    </a:cubicBezTo>
                    <a:cubicBezTo>
                      <a:pt x="37365" y="721995"/>
                      <a:pt x="22601" y="712661"/>
                      <a:pt x="8409" y="706565"/>
                    </a:cubicBezTo>
                    <a:cubicBezTo>
                      <a:pt x="44699" y="757333"/>
                      <a:pt x="-17213" y="849439"/>
                      <a:pt x="68321" y="924211"/>
                    </a:cubicBezTo>
                    <a:lnTo>
                      <a:pt x="73274" y="919067"/>
                    </a:lnTo>
                    <a:lnTo>
                      <a:pt x="79656" y="915067"/>
                    </a:lnTo>
                    <a:cubicBezTo>
                      <a:pt x="89562" y="908780"/>
                      <a:pt x="95468" y="904113"/>
                      <a:pt x="108041" y="893921"/>
                    </a:cubicBezTo>
                    <a:lnTo>
                      <a:pt x="114518" y="888683"/>
                    </a:lnTo>
                    <a:lnTo>
                      <a:pt x="116137" y="885444"/>
                    </a:lnTo>
                    <a:lnTo>
                      <a:pt x="119185" y="880777"/>
                    </a:lnTo>
                    <a:cubicBezTo>
                      <a:pt x="125852" y="870299"/>
                      <a:pt x="133949" y="861060"/>
                      <a:pt x="143759" y="852583"/>
                    </a:cubicBezTo>
                    <a:lnTo>
                      <a:pt x="145855" y="848963"/>
                    </a:lnTo>
                    <a:lnTo>
                      <a:pt x="149189" y="844582"/>
                    </a:lnTo>
                    <a:cubicBezTo>
                      <a:pt x="155761" y="835914"/>
                      <a:pt x="165286" y="824865"/>
                      <a:pt x="179764" y="815816"/>
                    </a:cubicBezTo>
                    <a:lnTo>
                      <a:pt x="182526" y="814102"/>
                    </a:lnTo>
                    <a:lnTo>
                      <a:pt x="178716" y="808768"/>
                    </a:lnTo>
                    <a:cubicBezTo>
                      <a:pt x="175954" y="804863"/>
                      <a:pt x="174335" y="800290"/>
                      <a:pt x="174049" y="795433"/>
                    </a:cubicBezTo>
                    <a:lnTo>
                      <a:pt x="163286" y="796671"/>
                    </a:lnTo>
                    <a:lnTo>
                      <a:pt x="156428" y="796004"/>
                    </a:lnTo>
                    <a:cubicBezTo>
                      <a:pt x="147760" y="802386"/>
                      <a:pt x="134139" y="810863"/>
                      <a:pt x="119185" y="814768"/>
                    </a:cubicBezTo>
                    <a:cubicBezTo>
                      <a:pt x="108612" y="818293"/>
                      <a:pt x="93944" y="817245"/>
                      <a:pt x="83942" y="811530"/>
                    </a:cubicBezTo>
                    <a:cubicBezTo>
                      <a:pt x="75846" y="810578"/>
                      <a:pt x="67655" y="806863"/>
                      <a:pt x="60320" y="800767"/>
                    </a:cubicBezTo>
                    <a:cubicBezTo>
                      <a:pt x="52700" y="799148"/>
                      <a:pt x="42413" y="794861"/>
                      <a:pt x="32603" y="783812"/>
                    </a:cubicBezTo>
                    <a:lnTo>
                      <a:pt x="26221" y="776573"/>
                    </a:lnTo>
                    <a:cubicBezTo>
                      <a:pt x="21935" y="771811"/>
                      <a:pt x="20887" y="765048"/>
                      <a:pt x="23268" y="759143"/>
                    </a:cubicBezTo>
                    <a:cubicBezTo>
                      <a:pt x="25649" y="753332"/>
                      <a:pt x="31269" y="749332"/>
                      <a:pt x="37651" y="748951"/>
                    </a:cubicBezTo>
                    <a:lnTo>
                      <a:pt x="47176" y="748475"/>
                    </a:lnTo>
                    <a:cubicBezTo>
                      <a:pt x="50986" y="747998"/>
                      <a:pt x="64035" y="742379"/>
                      <a:pt x="79847" y="733044"/>
                    </a:cubicBezTo>
                    <a:lnTo>
                      <a:pt x="86705" y="725710"/>
                    </a:lnTo>
                    <a:lnTo>
                      <a:pt x="93372" y="721900"/>
                    </a:lnTo>
                    <a:cubicBezTo>
                      <a:pt x="98420" y="719042"/>
                      <a:pt x="101564" y="716661"/>
                      <a:pt x="108231" y="711994"/>
                    </a:cubicBezTo>
                    <a:lnTo>
                      <a:pt x="116899" y="705707"/>
                    </a:lnTo>
                    <a:cubicBezTo>
                      <a:pt x="129472" y="692753"/>
                      <a:pt x="147855" y="677894"/>
                      <a:pt x="166905" y="677894"/>
                    </a:cubicBezTo>
                    <a:cubicBezTo>
                      <a:pt x="177097" y="677894"/>
                      <a:pt x="186431" y="682180"/>
                      <a:pt x="193194" y="689896"/>
                    </a:cubicBezTo>
                    <a:cubicBezTo>
                      <a:pt x="197576" y="694944"/>
                      <a:pt x="200338" y="700088"/>
                      <a:pt x="201957" y="705326"/>
                    </a:cubicBezTo>
                    <a:lnTo>
                      <a:pt x="205577" y="702659"/>
                    </a:lnTo>
                    <a:lnTo>
                      <a:pt x="209863" y="699897"/>
                    </a:lnTo>
                    <a:cubicBezTo>
                      <a:pt x="205672" y="696659"/>
                      <a:pt x="201671" y="692468"/>
                      <a:pt x="198433" y="686657"/>
                    </a:cubicBezTo>
                    <a:cubicBezTo>
                      <a:pt x="193480" y="677894"/>
                      <a:pt x="192623" y="667893"/>
                      <a:pt x="195861" y="658559"/>
                    </a:cubicBezTo>
                    <a:cubicBezTo>
                      <a:pt x="198719" y="650367"/>
                      <a:pt x="204719" y="643319"/>
                      <a:pt x="211863" y="637413"/>
                    </a:cubicBezTo>
                    <a:lnTo>
                      <a:pt x="210339" y="637223"/>
                    </a:lnTo>
                    <a:lnTo>
                      <a:pt x="202529" y="638556"/>
                    </a:lnTo>
                    <a:cubicBezTo>
                      <a:pt x="254535" y="575786"/>
                      <a:pt x="234056" y="516922"/>
                      <a:pt x="230246" y="460057"/>
                    </a:cubicBezTo>
                    <a:cubicBezTo>
                      <a:pt x="267013" y="423386"/>
                      <a:pt x="286920" y="369951"/>
                      <a:pt x="293969" y="300133"/>
                    </a:cubicBezTo>
                    <a:cubicBezTo>
                      <a:pt x="302446" y="295751"/>
                      <a:pt x="308351" y="287179"/>
                      <a:pt x="308351" y="276987"/>
                    </a:cubicBezTo>
                    <a:lnTo>
                      <a:pt x="308161" y="274892"/>
                    </a:lnTo>
                    <a:cubicBezTo>
                      <a:pt x="317495" y="271082"/>
                      <a:pt x="325877" y="265271"/>
                      <a:pt x="333688" y="258509"/>
                    </a:cubicBezTo>
                    <a:lnTo>
                      <a:pt x="330068" y="251746"/>
                    </a:lnTo>
                    <a:lnTo>
                      <a:pt x="323210" y="243745"/>
                    </a:lnTo>
                    <a:cubicBezTo>
                      <a:pt x="318448" y="242221"/>
                      <a:pt x="314162" y="239268"/>
                      <a:pt x="311018" y="235267"/>
                    </a:cubicBezTo>
                    <a:lnTo>
                      <a:pt x="298255" y="227457"/>
                    </a:lnTo>
                    <a:lnTo>
                      <a:pt x="295397" y="225266"/>
                    </a:lnTo>
                    <a:lnTo>
                      <a:pt x="284729" y="216979"/>
                    </a:lnTo>
                    <a:cubicBezTo>
                      <a:pt x="275395" y="207931"/>
                      <a:pt x="270537" y="192881"/>
                      <a:pt x="271775" y="174308"/>
                    </a:cubicBezTo>
                    <a:cubicBezTo>
                      <a:pt x="272156" y="169069"/>
                      <a:pt x="274919" y="164211"/>
                      <a:pt x="279395" y="161449"/>
                    </a:cubicBezTo>
                    <a:lnTo>
                      <a:pt x="288444" y="158877"/>
                    </a:lnTo>
                    <a:lnTo>
                      <a:pt x="292826" y="151447"/>
                    </a:lnTo>
                    <a:lnTo>
                      <a:pt x="295397" y="146399"/>
                    </a:lnTo>
                    <a:cubicBezTo>
                      <a:pt x="285206" y="141161"/>
                      <a:pt x="276157" y="133445"/>
                      <a:pt x="268251" y="123444"/>
                    </a:cubicBezTo>
                    <a:cubicBezTo>
                      <a:pt x="263584" y="117443"/>
                      <a:pt x="263584" y="109061"/>
                      <a:pt x="268251" y="103061"/>
                    </a:cubicBezTo>
                    <a:cubicBezTo>
                      <a:pt x="272347" y="97822"/>
                      <a:pt x="277490" y="93154"/>
                      <a:pt x="283396" y="89059"/>
                    </a:cubicBezTo>
                    <a:cubicBezTo>
                      <a:pt x="267203" y="77724"/>
                      <a:pt x="256535" y="62198"/>
                      <a:pt x="254726" y="45434"/>
                    </a:cubicBezTo>
                    <a:cubicBezTo>
                      <a:pt x="254059" y="38957"/>
                      <a:pt x="257202" y="32766"/>
                      <a:pt x="262727" y="29432"/>
                    </a:cubicBezTo>
                    <a:lnTo>
                      <a:pt x="274538" y="24003"/>
                    </a:lnTo>
                    <a:cubicBezTo>
                      <a:pt x="267108" y="16669"/>
                      <a:pt x="261488" y="8477"/>
                      <a:pt x="257678" y="0"/>
                    </a:cubicBezTo>
                    <a:cubicBezTo>
                      <a:pt x="206434" y="47911"/>
                      <a:pt x="149760" y="85344"/>
                      <a:pt x="142997" y="194596"/>
                    </a:cubicBezTo>
                    <a:lnTo>
                      <a:pt x="133091" y="192691"/>
                    </a:lnTo>
                    <a:lnTo>
                      <a:pt x="122900" y="194691"/>
                    </a:lnTo>
                    <a:cubicBezTo>
                      <a:pt x="120709" y="190119"/>
                      <a:pt x="118423" y="185356"/>
                      <a:pt x="115756" y="180594"/>
                    </a:cubicBezTo>
                    <a:cubicBezTo>
                      <a:pt x="115470" y="188404"/>
                      <a:pt x="114327" y="195643"/>
                      <a:pt x="112613" y="202502"/>
                    </a:cubicBezTo>
                    <a:cubicBezTo>
                      <a:pt x="108898" y="206978"/>
                      <a:pt x="106612" y="212598"/>
                      <a:pt x="106612" y="218789"/>
                    </a:cubicBezTo>
                    <a:lnTo>
                      <a:pt x="106802" y="219932"/>
                    </a:lnTo>
                    <a:cubicBezTo>
                      <a:pt x="80894" y="280607"/>
                      <a:pt x="10695" y="315468"/>
                      <a:pt x="50033" y="450818"/>
                    </a:cubicBezTo>
                    <a:cubicBezTo>
                      <a:pt x="42223" y="441960"/>
                      <a:pt x="33174" y="434054"/>
                      <a:pt x="22506" y="427482"/>
                    </a:cubicBezTo>
                    <a:cubicBezTo>
                      <a:pt x="28602" y="484346"/>
                      <a:pt x="-28548" y="551212"/>
                      <a:pt x="19172" y="670751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1D00D67-065D-4160-9E0C-CA77D3A9B400}"/>
                  </a:ext>
                </a:extLst>
              </p:cNvPr>
              <p:cNvSpPr/>
              <p:nvPr/>
            </p:nvSpPr>
            <p:spPr>
              <a:xfrm>
                <a:off x="12466179" y="3579935"/>
                <a:ext cx="349091" cy="285464"/>
              </a:xfrm>
              <a:custGeom>
                <a:avLst/>
                <a:gdLst>
                  <a:gd name="connsiteX0" fmla="*/ 87535 w 349091"/>
                  <a:gd name="connsiteY0" fmla="*/ 114491 h 285464"/>
                  <a:gd name="connsiteX1" fmla="*/ 113824 w 349091"/>
                  <a:gd name="connsiteY1" fmla="*/ 139351 h 285464"/>
                  <a:gd name="connsiteX2" fmla="*/ 130588 w 349091"/>
                  <a:gd name="connsiteY2" fmla="*/ 133350 h 285464"/>
                  <a:gd name="connsiteX3" fmla="*/ 171641 w 349091"/>
                  <a:gd name="connsiteY3" fmla="*/ 144018 h 285464"/>
                  <a:gd name="connsiteX4" fmla="*/ 171641 w 349091"/>
                  <a:gd name="connsiteY4" fmla="*/ 144304 h 285464"/>
                  <a:gd name="connsiteX5" fmla="*/ 91916 w 349091"/>
                  <a:gd name="connsiteY5" fmla="*/ 152019 h 285464"/>
                  <a:gd name="connsiteX6" fmla="*/ 220980 w 349091"/>
                  <a:gd name="connsiteY6" fmla="*/ 285464 h 285464"/>
                  <a:gd name="connsiteX7" fmla="*/ 244602 w 349091"/>
                  <a:gd name="connsiteY7" fmla="*/ 264319 h 285464"/>
                  <a:gd name="connsiteX8" fmla="*/ 349091 w 349091"/>
                  <a:gd name="connsiteY8" fmla="*/ 212217 h 285464"/>
                  <a:gd name="connsiteX9" fmla="*/ 348901 w 349091"/>
                  <a:gd name="connsiteY9" fmla="*/ 211931 h 285464"/>
                  <a:gd name="connsiteX10" fmla="*/ 336518 w 349091"/>
                  <a:gd name="connsiteY10" fmla="*/ 166307 h 285464"/>
                  <a:gd name="connsiteX11" fmla="*/ 194024 w 349091"/>
                  <a:gd name="connsiteY11" fmla="*/ 138113 h 285464"/>
                  <a:gd name="connsiteX12" fmla="*/ 152495 w 349091"/>
                  <a:gd name="connsiteY12" fmla="*/ 28099 h 285464"/>
                  <a:gd name="connsiteX13" fmla="*/ 140970 w 349091"/>
                  <a:gd name="connsiteY13" fmla="*/ 12287 h 285464"/>
                  <a:gd name="connsiteX14" fmla="*/ 146590 w 349091"/>
                  <a:gd name="connsiteY14" fmla="*/ 0 h 285464"/>
                  <a:gd name="connsiteX15" fmla="*/ 119158 w 349091"/>
                  <a:gd name="connsiteY15" fmla="*/ 1524 h 285464"/>
                  <a:gd name="connsiteX16" fmla="*/ 104870 w 349091"/>
                  <a:gd name="connsiteY16" fmla="*/ 5429 h 285464"/>
                  <a:gd name="connsiteX17" fmla="*/ 84296 w 349091"/>
                  <a:gd name="connsiteY17" fmla="*/ 8477 h 285464"/>
                  <a:gd name="connsiteX18" fmla="*/ 63913 w 349091"/>
                  <a:gd name="connsiteY18" fmla="*/ 5144 h 285464"/>
                  <a:gd name="connsiteX19" fmla="*/ 58388 w 349091"/>
                  <a:gd name="connsiteY19" fmla="*/ 6477 h 285464"/>
                  <a:gd name="connsiteX20" fmla="*/ 11906 w 349091"/>
                  <a:gd name="connsiteY20" fmla="*/ 1810 h 285464"/>
                  <a:gd name="connsiteX21" fmla="*/ 11144 w 349091"/>
                  <a:gd name="connsiteY21" fmla="*/ 2000 h 285464"/>
                  <a:gd name="connsiteX22" fmla="*/ 0 w 349091"/>
                  <a:gd name="connsiteY22" fmla="*/ 3715 h 285464"/>
                  <a:gd name="connsiteX23" fmla="*/ 87535 w 349091"/>
                  <a:gd name="connsiteY23" fmla="*/ 114586 h 28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49091" h="285464">
                    <a:moveTo>
                      <a:pt x="87535" y="114491"/>
                    </a:moveTo>
                    <a:cubicBezTo>
                      <a:pt x="88202" y="128207"/>
                      <a:pt x="99727" y="139351"/>
                      <a:pt x="113824" y="139351"/>
                    </a:cubicBezTo>
                    <a:cubicBezTo>
                      <a:pt x="120206" y="139351"/>
                      <a:pt x="126016" y="136970"/>
                      <a:pt x="130588" y="133350"/>
                    </a:cubicBezTo>
                    <a:cubicBezTo>
                      <a:pt x="143066" y="137446"/>
                      <a:pt x="156591" y="141065"/>
                      <a:pt x="171641" y="144018"/>
                    </a:cubicBezTo>
                    <a:lnTo>
                      <a:pt x="171641" y="144304"/>
                    </a:lnTo>
                    <a:cubicBezTo>
                      <a:pt x="147638" y="141923"/>
                      <a:pt x="123253" y="142113"/>
                      <a:pt x="91916" y="152019"/>
                    </a:cubicBezTo>
                    <a:cubicBezTo>
                      <a:pt x="149828" y="174308"/>
                      <a:pt x="154210" y="252698"/>
                      <a:pt x="220980" y="285464"/>
                    </a:cubicBezTo>
                    <a:cubicBezTo>
                      <a:pt x="229648" y="276035"/>
                      <a:pt x="238506" y="268510"/>
                      <a:pt x="244602" y="264319"/>
                    </a:cubicBezTo>
                    <a:cubicBezTo>
                      <a:pt x="274415" y="243840"/>
                      <a:pt x="310325" y="226600"/>
                      <a:pt x="349091" y="212217"/>
                    </a:cubicBezTo>
                    <a:lnTo>
                      <a:pt x="348901" y="211931"/>
                    </a:lnTo>
                    <a:cubicBezTo>
                      <a:pt x="341567" y="197739"/>
                      <a:pt x="337376" y="182309"/>
                      <a:pt x="336518" y="166307"/>
                    </a:cubicBezTo>
                    <a:cubicBezTo>
                      <a:pt x="276797" y="181546"/>
                      <a:pt x="228219" y="171736"/>
                      <a:pt x="194024" y="138113"/>
                    </a:cubicBezTo>
                    <a:cubicBezTo>
                      <a:pt x="166211" y="111062"/>
                      <a:pt x="143637" y="70104"/>
                      <a:pt x="152495" y="28099"/>
                    </a:cubicBezTo>
                    <a:cubicBezTo>
                      <a:pt x="145828" y="26003"/>
                      <a:pt x="140970" y="19717"/>
                      <a:pt x="140970" y="12287"/>
                    </a:cubicBezTo>
                    <a:cubicBezTo>
                      <a:pt x="140970" y="7334"/>
                      <a:pt x="143161" y="2953"/>
                      <a:pt x="146590" y="0"/>
                    </a:cubicBezTo>
                    <a:cubicBezTo>
                      <a:pt x="137255" y="2572"/>
                      <a:pt x="127540" y="3143"/>
                      <a:pt x="119158" y="1524"/>
                    </a:cubicBezTo>
                    <a:cubicBezTo>
                      <a:pt x="114967" y="2953"/>
                      <a:pt x="110300" y="4191"/>
                      <a:pt x="104870" y="5429"/>
                    </a:cubicBezTo>
                    <a:cubicBezTo>
                      <a:pt x="98870" y="7334"/>
                      <a:pt x="91440" y="8477"/>
                      <a:pt x="84296" y="8477"/>
                    </a:cubicBezTo>
                    <a:cubicBezTo>
                      <a:pt x="78581" y="8477"/>
                      <a:pt x="71152" y="7811"/>
                      <a:pt x="63913" y="5144"/>
                    </a:cubicBezTo>
                    <a:lnTo>
                      <a:pt x="58388" y="6477"/>
                    </a:lnTo>
                    <a:cubicBezTo>
                      <a:pt x="43720" y="10858"/>
                      <a:pt x="24860" y="9144"/>
                      <a:pt x="11906" y="1810"/>
                    </a:cubicBezTo>
                    <a:lnTo>
                      <a:pt x="11144" y="2000"/>
                    </a:lnTo>
                    <a:lnTo>
                      <a:pt x="0" y="3715"/>
                    </a:lnTo>
                    <a:cubicBezTo>
                      <a:pt x="16954" y="46673"/>
                      <a:pt x="38957" y="86678"/>
                      <a:pt x="87535" y="1145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7C8977D9-B598-6EAC-E66A-BC36D23356DF}"/>
                  </a:ext>
                </a:extLst>
              </p:cNvPr>
              <p:cNvSpPr/>
              <p:nvPr/>
            </p:nvSpPr>
            <p:spPr>
              <a:xfrm>
                <a:off x="12628961" y="2271010"/>
                <a:ext cx="1009935" cy="936688"/>
              </a:xfrm>
              <a:custGeom>
                <a:avLst/>
                <a:gdLst>
                  <a:gd name="connsiteX0" fmla="*/ 286 w 1009935"/>
                  <a:gd name="connsiteY0" fmla="*/ 234124 h 936688"/>
                  <a:gd name="connsiteX1" fmla="*/ 55912 w 1009935"/>
                  <a:gd name="connsiteY1" fmla="*/ 290703 h 936688"/>
                  <a:gd name="connsiteX2" fmla="*/ 2572 w 1009935"/>
                  <a:gd name="connsiteY2" fmla="*/ 298609 h 936688"/>
                  <a:gd name="connsiteX3" fmla="*/ 61055 w 1009935"/>
                  <a:gd name="connsiteY3" fmla="*/ 344615 h 936688"/>
                  <a:gd name="connsiteX4" fmla="*/ 12668 w 1009935"/>
                  <a:gd name="connsiteY4" fmla="*/ 368141 h 936688"/>
                  <a:gd name="connsiteX5" fmla="*/ 65723 w 1009935"/>
                  <a:gd name="connsiteY5" fmla="*/ 393287 h 936688"/>
                  <a:gd name="connsiteX6" fmla="*/ 47434 w 1009935"/>
                  <a:gd name="connsiteY6" fmla="*/ 404622 h 936688"/>
                  <a:gd name="connsiteX7" fmla="*/ 44577 w 1009935"/>
                  <a:gd name="connsiteY7" fmla="*/ 403479 h 936688"/>
                  <a:gd name="connsiteX8" fmla="*/ 43339 w 1009935"/>
                  <a:gd name="connsiteY8" fmla="*/ 406908 h 936688"/>
                  <a:gd name="connsiteX9" fmla="*/ 43339 w 1009935"/>
                  <a:gd name="connsiteY9" fmla="*/ 407765 h 936688"/>
                  <a:gd name="connsiteX10" fmla="*/ 39338 w 1009935"/>
                  <a:gd name="connsiteY10" fmla="*/ 413575 h 936688"/>
                  <a:gd name="connsiteX11" fmla="*/ 33242 w 1009935"/>
                  <a:gd name="connsiteY11" fmla="*/ 424148 h 936688"/>
                  <a:gd name="connsiteX12" fmla="*/ 34957 w 1009935"/>
                  <a:gd name="connsiteY12" fmla="*/ 425291 h 936688"/>
                  <a:gd name="connsiteX13" fmla="*/ 34957 w 1009935"/>
                  <a:gd name="connsiteY13" fmla="*/ 425291 h 936688"/>
                  <a:gd name="connsiteX14" fmla="*/ 36671 w 1009935"/>
                  <a:gd name="connsiteY14" fmla="*/ 431578 h 936688"/>
                  <a:gd name="connsiteX15" fmla="*/ 34385 w 1009935"/>
                  <a:gd name="connsiteY15" fmla="*/ 436150 h 936688"/>
                  <a:gd name="connsiteX16" fmla="*/ 19621 w 1009935"/>
                  <a:gd name="connsiteY16" fmla="*/ 430435 h 936688"/>
                  <a:gd name="connsiteX17" fmla="*/ 28670 w 1009935"/>
                  <a:gd name="connsiteY17" fmla="*/ 461296 h 936688"/>
                  <a:gd name="connsiteX18" fmla="*/ 38195 w 1009935"/>
                  <a:gd name="connsiteY18" fmla="*/ 468439 h 936688"/>
                  <a:gd name="connsiteX19" fmla="*/ 54197 w 1009935"/>
                  <a:gd name="connsiteY19" fmla="*/ 478250 h 936688"/>
                  <a:gd name="connsiteX20" fmla="*/ 66961 w 1009935"/>
                  <a:gd name="connsiteY20" fmla="*/ 482537 h 936688"/>
                  <a:gd name="connsiteX21" fmla="*/ 66961 w 1009935"/>
                  <a:gd name="connsiteY21" fmla="*/ 483680 h 936688"/>
                  <a:gd name="connsiteX22" fmla="*/ 77153 w 1009935"/>
                  <a:gd name="connsiteY22" fmla="*/ 497110 h 936688"/>
                  <a:gd name="connsiteX23" fmla="*/ 85534 w 1009935"/>
                  <a:gd name="connsiteY23" fmla="*/ 507968 h 936688"/>
                  <a:gd name="connsiteX24" fmla="*/ 145828 w 1009935"/>
                  <a:gd name="connsiteY24" fmla="*/ 651986 h 936688"/>
                  <a:gd name="connsiteX25" fmla="*/ 151066 w 1009935"/>
                  <a:gd name="connsiteY25" fmla="*/ 667036 h 936688"/>
                  <a:gd name="connsiteX26" fmla="*/ 148781 w 1009935"/>
                  <a:gd name="connsiteY26" fmla="*/ 673894 h 936688"/>
                  <a:gd name="connsiteX27" fmla="*/ 156305 w 1009935"/>
                  <a:gd name="connsiteY27" fmla="*/ 676466 h 936688"/>
                  <a:gd name="connsiteX28" fmla="*/ 160687 w 1009935"/>
                  <a:gd name="connsiteY28" fmla="*/ 698468 h 936688"/>
                  <a:gd name="connsiteX29" fmla="*/ 169926 w 1009935"/>
                  <a:gd name="connsiteY29" fmla="*/ 714756 h 936688"/>
                  <a:gd name="connsiteX30" fmla="*/ 173736 w 1009935"/>
                  <a:gd name="connsiteY30" fmla="*/ 733330 h 936688"/>
                  <a:gd name="connsiteX31" fmla="*/ 160687 w 1009935"/>
                  <a:gd name="connsiteY31" fmla="*/ 758381 h 936688"/>
                  <a:gd name="connsiteX32" fmla="*/ 170593 w 1009935"/>
                  <a:gd name="connsiteY32" fmla="*/ 769525 h 936688"/>
                  <a:gd name="connsiteX33" fmla="*/ 186500 w 1009935"/>
                  <a:gd name="connsiteY33" fmla="*/ 788670 h 936688"/>
                  <a:gd name="connsiteX34" fmla="*/ 201263 w 1009935"/>
                  <a:gd name="connsiteY34" fmla="*/ 802100 h 936688"/>
                  <a:gd name="connsiteX35" fmla="*/ 215456 w 1009935"/>
                  <a:gd name="connsiteY35" fmla="*/ 810863 h 936688"/>
                  <a:gd name="connsiteX36" fmla="*/ 224409 w 1009935"/>
                  <a:gd name="connsiteY36" fmla="*/ 829437 h 936688"/>
                  <a:gd name="connsiteX37" fmla="*/ 234601 w 1009935"/>
                  <a:gd name="connsiteY37" fmla="*/ 838295 h 936688"/>
                  <a:gd name="connsiteX38" fmla="*/ 248222 w 1009935"/>
                  <a:gd name="connsiteY38" fmla="*/ 842296 h 936688"/>
                  <a:gd name="connsiteX39" fmla="*/ 251174 w 1009935"/>
                  <a:gd name="connsiteY39" fmla="*/ 828866 h 936688"/>
                  <a:gd name="connsiteX40" fmla="*/ 250603 w 1009935"/>
                  <a:gd name="connsiteY40" fmla="*/ 817150 h 936688"/>
                  <a:gd name="connsiteX41" fmla="*/ 246221 w 1009935"/>
                  <a:gd name="connsiteY41" fmla="*/ 800862 h 936688"/>
                  <a:gd name="connsiteX42" fmla="*/ 243935 w 1009935"/>
                  <a:gd name="connsiteY42" fmla="*/ 788575 h 936688"/>
                  <a:gd name="connsiteX43" fmla="*/ 266509 w 1009935"/>
                  <a:gd name="connsiteY43" fmla="*/ 774573 h 936688"/>
                  <a:gd name="connsiteX44" fmla="*/ 336614 w 1009935"/>
                  <a:gd name="connsiteY44" fmla="*/ 745427 h 936688"/>
                  <a:gd name="connsiteX45" fmla="*/ 362712 w 1009935"/>
                  <a:gd name="connsiteY45" fmla="*/ 744855 h 936688"/>
                  <a:gd name="connsiteX46" fmla="*/ 396907 w 1009935"/>
                  <a:gd name="connsiteY46" fmla="*/ 742569 h 936688"/>
                  <a:gd name="connsiteX47" fmla="*/ 400717 w 1009935"/>
                  <a:gd name="connsiteY47" fmla="*/ 735235 h 936688"/>
                  <a:gd name="connsiteX48" fmla="*/ 389954 w 1009935"/>
                  <a:gd name="connsiteY48" fmla="*/ 716947 h 936688"/>
                  <a:gd name="connsiteX49" fmla="*/ 387191 w 1009935"/>
                  <a:gd name="connsiteY49" fmla="*/ 710089 h 936688"/>
                  <a:gd name="connsiteX50" fmla="*/ 405956 w 1009935"/>
                  <a:gd name="connsiteY50" fmla="*/ 708374 h 936688"/>
                  <a:gd name="connsiteX51" fmla="*/ 421291 w 1009935"/>
                  <a:gd name="connsiteY51" fmla="*/ 686086 h 936688"/>
                  <a:gd name="connsiteX52" fmla="*/ 388334 w 1009935"/>
                  <a:gd name="connsiteY52" fmla="*/ 674370 h 936688"/>
                  <a:gd name="connsiteX53" fmla="*/ 429768 w 1009935"/>
                  <a:gd name="connsiteY53" fmla="*/ 646081 h 936688"/>
                  <a:gd name="connsiteX54" fmla="*/ 450342 w 1009935"/>
                  <a:gd name="connsiteY54" fmla="*/ 705517 h 936688"/>
                  <a:gd name="connsiteX55" fmla="*/ 422529 w 1009935"/>
                  <a:gd name="connsiteY55" fmla="*/ 742093 h 936688"/>
                  <a:gd name="connsiteX56" fmla="*/ 454438 w 1009935"/>
                  <a:gd name="connsiteY56" fmla="*/ 729234 h 936688"/>
                  <a:gd name="connsiteX57" fmla="*/ 398240 w 1009935"/>
                  <a:gd name="connsiteY57" fmla="*/ 756666 h 936688"/>
                  <a:gd name="connsiteX58" fmla="*/ 352139 w 1009935"/>
                  <a:gd name="connsiteY58" fmla="*/ 785241 h 936688"/>
                  <a:gd name="connsiteX59" fmla="*/ 345758 w 1009935"/>
                  <a:gd name="connsiteY59" fmla="*/ 762953 h 936688"/>
                  <a:gd name="connsiteX60" fmla="*/ 316802 w 1009935"/>
                  <a:gd name="connsiteY60" fmla="*/ 780098 h 936688"/>
                  <a:gd name="connsiteX61" fmla="*/ 325279 w 1009935"/>
                  <a:gd name="connsiteY61" fmla="*/ 812006 h 936688"/>
                  <a:gd name="connsiteX62" fmla="*/ 307277 w 1009935"/>
                  <a:gd name="connsiteY62" fmla="*/ 851535 h 936688"/>
                  <a:gd name="connsiteX63" fmla="*/ 321469 w 1009935"/>
                  <a:gd name="connsiteY63" fmla="*/ 887158 h 936688"/>
                  <a:gd name="connsiteX64" fmla="*/ 338900 w 1009935"/>
                  <a:gd name="connsiteY64" fmla="*/ 870299 h 936688"/>
                  <a:gd name="connsiteX65" fmla="*/ 344043 w 1009935"/>
                  <a:gd name="connsiteY65" fmla="*/ 855250 h 936688"/>
                  <a:gd name="connsiteX66" fmla="*/ 366331 w 1009935"/>
                  <a:gd name="connsiteY66" fmla="*/ 892969 h 936688"/>
                  <a:gd name="connsiteX67" fmla="*/ 408908 w 1009935"/>
                  <a:gd name="connsiteY67" fmla="*/ 886682 h 936688"/>
                  <a:gd name="connsiteX68" fmla="*/ 452723 w 1009935"/>
                  <a:gd name="connsiteY68" fmla="*/ 915257 h 936688"/>
                  <a:gd name="connsiteX69" fmla="*/ 477012 w 1009935"/>
                  <a:gd name="connsiteY69" fmla="*/ 907542 h 936688"/>
                  <a:gd name="connsiteX70" fmla="*/ 505396 w 1009935"/>
                  <a:gd name="connsiteY70" fmla="*/ 936689 h 936688"/>
                  <a:gd name="connsiteX71" fmla="*/ 534448 w 1009935"/>
                  <a:gd name="connsiteY71" fmla="*/ 907542 h 936688"/>
                  <a:gd name="connsiteX72" fmla="*/ 558451 w 1009935"/>
                  <a:gd name="connsiteY72" fmla="*/ 915257 h 936688"/>
                  <a:gd name="connsiteX73" fmla="*/ 602266 w 1009935"/>
                  <a:gd name="connsiteY73" fmla="*/ 886682 h 936688"/>
                  <a:gd name="connsiteX74" fmla="*/ 644843 w 1009935"/>
                  <a:gd name="connsiteY74" fmla="*/ 892969 h 936688"/>
                  <a:gd name="connsiteX75" fmla="*/ 667131 w 1009935"/>
                  <a:gd name="connsiteY75" fmla="*/ 855250 h 936688"/>
                  <a:gd name="connsiteX76" fmla="*/ 672560 w 1009935"/>
                  <a:gd name="connsiteY76" fmla="*/ 870299 h 936688"/>
                  <a:gd name="connsiteX77" fmla="*/ 689705 w 1009935"/>
                  <a:gd name="connsiteY77" fmla="*/ 887158 h 936688"/>
                  <a:gd name="connsiteX78" fmla="*/ 703898 w 1009935"/>
                  <a:gd name="connsiteY78" fmla="*/ 851535 h 936688"/>
                  <a:gd name="connsiteX79" fmla="*/ 686276 w 1009935"/>
                  <a:gd name="connsiteY79" fmla="*/ 812006 h 936688"/>
                  <a:gd name="connsiteX80" fmla="*/ 694373 w 1009935"/>
                  <a:gd name="connsiteY80" fmla="*/ 780098 h 936688"/>
                  <a:gd name="connsiteX81" fmla="*/ 665417 w 1009935"/>
                  <a:gd name="connsiteY81" fmla="*/ 762953 h 936688"/>
                  <a:gd name="connsiteX82" fmla="*/ 659035 w 1009935"/>
                  <a:gd name="connsiteY82" fmla="*/ 785241 h 936688"/>
                  <a:gd name="connsiteX83" fmla="*/ 612934 w 1009935"/>
                  <a:gd name="connsiteY83" fmla="*/ 756666 h 936688"/>
                  <a:gd name="connsiteX84" fmla="*/ 556736 w 1009935"/>
                  <a:gd name="connsiteY84" fmla="*/ 729234 h 936688"/>
                  <a:gd name="connsiteX85" fmla="*/ 588645 w 1009935"/>
                  <a:gd name="connsiteY85" fmla="*/ 742093 h 936688"/>
                  <a:gd name="connsiteX86" fmla="*/ 560832 w 1009935"/>
                  <a:gd name="connsiteY86" fmla="*/ 705517 h 936688"/>
                  <a:gd name="connsiteX87" fmla="*/ 581692 w 1009935"/>
                  <a:gd name="connsiteY87" fmla="*/ 646081 h 936688"/>
                  <a:gd name="connsiteX88" fmla="*/ 622840 w 1009935"/>
                  <a:gd name="connsiteY88" fmla="*/ 674370 h 936688"/>
                  <a:gd name="connsiteX89" fmla="*/ 589217 w 1009935"/>
                  <a:gd name="connsiteY89" fmla="*/ 686086 h 936688"/>
                  <a:gd name="connsiteX90" fmla="*/ 605219 w 1009935"/>
                  <a:gd name="connsiteY90" fmla="*/ 708374 h 936688"/>
                  <a:gd name="connsiteX91" fmla="*/ 629698 w 1009935"/>
                  <a:gd name="connsiteY91" fmla="*/ 708470 h 936688"/>
                  <a:gd name="connsiteX92" fmla="*/ 628936 w 1009935"/>
                  <a:gd name="connsiteY92" fmla="*/ 713518 h 936688"/>
                  <a:gd name="connsiteX93" fmla="*/ 620459 w 1009935"/>
                  <a:gd name="connsiteY93" fmla="*/ 741426 h 936688"/>
                  <a:gd name="connsiteX94" fmla="*/ 666560 w 1009935"/>
                  <a:gd name="connsiteY94" fmla="*/ 747712 h 936688"/>
                  <a:gd name="connsiteX95" fmla="*/ 709708 w 1009935"/>
                  <a:gd name="connsiteY95" fmla="*/ 758285 h 936688"/>
                  <a:gd name="connsiteX96" fmla="*/ 758666 w 1009935"/>
                  <a:gd name="connsiteY96" fmla="*/ 767715 h 936688"/>
                  <a:gd name="connsiteX97" fmla="*/ 788194 w 1009935"/>
                  <a:gd name="connsiteY97" fmla="*/ 783908 h 936688"/>
                  <a:gd name="connsiteX98" fmla="*/ 809054 w 1009935"/>
                  <a:gd name="connsiteY98" fmla="*/ 792004 h 936688"/>
                  <a:gd name="connsiteX99" fmla="*/ 830866 w 1009935"/>
                  <a:gd name="connsiteY99" fmla="*/ 782383 h 936688"/>
                  <a:gd name="connsiteX100" fmla="*/ 853440 w 1009935"/>
                  <a:gd name="connsiteY100" fmla="*/ 781145 h 936688"/>
                  <a:gd name="connsiteX101" fmla="*/ 865918 w 1009935"/>
                  <a:gd name="connsiteY101" fmla="*/ 771716 h 936688"/>
                  <a:gd name="connsiteX102" fmla="*/ 885349 w 1009935"/>
                  <a:gd name="connsiteY102" fmla="*/ 763524 h 936688"/>
                  <a:gd name="connsiteX103" fmla="*/ 888397 w 1009935"/>
                  <a:gd name="connsiteY103" fmla="*/ 752666 h 936688"/>
                  <a:gd name="connsiteX104" fmla="*/ 888587 w 1009935"/>
                  <a:gd name="connsiteY104" fmla="*/ 753428 h 936688"/>
                  <a:gd name="connsiteX105" fmla="*/ 912590 w 1009935"/>
                  <a:gd name="connsiteY105" fmla="*/ 721805 h 936688"/>
                  <a:gd name="connsiteX106" fmla="*/ 917829 w 1009935"/>
                  <a:gd name="connsiteY106" fmla="*/ 715804 h 936688"/>
                  <a:gd name="connsiteX107" fmla="*/ 917829 w 1009935"/>
                  <a:gd name="connsiteY107" fmla="*/ 714661 h 936688"/>
                  <a:gd name="connsiteX108" fmla="*/ 922496 w 1009935"/>
                  <a:gd name="connsiteY108" fmla="*/ 705517 h 936688"/>
                  <a:gd name="connsiteX109" fmla="*/ 917829 w 1009935"/>
                  <a:gd name="connsiteY109" fmla="*/ 694944 h 936688"/>
                  <a:gd name="connsiteX110" fmla="*/ 917829 w 1009935"/>
                  <a:gd name="connsiteY110" fmla="*/ 693801 h 936688"/>
                  <a:gd name="connsiteX111" fmla="*/ 915543 w 1009935"/>
                  <a:gd name="connsiteY111" fmla="*/ 688372 h 936688"/>
                  <a:gd name="connsiteX112" fmla="*/ 867156 w 1009935"/>
                  <a:gd name="connsiteY112" fmla="*/ 637318 h 936688"/>
                  <a:gd name="connsiteX113" fmla="*/ 867156 w 1009935"/>
                  <a:gd name="connsiteY113" fmla="*/ 636175 h 936688"/>
                  <a:gd name="connsiteX114" fmla="*/ 866585 w 1009935"/>
                  <a:gd name="connsiteY114" fmla="*/ 636175 h 936688"/>
                  <a:gd name="connsiteX115" fmla="*/ 865061 w 1009935"/>
                  <a:gd name="connsiteY115" fmla="*/ 634365 h 936688"/>
                  <a:gd name="connsiteX116" fmla="*/ 857060 w 1009935"/>
                  <a:gd name="connsiteY116" fmla="*/ 622173 h 936688"/>
                  <a:gd name="connsiteX117" fmla="*/ 871252 w 1009935"/>
                  <a:gd name="connsiteY117" fmla="*/ 632174 h 936688"/>
                  <a:gd name="connsiteX118" fmla="*/ 871252 w 1009935"/>
                  <a:gd name="connsiteY118" fmla="*/ 599313 h 936688"/>
                  <a:gd name="connsiteX119" fmla="*/ 857060 w 1009935"/>
                  <a:gd name="connsiteY119" fmla="*/ 609314 h 936688"/>
                  <a:gd name="connsiteX120" fmla="*/ 867156 w 1009935"/>
                  <a:gd name="connsiteY120" fmla="*/ 595312 h 936688"/>
                  <a:gd name="connsiteX121" fmla="*/ 833247 w 1009935"/>
                  <a:gd name="connsiteY121" fmla="*/ 595312 h 936688"/>
                  <a:gd name="connsiteX122" fmla="*/ 843344 w 1009935"/>
                  <a:gd name="connsiteY122" fmla="*/ 609314 h 936688"/>
                  <a:gd name="connsiteX123" fmla="*/ 829151 w 1009935"/>
                  <a:gd name="connsiteY123" fmla="*/ 599313 h 936688"/>
                  <a:gd name="connsiteX124" fmla="*/ 829151 w 1009935"/>
                  <a:gd name="connsiteY124" fmla="*/ 632174 h 936688"/>
                  <a:gd name="connsiteX125" fmla="*/ 843344 w 1009935"/>
                  <a:gd name="connsiteY125" fmla="*/ 622173 h 936688"/>
                  <a:gd name="connsiteX126" fmla="*/ 833247 w 1009935"/>
                  <a:gd name="connsiteY126" fmla="*/ 636175 h 936688"/>
                  <a:gd name="connsiteX127" fmla="*/ 834390 w 1009935"/>
                  <a:gd name="connsiteY127" fmla="*/ 636746 h 936688"/>
                  <a:gd name="connsiteX128" fmla="*/ 784289 w 1009935"/>
                  <a:gd name="connsiteY128" fmla="*/ 688372 h 936688"/>
                  <a:gd name="connsiteX129" fmla="*/ 781336 w 1009935"/>
                  <a:gd name="connsiteY129" fmla="*/ 693801 h 936688"/>
                  <a:gd name="connsiteX130" fmla="*/ 781336 w 1009935"/>
                  <a:gd name="connsiteY130" fmla="*/ 694944 h 936688"/>
                  <a:gd name="connsiteX131" fmla="*/ 776669 w 1009935"/>
                  <a:gd name="connsiteY131" fmla="*/ 705517 h 936688"/>
                  <a:gd name="connsiteX132" fmla="*/ 781336 w 1009935"/>
                  <a:gd name="connsiteY132" fmla="*/ 714661 h 936688"/>
                  <a:gd name="connsiteX133" fmla="*/ 781336 w 1009935"/>
                  <a:gd name="connsiteY133" fmla="*/ 715804 h 936688"/>
                  <a:gd name="connsiteX134" fmla="*/ 786575 w 1009935"/>
                  <a:gd name="connsiteY134" fmla="*/ 721805 h 936688"/>
                  <a:gd name="connsiteX135" fmla="*/ 790575 w 1009935"/>
                  <a:gd name="connsiteY135" fmla="*/ 730949 h 936688"/>
                  <a:gd name="connsiteX136" fmla="*/ 774668 w 1009935"/>
                  <a:gd name="connsiteY136" fmla="*/ 745522 h 936688"/>
                  <a:gd name="connsiteX137" fmla="*/ 710279 w 1009935"/>
                  <a:gd name="connsiteY137" fmla="*/ 732092 h 936688"/>
                  <a:gd name="connsiteX138" fmla="*/ 682371 w 1009935"/>
                  <a:gd name="connsiteY138" fmla="*/ 715804 h 936688"/>
                  <a:gd name="connsiteX139" fmla="*/ 678847 w 1009935"/>
                  <a:gd name="connsiteY139" fmla="*/ 699516 h 936688"/>
                  <a:gd name="connsiteX140" fmla="*/ 690182 w 1009935"/>
                  <a:gd name="connsiteY140" fmla="*/ 708374 h 936688"/>
                  <a:gd name="connsiteX141" fmla="*/ 691896 w 1009935"/>
                  <a:gd name="connsiteY141" fmla="*/ 699992 h 936688"/>
                  <a:gd name="connsiteX142" fmla="*/ 715613 w 1009935"/>
                  <a:gd name="connsiteY142" fmla="*/ 711137 h 936688"/>
                  <a:gd name="connsiteX143" fmla="*/ 709517 w 1009935"/>
                  <a:gd name="connsiteY143" fmla="*/ 680847 h 936688"/>
                  <a:gd name="connsiteX144" fmla="*/ 755618 w 1009935"/>
                  <a:gd name="connsiteY144" fmla="*/ 672560 h 936688"/>
                  <a:gd name="connsiteX145" fmla="*/ 733901 w 1009935"/>
                  <a:gd name="connsiteY145" fmla="*/ 665798 h 936688"/>
                  <a:gd name="connsiteX146" fmla="*/ 731615 w 1009935"/>
                  <a:gd name="connsiteY146" fmla="*/ 612553 h 936688"/>
                  <a:gd name="connsiteX147" fmla="*/ 691325 w 1009935"/>
                  <a:gd name="connsiteY147" fmla="*/ 586645 h 936688"/>
                  <a:gd name="connsiteX148" fmla="*/ 694182 w 1009935"/>
                  <a:gd name="connsiteY148" fmla="*/ 577691 h 936688"/>
                  <a:gd name="connsiteX149" fmla="*/ 647510 w 1009935"/>
                  <a:gd name="connsiteY149" fmla="*/ 563118 h 936688"/>
                  <a:gd name="connsiteX150" fmla="*/ 663416 w 1009935"/>
                  <a:gd name="connsiteY150" fmla="*/ 565404 h 936688"/>
                  <a:gd name="connsiteX151" fmla="*/ 659416 w 1009935"/>
                  <a:gd name="connsiteY151" fmla="*/ 487966 h 936688"/>
                  <a:gd name="connsiteX152" fmla="*/ 663416 w 1009935"/>
                  <a:gd name="connsiteY152" fmla="*/ 485108 h 936688"/>
                  <a:gd name="connsiteX153" fmla="*/ 685419 w 1009935"/>
                  <a:gd name="connsiteY153" fmla="*/ 499682 h 936688"/>
                  <a:gd name="connsiteX154" fmla="*/ 691229 w 1009935"/>
                  <a:gd name="connsiteY154" fmla="*/ 494919 h 936688"/>
                  <a:gd name="connsiteX155" fmla="*/ 694087 w 1009935"/>
                  <a:gd name="connsiteY155" fmla="*/ 542830 h 936688"/>
                  <a:gd name="connsiteX156" fmla="*/ 719519 w 1009935"/>
                  <a:gd name="connsiteY156" fmla="*/ 563689 h 936688"/>
                  <a:gd name="connsiteX157" fmla="*/ 742950 w 1009935"/>
                  <a:gd name="connsiteY157" fmla="*/ 536829 h 936688"/>
                  <a:gd name="connsiteX158" fmla="*/ 736568 w 1009935"/>
                  <a:gd name="connsiteY158" fmla="*/ 492062 h 936688"/>
                  <a:gd name="connsiteX159" fmla="*/ 755999 w 1009935"/>
                  <a:gd name="connsiteY159" fmla="*/ 553783 h 936688"/>
                  <a:gd name="connsiteX160" fmla="*/ 788480 w 1009935"/>
                  <a:gd name="connsiteY160" fmla="*/ 572072 h 936688"/>
                  <a:gd name="connsiteX161" fmla="*/ 803910 w 1009935"/>
                  <a:gd name="connsiteY161" fmla="*/ 539210 h 936688"/>
                  <a:gd name="connsiteX162" fmla="*/ 773144 w 1009935"/>
                  <a:gd name="connsiteY162" fmla="*/ 472345 h 936688"/>
                  <a:gd name="connsiteX163" fmla="*/ 814007 w 1009935"/>
                  <a:gd name="connsiteY163" fmla="*/ 543973 h 936688"/>
                  <a:gd name="connsiteX164" fmla="*/ 848773 w 1009935"/>
                  <a:gd name="connsiteY164" fmla="*/ 554260 h 936688"/>
                  <a:gd name="connsiteX165" fmla="*/ 854773 w 1009935"/>
                  <a:gd name="connsiteY165" fmla="*/ 516541 h 936688"/>
                  <a:gd name="connsiteX166" fmla="*/ 807530 w 1009935"/>
                  <a:gd name="connsiteY166" fmla="*/ 450056 h 936688"/>
                  <a:gd name="connsiteX167" fmla="*/ 867251 w 1009935"/>
                  <a:gd name="connsiteY167" fmla="*/ 520065 h 936688"/>
                  <a:gd name="connsiteX168" fmla="*/ 905542 w 1009935"/>
                  <a:gd name="connsiteY168" fmla="*/ 522351 h 936688"/>
                  <a:gd name="connsiteX169" fmla="*/ 901446 w 1009935"/>
                  <a:gd name="connsiteY169" fmla="*/ 485775 h 936688"/>
                  <a:gd name="connsiteX170" fmla="*/ 856583 w 1009935"/>
                  <a:gd name="connsiteY170" fmla="*/ 448913 h 936688"/>
                  <a:gd name="connsiteX171" fmla="*/ 908971 w 1009935"/>
                  <a:gd name="connsiteY171" fmla="*/ 484060 h 936688"/>
                  <a:gd name="connsiteX172" fmla="*/ 948119 w 1009935"/>
                  <a:gd name="connsiteY172" fmla="*/ 477488 h 936688"/>
                  <a:gd name="connsiteX173" fmla="*/ 902589 w 1009935"/>
                  <a:gd name="connsiteY173" fmla="*/ 428054 h 936688"/>
                  <a:gd name="connsiteX174" fmla="*/ 977075 w 1009935"/>
                  <a:gd name="connsiteY174" fmla="*/ 424148 h 936688"/>
                  <a:gd name="connsiteX175" fmla="*/ 944594 w 1009935"/>
                  <a:gd name="connsiteY175" fmla="*/ 393287 h 936688"/>
                  <a:gd name="connsiteX176" fmla="*/ 997553 w 1009935"/>
                  <a:gd name="connsiteY176" fmla="*/ 368141 h 936688"/>
                  <a:gd name="connsiteX177" fmla="*/ 948595 w 1009935"/>
                  <a:gd name="connsiteY177" fmla="*/ 344615 h 936688"/>
                  <a:gd name="connsiteX178" fmla="*/ 1007650 w 1009935"/>
                  <a:gd name="connsiteY178" fmla="*/ 298609 h 936688"/>
                  <a:gd name="connsiteX179" fmla="*/ 953738 w 1009935"/>
                  <a:gd name="connsiteY179" fmla="*/ 290703 h 936688"/>
                  <a:gd name="connsiteX180" fmla="*/ 1009936 w 1009935"/>
                  <a:gd name="connsiteY180" fmla="*/ 234124 h 936688"/>
                  <a:gd name="connsiteX181" fmla="*/ 959834 w 1009935"/>
                  <a:gd name="connsiteY181" fmla="*/ 235268 h 936688"/>
                  <a:gd name="connsiteX182" fmla="*/ 998696 w 1009935"/>
                  <a:gd name="connsiteY182" fmla="*/ 170688 h 936688"/>
                  <a:gd name="connsiteX183" fmla="*/ 943356 w 1009935"/>
                  <a:gd name="connsiteY183" fmla="*/ 182690 h 936688"/>
                  <a:gd name="connsiteX184" fmla="*/ 974693 w 1009935"/>
                  <a:gd name="connsiteY184" fmla="*/ 84487 h 936688"/>
                  <a:gd name="connsiteX185" fmla="*/ 900208 w 1009935"/>
                  <a:gd name="connsiteY185" fmla="*/ 151924 h 936688"/>
                  <a:gd name="connsiteX186" fmla="*/ 948595 w 1009935"/>
                  <a:gd name="connsiteY186" fmla="*/ 76771 h 936688"/>
                  <a:gd name="connsiteX187" fmla="*/ 929164 w 1009935"/>
                  <a:gd name="connsiteY187" fmla="*/ 0 h 936688"/>
                  <a:gd name="connsiteX188" fmla="*/ 841058 w 1009935"/>
                  <a:gd name="connsiteY188" fmla="*/ 142780 h 936688"/>
                  <a:gd name="connsiteX189" fmla="*/ 832009 w 1009935"/>
                  <a:gd name="connsiteY189" fmla="*/ 136303 h 936688"/>
                  <a:gd name="connsiteX190" fmla="*/ 789718 w 1009935"/>
                  <a:gd name="connsiteY190" fmla="*/ 195739 h 936688"/>
                  <a:gd name="connsiteX191" fmla="*/ 784289 w 1009935"/>
                  <a:gd name="connsiteY191" fmla="*/ 184595 h 936688"/>
                  <a:gd name="connsiteX192" fmla="*/ 703421 w 1009935"/>
                  <a:gd name="connsiteY192" fmla="*/ 270891 h 936688"/>
                  <a:gd name="connsiteX193" fmla="*/ 707993 w 1009935"/>
                  <a:gd name="connsiteY193" fmla="*/ 318611 h 936688"/>
                  <a:gd name="connsiteX194" fmla="*/ 716471 w 1009935"/>
                  <a:gd name="connsiteY194" fmla="*/ 353187 h 936688"/>
                  <a:gd name="connsiteX195" fmla="*/ 647224 w 1009935"/>
                  <a:gd name="connsiteY195" fmla="*/ 355473 h 936688"/>
                  <a:gd name="connsiteX196" fmla="*/ 664273 w 1009935"/>
                  <a:gd name="connsiteY196" fmla="*/ 304324 h 936688"/>
                  <a:gd name="connsiteX197" fmla="*/ 641414 w 1009935"/>
                  <a:gd name="connsiteY197" fmla="*/ 318040 h 936688"/>
                  <a:gd name="connsiteX198" fmla="*/ 641414 w 1009935"/>
                  <a:gd name="connsiteY198" fmla="*/ 566547 h 936688"/>
                  <a:gd name="connsiteX199" fmla="*/ 585692 w 1009935"/>
                  <a:gd name="connsiteY199" fmla="*/ 626840 h 936688"/>
                  <a:gd name="connsiteX200" fmla="*/ 545973 w 1009935"/>
                  <a:gd name="connsiteY200" fmla="*/ 626840 h 936688"/>
                  <a:gd name="connsiteX201" fmla="*/ 521303 w 1009935"/>
                  <a:gd name="connsiteY201" fmla="*/ 648272 h 936688"/>
                  <a:gd name="connsiteX202" fmla="*/ 505777 w 1009935"/>
                  <a:gd name="connsiteY202" fmla="*/ 702564 h 936688"/>
                  <a:gd name="connsiteX203" fmla="*/ 489490 w 1009935"/>
                  <a:gd name="connsiteY203" fmla="*/ 648557 h 936688"/>
                  <a:gd name="connsiteX204" fmla="*/ 464534 w 1009935"/>
                  <a:gd name="connsiteY204" fmla="*/ 626840 h 936688"/>
                  <a:gd name="connsiteX205" fmla="*/ 424815 w 1009935"/>
                  <a:gd name="connsiteY205" fmla="*/ 626840 h 936688"/>
                  <a:gd name="connsiteX206" fmla="*/ 369379 w 1009935"/>
                  <a:gd name="connsiteY206" fmla="*/ 566547 h 936688"/>
                  <a:gd name="connsiteX207" fmla="*/ 369094 w 1009935"/>
                  <a:gd name="connsiteY207" fmla="*/ 318135 h 936688"/>
                  <a:gd name="connsiteX208" fmla="*/ 345758 w 1009935"/>
                  <a:gd name="connsiteY208" fmla="*/ 304419 h 936688"/>
                  <a:gd name="connsiteX209" fmla="*/ 362807 w 1009935"/>
                  <a:gd name="connsiteY209" fmla="*/ 355568 h 936688"/>
                  <a:gd name="connsiteX210" fmla="*/ 293846 w 1009935"/>
                  <a:gd name="connsiteY210" fmla="*/ 353282 h 936688"/>
                  <a:gd name="connsiteX211" fmla="*/ 301943 w 1009935"/>
                  <a:gd name="connsiteY211" fmla="*/ 318707 h 936688"/>
                  <a:gd name="connsiteX212" fmla="*/ 306515 w 1009935"/>
                  <a:gd name="connsiteY212" fmla="*/ 270986 h 936688"/>
                  <a:gd name="connsiteX213" fmla="*/ 225647 w 1009935"/>
                  <a:gd name="connsiteY213" fmla="*/ 184690 h 936688"/>
                  <a:gd name="connsiteX214" fmla="*/ 220408 w 1009935"/>
                  <a:gd name="connsiteY214" fmla="*/ 195834 h 936688"/>
                  <a:gd name="connsiteX215" fmla="*/ 177832 w 1009935"/>
                  <a:gd name="connsiteY215" fmla="*/ 136398 h 936688"/>
                  <a:gd name="connsiteX216" fmla="*/ 168878 w 1009935"/>
                  <a:gd name="connsiteY216" fmla="*/ 142875 h 936688"/>
                  <a:gd name="connsiteX217" fmla="*/ 80772 w 1009935"/>
                  <a:gd name="connsiteY217" fmla="*/ 95 h 936688"/>
                  <a:gd name="connsiteX218" fmla="*/ 61341 w 1009935"/>
                  <a:gd name="connsiteY218" fmla="*/ 76867 h 936688"/>
                  <a:gd name="connsiteX219" fmla="*/ 109728 w 1009935"/>
                  <a:gd name="connsiteY219" fmla="*/ 152019 h 936688"/>
                  <a:gd name="connsiteX220" fmla="*/ 35242 w 1009935"/>
                  <a:gd name="connsiteY220" fmla="*/ 84582 h 936688"/>
                  <a:gd name="connsiteX221" fmla="*/ 66580 w 1009935"/>
                  <a:gd name="connsiteY221" fmla="*/ 182785 h 936688"/>
                  <a:gd name="connsiteX222" fmla="*/ 11239 w 1009935"/>
                  <a:gd name="connsiteY222" fmla="*/ 170783 h 936688"/>
                  <a:gd name="connsiteX223" fmla="*/ 50102 w 1009935"/>
                  <a:gd name="connsiteY223" fmla="*/ 235363 h 936688"/>
                  <a:gd name="connsiteX224" fmla="*/ 0 w 1009935"/>
                  <a:gd name="connsiteY224" fmla="*/ 234220 h 936688"/>
                  <a:gd name="connsiteX225" fmla="*/ 94202 w 1009935"/>
                  <a:gd name="connsiteY225" fmla="*/ 488061 h 936688"/>
                  <a:gd name="connsiteX226" fmla="*/ 94679 w 1009935"/>
                  <a:gd name="connsiteY226" fmla="*/ 485204 h 936688"/>
                  <a:gd name="connsiteX227" fmla="*/ 100775 w 1009935"/>
                  <a:gd name="connsiteY227" fmla="*/ 484060 h 936688"/>
                  <a:gd name="connsiteX228" fmla="*/ 153829 w 1009935"/>
                  <a:gd name="connsiteY228" fmla="*/ 448913 h 936688"/>
                  <a:gd name="connsiteX229" fmla="*/ 108871 w 1009935"/>
                  <a:gd name="connsiteY229" fmla="*/ 485775 h 936688"/>
                  <a:gd name="connsiteX230" fmla="*/ 104299 w 1009935"/>
                  <a:gd name="connsiteY230" fmla="*/ 517208 h 936688"/>
                  <a:gd name="connsiteX231" fmla="*/ 106870 w 1009935"/>
                  <a:gd name="connsiteY231" fmla="*/ 522637 h 936688"/>
                  <a:gd name="connsiteX232" fmla="*/ 143351 w 1009935"/>
                  <a:gd name="connsiteY232" fmla="*/ 520160 h 936688"/>
                  <a:gd name="connsiteX233" fmla="*/ 203073 w 1009935"/>
                  <a:gd name="connsiteY233" fmla="*/ 450151 h 936688"/>
                  <a:gd name="connsiteX234" fmla="*/ 154972 w 1009935"/>
                  <a:gd name="connsiteY234" fmla="*/ 516636 h 936688"/>
                  <a:gd name="connsiteX235" fmla="*/ 161639 w 1009935"/>
                  <a:gd name="connsiteY235" fmla="*/ 554355 h 936688"/>
                  <a:gd name="connsiteX236" fmla="*/ 196406 w 1009935"/>
                  <a:gd name="connsiteY236" fmla="*/ 544068 h 936688"/>
                  <a:gd name="connsiteX237" fmla="*/ 237363 w 1009935"/>
                  <a:gd name="connsiteY237" fmla="*/ 472440 h 936688"/>
                  <a:gd name="connsiteX238" fmla="*/ 206597 w 1009935"/>
                  <a:gd name="connsiteY238" fmla="*/ 539306 h 936688"/>
                  <a:gd name="connsiteX239" fmla="*/ 221933 w 1009935"/>
                  <a:gd name="connsiteY239" fmla="*/ 572167 h 936688"/>
                  <a:gd name="connsiteX240" fmla="*/ 254413 w 1009935"/>
                  <a:gd name="connsiteY240" fmla="*/ 553879 h 936688"/>
                  <a:gd name="connsiteX241" fmla="*/ 273844 w 1009935"/>
                  <a:gd name="connsiteY241" fmla="*/ 492157 h 936688"/>
                  <a:gd name="connsiteX242" fmla="*/ 267462 w 1009935"/>
                  <a:gd name="connsiteY242" fmla="*/ 536924 h 936688"/>
                  <a:gd name="connsiteX243" fmla="*/ 290322 w 1009935"/>
                  <a:gd name="connsiteY243" fmla="*/ 563785 h 936688"/>
                  <a:gd name="connsiteX244" fmla="*/ 316421 w 1009935"/>
                  <a:gd name="connsiteY244" fmla="*/ 542925 h 936688"/>
                  <a:gd name="connsiteX245" fmla="*/ 319373 w 1009935"/>
                  <a:gd name="connsiteY245" fmla="*/ 495014 h 936688"/>
                  <a:gd name="connsiteX246" fmla="*/ 325374 w 1009935"/>
                  <a:gd name="connsiteY246" fmla="*/ 499777 h 936688"/>
                  <a:gd name="connsiteX247" fmla="*/ 347091 w 1009935"/>
                  <a:gd name="connsiteY247" fmla="*/ 485204 h 936688"/>
                  <a:gd name="connsiteX248" fmla="*/ 351187 w 1009935"/>
                  <a:gd name="connsiteY248" fmla="*/ 488061 h 936688"/>
                  <a:gd name="connsiteX249" fmla="*/ 347091 w 1009935"/>
                  <a:gd name="connsiteY249" fmla="*/ 565499 h 936688"/>
                  <a:gd name="connsiteX250" fmla="*/ 363093 w 1009935"/>
                  <a:gd name="connsiteY250" fmla="*/ 563213 h 936688"/>
                  <a:gd name="connsiteX251" fmla="*/ 316421 w 1009935"/>
                  <a:gd name="connsiteY251" fmla="*/ 577787 h 936688"/>
                  <a:gd name="connsiteX252" fmla="*/ 319373 w 1009935"/>
                  <a:gd name="connsiteY252" fmla="*/ 586740 h 936688"/>
                  <a:gd name="connsiteX253" fmla="*/ 279368 w 1009935"/>
                  <a:gd name="connsiteY253" fmla="*/ 612648 h 936688"/>
                  <a:gd name="connsiteX254" fmla="*/ 276797 w 1009935"/>
                  <a:gd name="connsiteY254" fmla="*/ 665893 h 936688"/>
                  <a:gd name="connsiteX255" fmla="*/ 255080 w 1009935"/>
                  <a:gd name="connsiteY255" fmla="*/ 672656 h 936688"/>
                  <a:gd name="connsiteX256" fmla="*/ 301181 w 1009935"/>
                  <a:gd name="connsiteY256" fmla="*/ 680942 h 936688"/>
                  <a:gd name="connsiteX257" fmla="*/ 295370 w 1009935"/>
                  <a:gd name="connsiteY257" fmla="*/ 711232 h 936688"/>
                  <a:gd name="connsiteX258" fmla="*/ 318802 w 1009935"/>
                  <a:gd name="connsiteY258" fmla="*/ 700087 h 936688"/>
                  <a:gd name="connsiteX259" fmla="*/ 320612 w 1009935"/>
                  <a:gd name="connsiteY259" fmla="*/ 708470 h 936688"/>
                  <a:gd name="connsiteX260" fmla="*/ 331851 w 1009935"/>
                  <a:gd name="connsiteY260" fmla="*/ 699611 h 936688"/>
                  <a:gd name="connsiteX261" fmla="*/ 332423 w 1009935"/>
                  <a:gd name="connsiteY261" fmla="*/ 714375 h 936688"/>
                  <a:gd name="connsiteX262" fmla="*/ 315944 w 1009935"/>
                  <a:gd name="connsiteY262" fmla="*/ 723614 h 936688"/>
                  <a:gd name="connsiteX263" fmla="*/ 269843 w 1009935"/>
                  <a:gd name="connsiteY263" fmla="*/ 739331 h 936688"/>
                  <a:gd name="connsiteX264" fmla="*/ 237458 w 1009935"/>
                  <a:gd name="connsiteY264" fmla="*/ 721328 h 936688"/>
                  <a:gd name="connsiteX265" fmla="*/ 213074 w 1009935"/>
                  <a:gd name="connsiteY265" fmla="*/ 711899 h 936688"/>
                  <a:gd name="connsiteX266" fmla="*/ 201835 w 1009935"/>
                  <a:gd name="connsiteY266" fmla="*/ 713042 h 936688"/>
                  <a:gd name="connsiteX267" fmla="*/ 195453 w 1009935"/>
                  <a:gd name="connsiteY267" fmla="*/ 703612 h 936688"/>
                  <a:gd name="connsiteX268" fmla="*/ 189643 w 1009935"/>
                  <a:gd name="connsiteY268" fmla="*/ 685610 h 936688"/>
                  <a:gd name="connsiteX269" fmla="*/ 177736 w 1009935"/>
                  <a:gd name="connsiteY269" fmla="*/ 667607 h 936688"/>
                  <a:gd name="connsiteX270" fmla="*/ 180118 w 1009935"/>
                  <a:gd name="connsiteY270" fmla="*/ 660749 h 936688"/>
                  <a:gd name="connsiteX271" fmla="*/ 174308 w 1009935"/>
                  <a:gd name="connsiteY271" fmla="*/ 657606 h 936688"/>
                  <a:gd name="connsiteX272" fmla="*/ 165926 w 1009935"/>
                  <a:gd name="connsiteY272" fmla="*/ 642557 h 936688"/>
                  <a:gd name="connsiteX273" fmla="*/ 97250 w 1009935"/>
                  <a:gd name="connsiteY273" fmla="*/ 502825 h 936688"/>
                  <a:gd name="connsiteX274" fmla="*/ 94393 w 1009935"/>
                  <a:gd name="connsiteY274" fmla="*/ 489490 h 936688"/>
                  <a:gd name="connsiteX275" fmla="*/ 94393 w 1009935"/>
                  <a:gd name="connsiteY275" fmla="*/ 488347 h 93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</a:cxnLst>
                <a:rect l="l" t="t" r="r" b="b"/>
                <a:pathLst>
                  <a:path w="1009935" h="936688">
                    <a:moveTo>
                      <a:pt x="286" y="234124"/>
                    </a:moveTo>
                    <a:cubicBezTo>
                      <a:pt x="1429" y="255556"/>
                      <a:pt x="24098" y="279464"/>
                      <a:pt x="55912" y="290703"/>
                    </a:cubicBezTo>
                    <a:cubicBezTo>
                      <a:pt x="35623" y="288703"/>
                      <a:pt x="15049" y="291179"/>
                      <a:pt x="2572" y="298609"/>
                    </a:cubicBezTo>
                    <a:cubicBezTo>
                      <a:pt x="4858" y="320897"/>
                      <a:pt x="30385" y="340043"/>
                      <a:pt x="61055" y="344615"/>
                    </a:cubicBezTo>
                    <a:cubicBezTo>
                      <a:pt x="40481" y="346900"/>
                      <a:pt x="22193" y="355759"/>
                      <a:pt x="12668" y="368141"/>
                    </a:cubicBezTo>
                    <a:cubicBezTo>
                      <a:pt x="24003" y="382619"/>
                      <a:pt x="40481" y="393859"/>
                      <a:pt x="65723" y="393287"/>
                    </a:cubicBezTo>
                    <a:cubicBezTo>
                      <a:pt x="59912" y="395192"/>
                      <a:pt x="53245" y="399193"/>
                      <a:pt x="47434" y="404622"/>
                    </a:cubicBezTo>
                    <a:lnTo>
                      <a:pt x="44577" y="403479"/>
                    </a:lnTo>
                    <a:lnTo>
                      <a:pt x="43339" y="406908"/>
                    </a:lnTo>
                    <a:lnTo>
                      <a:pt x="43339" y="407765"/>
                    </a:lnTo>
                    <a:lnTo>
                      <a:pt x="39338" y="413575"/>
                    </a:lnTo>
                    <a:lnTo>
                      <a:pt x="33242" y="424148"/>
                    </a:lnTo>
                    <a:lnTo>
                      <a:pt x="34957" y="425291"/>
                    </a:lnTo>
                    <a:lnTo>
                      <a:pt x="34957" y="425291"/>
                    </a:lnTo>
                    <a:cubicBezTo>
                      <a:pt x="34957" y="425291"/>
                      <a:pt x="36671" y="431578"/>
                      <a:pt x="36671" y="431578"/>
                    </a:cubicBezTo>
                    <a:lnTo>
                      <a:pt x="34385" y="436150"/>
                    </a:lnTo>
                    <a:lnTo>
                      <a:pt x="19621" y="430435"/>
                    </a:lnTo>
                    <a:cubicBezTo>
                      <a:pt x="18764" y="443674"/>
                      <a:pt x="21717" y="454533"/>
                      <a:pt x="28670" y="461296"/>
                    </a:cubicBezTo>
                    <a:cubicBezTo>
                      <a:pt x="33814" y="467297"/>
                      <a:pt x="39910" y="466439"/>
                      <a:pt x="38195" y="468439"/>
                    </a:cubicBezTo>
                    <a:lnTo>
                      <a:pt x="54197" y="478250"/>
                    </a:lnTo>
                    <a:cubicBezTo>
                      <a:pt x="57055" y="484251"/>
                      <a:pt x="62865" y="484251"/>
                      <a:pt x="66961" y="482537"/>
                    </a:cubicBezTo>
                    <a:lnTo>
                      <a:pt x="66961" y="483680"/>
                    </a:lnTo>
                    <a:cubicBezTo>
                      <a:pt x="66961" y="489966"/>
                      <a:pt x="71342" y="495205"/>
                      <a:pt x="77153" y="497110"/>
                    </a:cubicBezTo>
                    <a:cubicBezTo>
                      <a:pt x="76009" y="502349"/>
                      <a:pt x="78295" y="505778"/>
                      <a:pt x="85534" y="507968"/>
                    </a:cubicBezTo>
                    <a:lnTo>
                      <a:pt x="145828" y="651986"/>
                    </a:lnTo>
                    <a:cubicBezTo>
                      <a:pt x="143542" y="658749"/>
                      <a:pt x="145828" y="664845"/>
                      <a:pt x="151066" y="667036"/>
                    </a:cubicBezTo>
                    <a:lnTo>
                      <a:pt x="148781" y="673894"/>
                    </a:lnTo>
                    <a:cubicBezTo>
                      <a:pt x="151066" y="672179"/>
                      <a:pt x="154591" y="671608"/>
                      <a:pt x="156305" y="676466"/>
                    </a:cubicBezTo>
                    <a:cubicBezTo>
                      <a:pt x="157448" y="679895"/>
                      <a:pt x="151066" y="691039"/>
                      <a:pt x="160687" y="698468"/>
                    </a:cubicBezTo>
                    <a:cubicBezTo>
                      <a:pt x="159544" y="705041"/>
                      <a:pt x="163068" y="711899"/>
                      <a:pt x="169926" y="714756"/>
                    </a:cubicBezTo>
                    <a:lnTo>
                      <a:pt x="173736" y="733330"/>
                    </a:lnTo>
                    <a:cubicBezTo>
                      <a:pt x="169355" y="739331"/>
                      <a:pt x="159544" y="748475"/>
                      <a:pt x="160687" y="758381"/>
                    </a:cubicBezTo>
                    <a:cubicBezTo>
                      <a:pt x="161830" y="765524"/>
                      <a:pt x="164687" y="767810"/>
                      <a:pt x="170593" y="769525"/>
                    </a:cubicBezTo>
                    <a:cubicBezTo>
                      <a:pt x="168307" y="782479"/>
                      <a:pt x="175546" y="788099"/>
                      <a:pt x="186500" y="788670"/>
                    </a:cubicBezTo>
                    <a:cubicBezTo>
                      <a:pt x="186500" y="798100"/>
                      <a:pt x="195548" y="801529"/>
                      <a:pt x="201263" y="802100"/>
                    </a:cubicBezTo>
                    <a:cubicBezTo>
                      <a:pt x="206788" y="806101"/>
                      <a:pt x="209074" y="807815"/>
                      <a:pt x="215456" y="810863"/>
                    </a:cubicBezTo>
                    <a:cubicBezTo>
                      <a:pt x="209645" y="817817"/>
                      <a:pt x="213741" y="826580"/>
                      <a:pt x="224409" y="829437"/>
                    </a:cubicBezTo>
                    <a:cubicBezTo>
                      <a:pt x="225552" y="833437"/>
                      <a:pt x="228505" y="836867"/>
                      <a:pt x="234601" y="838295"/>
                    </a:cubicBezTo>
                    <a:cubicBezTo>
                      <a:pt x="238125" y="844010"/>
                      <a:pt x="244507" y="844010"/>
                      <a:pt x="248222" y="842296"/>
                    </a:cubicBezTo>
                    <a:cubicBezTo>
                      <a:pt x="250508" y="841153"/>
                      <a:pt x="254603" y="834581"/>
                      <a:pt x="251174" y="828866"/>
                    </a:cubicBezTo>
                    <a:lnTo>
                      <a:pt x="250603" y="817150"/>
                    </a:lnTo>
                    <a:cubicBezTo>
                      <a:pt x="254127" y="810768"/>
                      <a:pt x="251174" y="803148"/>
                      <a:pt x="246221" y="800862"/>
                    </a:cubicBezTo>
                    <a:lnTo>
                      <a:pt x="243935" y="788575"/>
                    </a:lnTo>
                    <a:cubicBezTo>
                      <a:pt x="252317" y="783431"/>
                      <a:pt x="262795" y="776764"/>
                      <a:pt x="266509" y="774573"/>
                    </a:cubicBezTo>
                    <a:cubicBezTo>
                      <a:pt x="287083" y="759905"/>
                      <a:pt x="310229" y="747141"/>
                      <a:pt x="336614" y="745427"/>
                    </a:cubicBezTo>
                    <a:cubicBezTo>
                      <a:pt x="343281" y="744855"/>
                      <a:pt x="355759" y="744283"/>
                      <a:pt x="362712" y="744855"/>
                    </a:cubicBezTo>
                    <a:cubicBezTo>
                      <a:pt x="373380" y="745998"/>
                      <a:pt x="388239" y="749141"/>
                      <a:pt x="396907" y="742569"/>
                    </a:cubicBezTo>
                    <a:lnTo>
                      <a:pt x="400717" y="735235"/>
                    </a:lnTo>
                    <a:cubicBezTo>
                      <a:pt x="399574" y="728662"/>
                      <a:pt x="392335" y="722948"/>
                      <a:pt x="389954" y="716947"/>
                    </a:cubicBezTo>
                    <a:lnTo>
                      <a:pt x="387191" y="710089"/>
                    </a:lnTo>
                    <a:cubicBezTo>
                      <a:pt x="394621" y="711518"/>
                      <a:pt x="401574" y="710375"/>
                      <a:pt x="405956" y="708374"/>
                    </a:cubicBezTo>
                    <a:cubicBezTo>
                      <a:pt x="410527" y="706660"/>
                      <a:pt x="421862" y="698373"/>
                      <a:pt x="421291" y="686086"/>
                    </a:cubicBezTo>
                    <a:cubicBezTo>
                      <a:pt x="412242" y="690372"/>
                      <a:pt x="390620" y="696087"/>
                      <a:pt x="388334" y="674370"/>
                    </a:cubicBezTo>
                    <a:cubicBezTo>
                      <a:pt x="385953" y="655320"/>
                      <a:pt x="403098" y="638937"/>
                      <a:pt x="429768" y="646081"/>
                    </a:cubicBezTo>
                    <a:cubicBezTo>
                      <a:pt x="448056" y="650653"/>
                      <a:pt x="474631" y="688943"/>
                      <a:pt x="450342" y="705517"/>
                    </a:cubicBezTo>
                    <a:cubicBezTo>
                      <a:pt x="438436" y="713518"/>
                      <a:pt x="420148" y="721233"/>
                      <a:pt x="422529" y="742093"/>
                    </a:cubicBezTo>
                    <a:cubicBezTo>
                      <a:pt x="430340" y="732663"/>
                      <a:pt x="440817" y="727996"/>
                      <a:pt x="454438" y="729234"/>
                    </a:cubicBezTo>
                    <a:cubicBezTo>
                      <a:pt x="434435" y="743807"/>
                      <a:pt x="419100" y="745522"/>
                      <a:pt x="398240" y="756666"/>
                    </a:cubicBezTo>
                    <a:cubicBezTo>
                      <a:pt x="379952" y="767239"/>
                      <a:pt x="366331" y="784670"/>
                      <a:pt x="352139" y="785241"/>
                    </a:cubicBezTo>
                    <a:cubicBezTo>
                      <a:pt x="341185" y="785812"/>
                      <a:pt x="335090" y="772954"/>
                      <a:pt x="345758" y="762953"/>
                    </a:cubicBezTo>
                    <a:cubicBezTo>
                      <a:pt x="334994" y="760667"/>
                      <a:pt x="320802" y="768953"/>
                      <a:pt x="316802" y="780098"/>
                    </a:cubicBezTo>
                    <a:cubicBezTo>
                      <a:pt x="311563" y="795242"/>
                      <a:pt x="315658" y="806006"/>
                      <a:pt x="325279" y="812006"/>
                    </a:cubicBezTo>
                    <a:cubicBezTo>
                      <a:pt x="312229" y="818864"/>
                      <a:pt x="302705" y="832390"/>
                      <a:pt x="307277" y="851535"/>
                    </a:cubicBezTo>
                    <a:cubicBezTo>
                      <a:pt x="311658" y="867156"/>
                      <a:pt x="327565" y="867156"/>
                      <a:pt x="321469" y="887158"/>
                    </a:cubicBezTo>
                    <a:cubicBezTo>
                      <a:pt x="330422" y="884873"/>
                      <a:pt x="336233" y="878872"/>
                      <a:pt x="338900" y="870299"/>
                    </a:cubicBezTo>
                    <a:cubicBezTo>
                      <a:pt x="340043" y="864299"/>
                      <a:pt x="341185" y="858107"/>
                      <a:pt x="344043" y="855250"/>
                    </a:cubicBezTo>
                    <a:cubicBezTo>
                      <a:pt x="342900" y="867251"/>
                      <a:pt x="349853" y="884968"/>
                      <a:pt x="366331" y="892969"/>
                    </a:cubicBezTo>
                    <a:cubicBezTo>
                      <a:pt x="377666" y="898398"/>
                      <a:pt x="395383" y="900684"/>
                      <a:pt x="408908" y="886682"/>
                    </a:cubicBezTo>
                    <a:cubicBezTo>
                      <a:pt x="414528" y="902399"/>
                      <a:pt x="433292" y="915829"/>
                      <a:pt x="452723" y="915257"/>
                    </a:cubicBezTo>
                    <a:cubicBezTo>
                      <a:pt x="461581" y="915257"/>
                      <a:pt x="470345" y="911543"/>
                      <a:pt x="477012" y="907542"/>
                    </a:cubicBezTo>
                    <a:cubicBezTo>
                      <a:pt x="481679" y="919258"/>
                      <a:pt x="493490" y="930974"/>
                      <a:pt x="505396" y="936689"/>
                    </a:cubicBezTo>
                    <a:cubicBezTo>
                      <a:pt x="517589" y="930974"/>
                      <a:pt x="529400" y="919258"/>
                      <a:pt x="534448" y="907542"/>
                    </a:cubicBezTo>
                    <a:cubicBezTo>
                      <a:pt x="540830" y="911543"/>
                      <a:pt x="549783" y="915257"/>
                      <a:pt x="558451" y="915257"/>
                    </a:cubicBezTo>
                    <a:cubicBezTo>
                      <a:pt x="577310" y="915829"/>
                      <a:pt x="597027" y="902399"/>
                      <a:pt x="602266" y="886682"/>
                    </a:cubicBezTo>
                    <a:cubicBezTo>
                      <a:pt x="615887" y="900684"/>
                      <a:pt x="633508" y="898493"/>
                      <a:pt x="644843" y="892969"/>
                    </a:cubicBezTo>
                    <a:cubicBezTo>
                      <a:pt x="661321" y="884968"/>
                      <a:pt x="668274" y="867251"/>
                      <a:pt x="667131" y="855250"/>
                    </a:cubicBezTo>
                    <a:cubicBezTo>
                      <a:pt x="670274" y="858107"/>
                      <a:pt x="671513" y="864394"/>
                      <a:pt x="672560" y="870299"/>
                    </a:cubicBezTo>
                    <a:cubicBezTo>
                      <a:pt x="674846" y="878872"/>
                      <a:pt x="680657" y="884968"/>
                      <a:pt x="689705" y="887158"/>
                    </a:cubicBezTo>
                    <a:cubicBezTo>
                      <a:pt x="683609" y="867156"/>
                      <a:pt x="699802" y="867156"/>
                      <a:pt x="703898" y="851535"/>
                    </a:cubicBezTo>
                    <a:cubicBezTo>
                      <a:pt x="708470" y="832390"/>
                      <a:pt x="698945" y="818864"/>
                      <a:pt x="686276" y="812006"/>
                    </a:cubicBezTo>
                    <a:cubicBezTo>
                      <a:pt x="695516" y="806006"/>
                      <a:pt x="699897" y="795242"/>
                      <a:pt x="694373" y="780098"/>
                    </a:cubicBezTo>
                    <a:cubicBezTo>
                      <a:pt x="690372" y="768953"/>
                      <a:pt x="676085" y="760571"/>
                      <a:pt x="665417" y="762953"/>
                    </a:cubicBezTo>
                    <a:cubicBezTo>
                      <a:pt x="676085" y="772954"/>
                      <a:pt x="670370" y="785812"/>
                      <a:pt x="659035" y="785241"/>
                    </a:cubicBezTo>
                    <a:cubicBezTo>
                      <a:pt x="644843" y="784670"/>
                      <a:pt x="631222" y="767239"/>
                      <a:pt x="612934" y="756666"/>
                    </a:cubicBezTo>
                    <a:cubicBezTo>
                      <a:pt x="592074" y="745522"/>
                      <a:pt x="576739" y="743807"/>
                      <a:pt x="556736" y="729234"/>
                    </a:cubicBezTo>
                    <a:cubicBezTo>
                      <a:pt x="570357" y="728091"/>
                      <a:pt x="581120" y="732663"/>
                      <a:pt x="588645" y="742093"/>
                    </a:cubicBezTo>
                    <a:cubicBezTo>
                      <a:pt x="590931" y="721233"/>
                      <a:pt x="572738" y="713518"/>
                      <a:pt x="560832" y="705517"/>
                    </a:cubicBezTo>
                    <a:cubicBezTo>
                      <a:pt x="536734" y="688943"/>
                      <a:pt x="563118" y="650653"/>
                      <a:pt x="581692" y="646081"/>
                    </a:cubicBezTo>
                    <a:cubicBezTo>
                      <a:pt x="608076" y="638937"/>
                      <a:pt x="625507" y="655320"/>
                      <a:pt x="622840" y="674370"/>
                    </a:cubicBezTo>
                    <a:cubicBezTo>
                      <a:pt x="619982" y="696087"/>
                      <a:pt x="598837" y="690372"/>
                      <a:pt x="589217" y="686086"/>
                    </a:cubicBezTo>
                    <a:cubicBezTo>
                      <a:pt x="589217" y="698373"/>
                      <a:pt x="600551" y="706660"/>
                      <a:pt x="605219" y="708374"/>
                    </a:cubicBezTo>
                    <a:cubicBezTo>
                      <a:pt x="610648" y="710946"/>
                      <a:pt x="620649" y="712184"/>
                      <a:pt x="629698" y="708470"/>
                    </a:cubicBezTo>
                    <a:lnTo>
                      <a:pt x="628936" y="713518"/>
                    </a:lnTo>
                    <a:cubicBezTo>
                      <a:pt x="627221" y="731996"/>
                      <a:pt x="617030" y="733806"/>
                      <a:pt x="620459" y="741426"/>
                    </a:cubicBezTo>
                    <a:cubicBezTo>
                      <a:pt x="625412" y="747141"/>
                      <a:pt x="657892" y="745998"/>
                      <a:pt x="666560" y="747712"/>
                    </a:cubicBezTo>
                    <a:cubicBezTo>
                      <a:pt x="681895" y="749713"/>
                      <a:pt x="694944" y="755428"/>
                      <a:pt x="709708" y="758285"/>
                    </a:cubicBezTo>
                    <a:cubicBezTo>
                      <a:pt x="726186" y="761714"/>
                      <a:pt x="743902" y="761714"/>
                      <a:pt x="758666" y="767715"/>
                    </a:cubicBezTo>
                    <a:cubicBezTo>
                      <a:pt x="768191" y="771716"/>
                      <a:pt x="778955" y="779431"/>
                      <a:pt x="788194" y="783908"/>
                    </a:cubicBezTo>
                    <a:cubicBezTo>
                      <a:pt x="802386" y="786289"/>
                      <a:pt x="800100" y="792004"/>
                      <a:pt x="809054" y="792004"/>
                    </a:cubicBezTo>
                    <a:cubicBezTo>
                      <a:pt x="817150" y="792004"/>
                      <a:pt x="820388" y="785146"/>
                      <a:pt x="830866" y="782383"/>
                    </a:cubicBezTo>
                    <a:cubicBezTo>
                      <a:pt x="838105" y="780669"/>
                      <a:pt x="846201" y="783431"/>
                      <a:pt x="853440" y="781145"/>
                    </a:cubicBezTo>
                    <a:cubicBezTo>
                      <a:pt x="858679" y="780098"/>
                      <a:pt x="860965" y="774573"/>
                      <a:pt x="865918" y="771716"/>
                    </a:cubicBezTo>
                    <a:cubicBezTo>
                      <a:pt x="871728" y="768287"/>
                      <a:pt x="879824" y="768287"/>
                      <a:pt x="885349" y="763524"/>
                    </a:cubicBezTo>
                    <a:lnTo>
                      <a:pt x="888397" y="752666"/>
                    </a:lnTo>
                    <a:lnTo>
                      <a:pt x="888587" y="753428"/>
                    </a:lnTo>
                    <a:cubicBezTo>
                      <a:pt x="899541" y="745712"/>
                      <a:pt x="908018" y="734568"/>
                      <a:pt x="912590" y="721805"/>
                    </a:cubicBezTo>
                    <a:lnTo>
                      <a:pt x="917829" y="715804"/>
                    </a:lnTo>
                    <a:lnTo>
                      <a:pt x="917829" y="714661"/>
                    </a:lnTo>
                    <a:lnTo>
                      <a:pt x="922496" y="705517"/>
                    </a:lnTo>
                    <a:lnTo>
                      <a:pt x="917829" y="694944"/>
                    </a:lnTo>
                    <a:lnTo>
                      <a:pt x="917829" y="693801"/>
                    </a:lnTo>
                    <a:lnTo>
                      <a:pt x="915543" y="688372"/>
                    </a:lnTo>
                    <a:cubicBezTo>
                      <a:pt x="910971" y="663607"/>
                      <a:pt x="891731" y="643604"/>
                      <a:pt x="867156" y="637318"/>
                    </a:cubicBezTo>
                    <a:lnTo>
                      <a:pt x="867156" y="636175"/>
                    </a:lnTo>
                    <a:lnTo>
                      <a:pt x="866585" y="636175"/>
                    </a:lnTo>
                    <a:lnTo>
                      <a:pt x="865061" y="634365"/>
                    </a:lnTo>
                    <a:lnTo>
                      <a:pt x="857060" y="622173"/>
                    </a:lnTo>
                    <a:lnTo>
                      <a:pt x="871252" y="632174"/>
                    </a:lnTo>
                    <a:lnTo>
                      <a:pt x="871252" y="599313"/>
                    </a:lnTo>
                    <a:lnTo>
                      <a:pt x="857060" y="609314"/>
                    </a:lnTo>
                    <a:lnTo>
                      <a:pt x="867156" y="595312"/>
                    </a:lnTo>
                    <a:lnTo>
                      <a:pt x="833247" y="595312"/>
                    </a:lnTo>
                    <a:lnTo>
                      <a:pt x="843344" y="609314"/>
                    </a:lnTo>
                    <a:lnTo>
                      <a:pt x="829151" y="599313"/>
                    </a:lnTo>
                    <a:lnTo>
                      <a:pt x="829151" y="632174"/>
                    </a:lnTo>
                    <a:lnTo>
                      <a:pt x="843344" y="622173"/>
                    </a:lnTo>
                    <a:lnTo>
                      <a:pt x="833247" y="636175"/>
                    </a:lnTo>
                    <a:lnTo>
                      <a:pt x="834390" y="636746"/>
                    </a:lnTo>
                    <a:cubicBezTo>
                      <a:pt x="809149" y="642461"/>
                      <a:pt x="788956" y="663035"/>
                      <a:pt x="784289" y="688372"/>
                    </a:cubicBezTo>
                    <a:lnTo>
                      <a:pt x="781336" y="693801"/>
                    </a:lnTo>
                    <a:lnTo>
                      <a:pt x="781336" y="694944"/>
                    </a:lnTo>
                    <a:lnTo>
                      <a:pt x="776669" y="705517"/>
                    </a:lnTo>
                    <a:lnTo>
                      <a:pt x="781336" y="714661"/>
                    </a:lnTo>
                    <a:lnTo>
                      <a:pt x="781336" y="715804"/>
                    </a:lnTo>
                    <a:lnTo>
                      <a:pt x="786575" y="721805"/>
                    </a:lnTo>
                    <a:lnTo>
                      <a:pt x="790575" y="730949"/>
                    </a:lnTo>
                    <a:cubicBezTo>
                      <a:pt x="788194" y="739997"/>
                      <a:pt x="777145" y="745522"/>
                      <a:pt x="774668" y="745522"/>
                    </a:cubicBezTo>
                    <a:cubicBezTo>
                      <a:pt x="754094" y="748475"/>
                      <a:pt x="731234" y="739807"/>
                      <a:pt x="710279" y="732092"/>
                    </a:cubicBezTo>
                    <a:cubicBezTo>
                      <a:pt x="700945" y="728662"/>
                      <a:pt x="688562" y="724662"/>
                      <a:pt x="682371" y="715804"/>
                    </a:cubicBezTo>
                    <a:cubicBezTo>
                      <a:pt x="678656" y="709232"/>
                      <a:pt x="677037" y="705231"/>
                      <a:pt x="678847" y="699516"/>
                    </a:cubicBezTo>
                    <a:cubicBezTo>
                      <a:pt x="681228" y="702374"/>
                      <a:pt x="684943" y="705517"/>
                      <a:pt x="690182" y="708374"/>
                    </a:cubicBezTo>
                    <a:lnTo>
                      <a:pt x="691896" y="699992"/>
                    </a:lnTo>
                    <a:cubicBezTo>
                      <a:pt x="697135" y="707708"/>
                      <a:pt x="705517" y="711803"/>
                      <a:pt x="715613" y="711137"/>
                    </a:cubicBezTo>
                    <a:cubicBezTo>
                      <a:pt x="709517" y="705993"/>
                      <a:pt x="706660" y="692563"/>
                      <a:pt x="709517" y="680847"/>
                    </a:cubicBezTo>
                    <a:cubicBezTo>
                      <a:pt x="717995" y="694849"/>
                      <a:pt x="749808" y="697706"/>
                      <a:pt x="755618" y="672560"/>
                    </a:cubicBezTo>
                    <a:cubicBezTo>
                      <a:pt x="743712" y="677989"/>
                      <a:pt x="736187" y="671989"/>
                      <a:pt x="733901" y="665798"/>
                    </a:cubicBezTo>
                    <a:cubicBezTo>
                      <a:pt x="730472" y="655796"/>
                      <a:pt x="741998" y="631508"/>
                      <a:pt x="731615" y="612553"/>
                    </a:cubicBezTo>
                    <a:cubicBezTo>
                      <a:pt x="723233" y="598551"/>
                      <a:pt x="713613" y="589979"/>
                      <a:pt x="691325" y="586645"/>
                    </a:cubicBezTo>
                    <a:lnTo>
                      <a:pt x="694182" y="577691"/>
                    </a:lnTo>
                    <a:cubicBezTo>
                      <a:pt x="673608" y="585121"/>
                      <a:pt x="655892" y="579406"/>
                      <a:pt x="647510" y="563118"/>
                    </a:cubicBezTo>
                    <a:cubicBezTo>
                      <a:pt x="651510" y="564833"/>
                      <a:pt x="657606" y="565404"/>
                      <a:pt x="663416" y="565404"/>
                    </a:cubicBezTo>
                    <a:cubicBezTo>
                      <a:pt x="645223" y="550831"/>
                      <a:pt x="646367" y="509397"/>
                      <a:pt x="659416" y="487966"/>
                    </a:cubicBezTo>
                    <a:lnTo>
                      <a:pt x="663416" y="485108"/>
                    </a:lnTo>
                    <a:cubicBezTo>
                      <a:pt x="667417" y="493109"/>
                      <a:pt x="679418" y="493109"/>
                      <a:pt x="685419" y="499682"/>
                    </a:cubicBezTo>
                    <a:lnTo>
                      <a:pt x="691229" y="494919"/>
                    </a:lnTo>
                    <a:cubicBezTo>
                      <a:pt x="691229" y="494919"/>
                      <a:pt x="691801" y="528828"/>
                      <a:pt x="694087" y="542830"/>
                    </a:cubicBezTo>
                    <a:cubicBezTo>
                      <a:pt x="696373" y="558546"/>
                      <a:pt x="711708" y="556832"/>
                      <a:pt x="719519" y="563689"/>
                    </a:cubicBezTo>
                    <a:cubicBezTo>
                      <a:pt x="728853" y="553688"/>
                      <a:pt x="745617" y="554260"/>
                      <a:pt x="742950" y="536829"/>
                    </a:cubicBezTo>
                    <a:cubicBezTo>
                      <a:pt x="740664" y="519398"/>
                      <a:pt x="737140" y="503777"/>
                      <a:pt x="736568" y="492062"/>
                    </a:cubicBezTo>
                    <a:cubicBezTo>
                      <a:pt x="741807" y="502634"/>
                      <a:pt x="751904" y="542354"/>
                      <a:pt x="755999" y="553783"/>
                    </a:cubicBezTo>
                    <a:cubicBezTo>
                      <a:pt x="762667" y="570643"/>
                      <a:pt x="779240" y="565499"/>
                      <a:pt x="788480" y="572072"/>
                    </a:cubicBezTo>
                    <a:cubicBezTo>
                      <a:pt x="794575" y="560260"/>
                      <a:pt x="810006" y="556927"/>
                      <a:pt x="803910" y="539210"/>
                    </a:cubicBezTo>
                    <a:cubicBezTo>
                      <a:pt x="802100" y="534638"/>
                      <a:pt x="776859" y="482346"/>
                      <a:pt x="773144" y="472345"/>
                    </a:cubicBezTo>
                    <a:cubicBezTo>
                      <a:pt x="782098" y="485204"/>
                      <a:pt x="806482" y="531209"/>
                      <a:pt x="814007" y="543973"/>
                    </a:cubicBezTo>
                    <a:cubicBezTo>
                      <a:pt x="822389" y="557403"/>
                      <a:pt x="837724" y="550831"/>
                      <a:pt x="848773" y="554260"/>
                    </a:cubicBezTo>
                    <a:cubicBezTo>
                      <a:pt x="850773" y="544639"/>
                      <a:pt x="865537" y="533400"/>
                      <a:pt x="854773" y="516541"/>
                    </a:cubicBezTo>
                    <a:cubicBezTo>
                      <a:pt x="841153" y="494252"/>
                      <a:pt x="809339" y="455390"/>
                      <a:pt x="807530" y="450056"/>
                    </a:cubicBezTo>
                    <a:cubicBezTo>
                      <a:pt x="813911" y="456057"/>
                      <a:pt x="863441" y="516541"/>
                      <a:pt x="867251" y="520065"/>
                    </a:cubicBezTo>
                    <a:cubicBezTo>
                      <a:pt x="878777" y="530066"/>
                      <a:pt x="895636" y="522351"/>
                      <a:pt x="905542" y="522351"/>
                    </a:cubicBezTo>
                    <a:cubicBezTo>
                      <a:pt x="905542" y="511207"/>
                      <a:pt x="914591" y="498634"/>
                      <a:pt x="901446" y="485775"/>
                    </a:cubicBezTo>
                    <a:cubicBezTo>
                      <a:pt x="889540" y="474631"/>
                      <a:pt x="862298" y="455485"/>
                      <a:pt x="856583" y="448913"/>
                    </a:cubicBezTo>
                    <a:cubicBezTo>
                      <a:pt x="874776" y="461201"/>
                      <a:pt x="896302" y="480917"/>
                      <a:pt x="908971" y="484060"/>
                    </a:cubicBezTo>
                    <a:cubicBezTo>
                      <a:pt x="931545" y="489776"/>
                      <a:pt x="939641" y="480917"/>
                      <a:pt x="948119" y="477488"/>
                    </a:cubicBezTo>
                    <a:cubicBezTo>
                      <a:pt x="941165" y="457200"/>
                      <a:pt x="950405" y="447675"/>
                      <a:pt x="902589" y="428054"/>
                    </a:cubicBezTo>
                    <a:cubicBezTo>
                      <a:pt x="944023" y="442627"/>
                      <a:pt x="962311" y="435388"/>
                      <a:pt x="977075" y="424148"/>
                    </a:cubicBezTo>
                    <a:cubicBezTo>
                      <a:pt x="971264" y="409575"/>
                      <a:pt x="956405" y="397288"/>
                      <a:pt x="944594" y="393287"/>
                    </a:cubicBezTo>
                    <a:cubicBezTo>
                      <a:pt x="969836" y="393859"/>
                      <a:pt x="986600" y="382619"/>
                      <a:pt x="997553" y="368141"/>
                    </a:cubicBezTo>
                    <a:cubicBezTo>
                      <a:pt x="988314" y="355854"/>
                      <a:pt x="969740" y="346996"/>
                      <a:pt x="948595" y="344615"/>
                    </a:cubicBezTo>
                    <a:cubicBezTo>
                      <a:pt x="979837" y="340043"/>
                      <a:pt x="1004792" y="320897"/>
                      <a:pt x="1007650" y="298609"/>
                    </a:cubicBezTo>
                    <a:cubicBezTo>
                      <a:pt x="995172" y="291179"/>
                      <a:pt x="974693" y="288608"/>
                      <a:pt x="953738" y="290703"/>
                    </a:cubicBezTo>
                    <a:cubicBezTo>
                      <a:pt x="986504" y="279464"/>
                      <a:pt x="1008793" y="255556"/>
                      <a:pt x="1009936" y="234124"/>
                    </a:cubicBezTo>
                    <a:cubicBezTo>
                      <a:pt x="992886" y="229267"/>
                      <a:pt x="975074" y="231839"/>
                      <a:pt x="959834" y="235268"/>
                    </a:cubicBezTo>
                    <a:cubicBezTo>
                      <a:pt x="975836" y="223552"/>
                      <a:pt x="1001840" y="202120"/>
                      <a:pt x="998696" y="170688"/>
                    </a:cubicBezTo>
                    <a:cubicBezTo>
                      <a:pt x="983361" y="166973"/>
                      <a:pt x="955262" y="177546"/>
                      <a:pt x="943356" y="182690"/>
                    </a:cubicBezTo>
                    <a:cubicBezTo>
                      <a:pt x="980980" y="161830"/>
                      <a:pt x="994600" y="112490"/>
                      <a:pt x="974693" y="84487"/>
                    </a:cubicBezTo>
                    <a:cubicBezTo>
                      <a:pt x="962787" y="91345"/>
                      <a:pt x="908875" y="145637"/>
                      <a:pt x="900208" y="151924"/>
                    </a:cubicBezTo>
                    <a:cubicBezTo>
                      <a:pt x="928021" y="120491"/>
                      <a:pt x="941070" y="97917"/>
                      <a:pt x="948595" y="76771"/>
                    </a:cubicBezTo>
                    <a:cubicBezTo>
                      <a:pt x="957644" y="53626"/>
                      <a:pt x="958120" y="13335"/>
                      <a:pt x="929164" y="0"/>
                    </a:cubicBezTo>
                    <a:cubicBezTo>
                      <a:pt x="915543" y="30861"/>
                      <a:pt x="867632" y="110014"/>
                      <a:pt x="841058" y="142780"/>
                    </a:cubicBezTo>
                    <a:lnTo>
                      <a:pt x="832009" y="136303"/>
                    </a:lnTo>
                    <a:cubicBezTo>
                      <a:pt x="825627" y="156305"/>
                      <a:pt x="806863" y="182785"/>
                      <a:pt x="789718" y="195739"/>
                    </a:cubicBezTo>
                    <a:cubicBezTo>
                      <a:pt x="788861" y="194024"/>
                      <a:pt x="787146" y="189357"/>
                      <a:pt x="784289" y="184595"/>
                    </a:cubicBezTo>
                    <a:cubicBezTo>
                      <a:pt x="766000" y="211455"/>
                      <a:pt x="718852" y="248317"/>
                      <a:pt x="703421" y="270891"/>
                    </a:cubicBezTo>
                    <a:cubicBezTo>
                      <a:pt x="691515" y="287750"/>
                      <a:pt x="691515" y="302895"/>
                      <a:pt x="707993" y="318611"/>
                    </a:cubicBezTo>
                    <a:cubicBezTo>
                      <a:pt x="714661" y="325184"/>
                      <a:pt x="727424" y="336899"/>
                      <a:pt x="716471" y="353187"/>
                    </a:cubicBezTo>
                    <a:cubicBezTo>
                      <a:pt x="698468" y="378905"/>
                      <a:pt x="659035" y="377476"/>
                      <a:pt x="647224" y="355473"/>
                    </a:cubicBezTo>
                    <a:cubicBezTo>
                      <a:pt x="672751" y="352711"/>
                      <a:pt x="680275" y="322421"/>
                      <a:pt x="664273" y="304324"/>
                    </a:cubicBezTo>
                    <a:cubicBezTo>
                      <a:pt x="659797" y="312706"/>
                      <a:pt x="651129" y="317849"/>
                      <a:pt x="641414" y="318040"/>
                    </a:cubicBezTo>
                    <a:lnTo>
                      <a:pt x="641414" y="566547"/>
                    </a:lnTo>
                    <a:cubicBezTo>
                      <a:pt x="641414" y="604837"/>
                      <a:pt x="621125" y="626840"/>
                      <a:pt x="585692" y="626840"/>
                    </a:cubicBezTo>
                    <a:lnTo>
                      <a:pt x="545973" y="626840"/>
                    </a:lnTo>
                    <a:cubicBezTo>
                      <a:pt x="532352" y="626840"/>
                      <a:pt x="524256" y="637985"/>
                      <a:pt x="521303" y="648272"/>
                    </a:cubicBezTo>
                    <a:lnTo>
                      <a:pt x="505777" y="702564"/>
                    </a:lnTo>
                    <a:lnTo>
                      <a:pt x="489490" y="648557"/>
                    </a:lnTo>
                    <a:cubicBezTo>
                      <a:pt x="487966" y="643509"/>
                      <a:pt x="481584" y="626840"/>
                      <a:pt x="464534" y="626840"/>
                    </a:cubicBezTo>
                    <a:lnTo>
                      <a:pt x="424815" y="626840"/>
                    </a:lnTo>
                    <a:cubicBezTo>
                      <a:pt x="389573" y="626840"/>
                      <a:pt x="369379" y="604933"/>
                      <a:pt x="369379" y="566547"/>
                    </a:cubicBezTo>
                    <a:lnTo>
                      <a:pt x="369094" y="318135"/>
                    </a:lnTo>
                    <a:cubicBezTo>
                      <a:pt x="359188" y="318135"/>
                      <a:pt x="350234" y="312896"/>
                      <a:pt x="345758" y="304419"/>
                    </a:cubicBezTo>
                    <a:cubicBezTo>
                      <a:pt x="329756" y="322421"/>
                      <a:pt x="337375" y="352806"/>
                      <a:pt x="362807" y="355568"/>
                    </a:cubicBezTo>
                    <a:cubicBezTo>
                      <a:pt x="350901" y="377571"/>
                      <a:pt x="311563" y="379000"/>
                      <a:pt x="293846" y="353282"/>
                    </a:cubicBezTo>
                    <a:cubicBezTo>
                      <a:pt x="282511" y="336995"/>
                      <a:pt x="295561" y="325279"/>
                      <a:pt x="301943" y="318707"/>
                    </a:cubicBezTo>
                    <a:cubicBezTo>
                      <a:pt x="318421" y="302990"/>
                      <a:pt x="318421" y="287845"/>
                      <a:pt x="306515" y="270986"/>
                    </a:cubicBezTo>
                    <a:cubicBezTo>
                      <a:pt x="291179" y="248412"/>
                      <a:pt x="243935" y="211550"/>
                      <a:pt x="225647" y="184690"/>
                    </a:cubicBezTo>
                    <a:cubicBezTo>
                      <a:pt x="222790" y="189452"/>
                      <a:pt x="221075" y="194120"/>
                      <a:pt x="220408" y="195834"/>
                    </a:cubicBezTo>
                    <a:cubicBezTo>
                      <a:pt x="203359" y="182975"/>
                      <a:pt x="184213" y="156400"/>
                      <a:pt x="177832" y="136398"/>
                    </a:cubicBezTo>
                    <a:lnTo>
                      <a:pt x="168878" y="142875"/>
                    </a:lnTo>
                    <a:cubicBezTo>
                      <a:pt x="142494" y="110109"/>
                      <a:pt x="94393" y="30956"/>
                      <a:pt x="80772" y="95"/>
                    </a:cubicBezTo>
                    <a:cubicBezTo>
                      <a:pt x="52102" y="13430"/>
                      <a:pt x="52673" y="53721"/>
                      <a:pt x="61341" y="76867"/>
                    </a:cubicBezTo>
                    <a:cubicBezTo>
                      <a:pt x="69152" y="98012"/>
                      <a:pt x="82201" y="120587"/>
                      <a:pt x="109728" y="152019"/>
                    </a:cubicBezTo>
                    <a:cubicBezTo>
                      <a:pt x="101060" y="145733"/>
                      <a:pt x="47149" y="91440"/>
                      <a:pt x="35242" y="84582"/>
                    </a:cubicBezTo>
                    <a:cubicBezTo>
                      <a:pt x="15335" y="112586"/>
                      <a:pt x="28861" y="161925"/>
                      <a:pt x="66580" y="182785"/>
                    </a:cubicBezTo>
                    <a:cubicBezTo>
                      <a:pt x="55055" y="177641"/>
                      <a:pt x="26575" y="167069"/>
                      <a:pt x="11239" y="170783"/>
                    </a:cubicBezTo>
                    <a:cubicBezTo>
                      <a:pt x="8287" y="202216"/>
                      <a:pt x="34195" y="223647"/>
                      <a:pt x="50102" y="235363"/>
                    </a:cubicBezTo>
                    <a:cubicBezTo>
                      <a:pt x="34766" y="231934"/>
                      <a:pt x="17050" y="229362"/>
                      <a:pt x="0" y="234220"/>
                    </a:cubicBezTo>
                    <a:moveTo>
                      <a:pt x="94202" y="488061"/>
                    </a:moveTo>
                    <a:lnTo>
                      <a:pt x="94679" y="485204"/>
                    </a:lnTo>
                    <a:lnTo>
                      <a:pt x="100775" y="484060"/>
                    </a:lnTo>
                    <a:cubicBezTo>
                      <a:pt x="114395" y="480917"/>
                      <a:pt x="135541" y="461201"/>
                      <a:pt x="153829" y="448913"/>
                    </a:cubicBezTo>
                    <a:cubicBezTo>
                      <a:pt x="147447" y="455485"/>
                      <a:pt x="120777" y="474631"/>
                      <a:pt x="108871" y="485775"/>
                    </a:cubicBezTo>
                    <a:cubicBezTo>
                      <a:pt x="97917" y="496633"/>
                      <a:pt x="102489" y="507492"/>
                      <a:pt x="104299" y="517208"/>
                    </a:cubicBezTo>
                    <a:lnTo>
                      <a:pt x="106870" y="522637"/>
                    </a:lnTo>
                    <a:cubicBezTo>
                      <a:pt x="116967" y="523208"/>
                      <a:pt x="132112" y="529209"/>
                      <a:pt x="143351" y="520160"/>
                    </a:cubicBezTo>
                    <a:cubicBezTo>
                      <a:pt x="146876" y="516636"/>
                      <a:pt x="196310" y="456152"/>
                      <a:pt x="203073" y="450151"/>
                    </a:cubicBezTo>
                    <a:cubicBezTo>
                      <a:pt x="200501" y="455485"/>
                      <a:pt x="169164" y="494347"/>
                      <a:pt x="154972" y="516636"/>
                    </a:cubicBezTo>
                    <a:cubicBezTo>
                      <a:pt x="144589" y="533495"/>
                      <a:pt x="159925" y="544639"/>
                      <a:pt x="161639" y="554355"/>
                    </a:cubicBezTo>
                    <a:cubicBezTo>
                      <a:pt x="172974" y="550926"/>
                      <a:pt x="188309" y="557498"/>
                      <a:pt x="196406" y="544068"/>
                    </a:cubicBezTo>
                    <a:cubicBezTo>
                      <a:pt x="204311" y="531305"/>
                      <a:pt x="228314" y="485204"/>
                      <a:pt x="237363" y="472440"/>
                    </a:cubicBezTo>
                    <a:cubicBezTo>
                      <a:pt x="233839" y="482441"/>
                      <a:pt x="208407" y="534733"/>
                      <a:pt x="206597" y="539306"/>
                    </a:cubicBezTo>
                    <a:cubicBezTo>
                      <a:pt x="200501" y="557022"/>
                      <a:pt x="215836" y="560356"/>
                      <a:pt x="221933" y="572167"/>
                    </a:cubicBezTo>
                    <a:cubicBezTo>
                      <a:pt x="231267" y="565595"/>
                      <a:pt x="248031" y="570738"/>
                      <a:pt x="254413" y="553879"/>
                    </a:cubicBezTo>
                    <a:cubicBezTo>
                      <a:pt x="258413" y="542449"/>
                      <a:pt x="268605" y="502730"/>
                      <a:pt x="273844" y="492157"/>
                    </a:cubicBezTo>
                    <a:cubicBezTo>
                      <a:pt x="273272" y="503872"/>
                      <a:pt x="269843" y="519589"/>
                      <a:pt x="267462" y="536924"/>
                    </a:cubicBezTo>
                    <a:cubicBezTo>
                      <a:pt x="265081" y="554355"/>
                      <a:pt x="281654" y="553783"/>
                      <a:pt x="290322" y="563785"/>
                    </a:cubicBezTo>
                    <a:cubicBezTo>
                      <a:pt x="298799" y="556927"/>
                      <a:pt x="314135" y="558641"/>
                      <a:pt x="316421" y="542925"/>
                    </a:cubicBezTo>
                    <a:cubicBezTo>
                      <a:pt x="318706" y="528828"/>
                      <a:pt x="319373" y="495014"/>
                      <a:pt x="319373" y="495014"/>
                    </a:cubicBezTo>
                    <a:lnTo>
                      <a:pt x="325374" y="499777"/>
                    </a:lnTo>
                    <a:cubicBezTo>
                      <a:pt x="331184" y="493205"/>
                      <a:pt x="343091" y="493205"/>
                      <a:pt x="347091" y="485204"/>
                    </a:cubicBezTo>
                    <a:lnTo>
                      <a:pt x="351187" y="488061"/>
                    </a:lnTo>
                    <a:cubicBezTo>
                      <a:pt x="364236" y="509492"/>
                      <a:pt x="365379" y="550831"/>
                      <a:pt x="347091" y="565499"/>
                    </a:cubicBezTo>
                    <a:cubicBezTo>
                      <a:pt x="352330" y="565499"/>
                      <a:pt x="358997" y="564928"/>
                      <a:pt x="363093" y="563213"/>
                    </a:cubicBezTo>
                    <a:cubicBezTo>
                      <a:pt x="354997" y="579501"/>
                      <a:pt x="336995" y="585216"/>
                      <a:pt x="316421" y="577787"/>
                    </a:cubicBezTo>
                    <a:lnTo>
                      <a:pt x="319373" y="586740"/>
                    </a:lnTo>
                    <a:cubicBezTo>
                      <a:pt x="297085" y="590074"/>
                      <a:pt x="287465" y="598646"/>
                      <a:pt x="279368" y="612648"/>
                    </a:cubicBezTo>
                    <a:cubicBezTo>
                      <a:pt x="268033" y="631508"/>
                      <a:pt x="279940" y="655796"/>
                      <a:pt x="276797" y="665893"/>
                    </a:cubicBezTo>
                    <a:cubicBezTo>
                      <a:pt x="274510" y="672179"/>
                      <a:pt x="266891" y="678180"/>
                      <a:pt x="255080" y="672656"/>
                    </a:cubicBezTo>
                    <a:cubicBezTo>
                      <a:pt x="260890" y="697802"/>
                      <a:pt x="292799" y="694944"/>
                      <a:pt x="301181" y="680942"/>
                    </a:cubicBezTo>
                    <a:cubicBezTo>
                      <a:pt x="304133" y="692658"/>
                      <a:pt x="301181" y="706088"/>
                      <a:pt x="295370" y="711232"/>
                    </a:cubicBezTo>
                    <a:cubicBezTo>
                      <a:pt x="305276" y="711803"/>
                      <a:pt x="313658" y="707803"/>
                      <a:pt x="318802" y="700087"/>
                    </a:cubicBezTo>
                    <a:lnTo>
                      <a:pt x="320612" y="708470"/>
                    </a:lnTo>
                    <a:cubicBezTo>
                      <a:pt x="326041" y="705612"/>
                      <a:pt x="329565" y="702469"/>
                      <a:pt x="331851" y="699611"/>
                    </a:cubicBezTo>
                    <a:cubicBezTo>
                      <a:pt x="332708" y="702469"/>
                      <a:pt x="333851" y="708946"/>
                      <a:pt x="332423" y="714375"/>
                    </a:cubicBezTo>
                    <a:cubicBezTo>
                      <a:pt x="328136" y="717328"/>
                      <a:pt x="323374" y="719709"/>
                      <a:pt x="315944" y="723614"/>
                    </a:cubicBezTo>
                    <a:cubicBezTo>
                      <a:pt x="304038" y="729329"/>
                      <a:pt x="282321" y="737616"/>
                      <a:pt x="269843" y="739331"/>
                    </a:cubicBezTo>
                    <a:cubicBezTo>
                      <a:pt x="259747" y="741045"/>
                      <a:pt x="242030" y="735330"/>
                      <a:pt x="237458" y="721328"/>
                    </a:cubicBezTo>
                    <a:cubicBezTo>
                      <a:pt x="233458" y="707898"/>
                      <a:pt x="222028" y="703612"/>
                      <a:pt x="213074" y="711899"/>
                    </a:cubicBezTo>
                    <a:lnTo>
                      <a:pt x="201835" y="713042"/>
                    </a:lnTo>
                    <a:lnTo>
                      <a:pt x="195453" y="703612"/>
                    </a:lnTo>
                    <a:cubicBezTo>
                      <a:pt x="197739" y="696849"/>
                      <a:pt x="196025" y="688467"/>
                      <a:pt x="189643" y="685610"/>
                    </a:cubicBezTo>
                    <a:cubicBezTo>
                      <a:pt x="189071" y="672179"/>
                      <a:pt x="180594" y="672179"/>
                      <a:pt x="177736" y="667607"/>
                    </a:cubicBezTo>
                    <a:lnTo>
                      <a:pt x="180118" y="660749"/>
                    </a:lnTo>
                    <a:lnTo>
                      <a:pt x="174308" y="657606"/>
                    </a:lnTo>
                    <a:cubicBezTo>
                      <a:pt x="175451" y="651891"/>
                      <a:pt x="173736" y="644843"/>
                      <a:pt x="165926" y="642557"/>
                    </a:cubicBezTo>
                    <a:lnTo>
                      <a:pt x="97250" y="502825"/>
                    </a:lnTo>
                    <a:cubicBezTo>
                      <a:pt x="101632" y="498253"/>
                      <a:pt x="99251" y="491681"/>
                      <a:pt x="94393" y="489490"/>
                    </a:cubicBezTo>
                    <a:lnTo>
                      <a:pt x="94393" y="48834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23874280-00CB-92FF-C0B1-2AF32E7C2C0E}"/>
                  </a:ext>
                </a:extLst>
              </p:cNvPr>
              <p:cNvSpPr/>
              <p:nvPr/>
            </p:nvSpPr>
            <p:spPr>
              <a:xfrm>
                <a:off x="12770598" y="2116705"/>
                <a:ext cx="728281" cy="464153"/>
              </a:xfrm>
              <a:custGeom>
                <a:avLst/>
                <a:gdLst>
                  <a:gd name="connsiteX0" fmla="*/ 13430 w 728281"/>
                  <a:gd name="connsiteY0" fmla="*/ 241078 h 464153"/>
                  <a:gd name="connsiteX1" fmla="*/ 17240 w 728281"/>
                  <a:gd name="connsiteY1" fmla="*/ 224790 h 464153"/>
                  <a:gd name="connsiteX2" fmla="*/ 53721 w 728281"/>
                  <a:gd name="connsiteY2" fmla="*/ 216408 h 464153"/>
                  <a:gd name="connsiteX3" fmla="*/ 43624 w 728281"/>
                  <a:gd name="connsiteY3" fmla="*/ 236982 h 464153"/>
                  <a:gd name="connsiteX4" fmla="*/ 69151 w 728281"/>
                  <a:gd name="connsiteY4" fmla="*/ 270129 h 464153"/>
                  <a:gd name="connsiteX5" fmla="*/ 61627 w 728281"/>
                  <a:gd name="connsiteY5" fmla="*/ 250984 h 464153"/>
                  <a:gd name="connsiteX6" fmla="*/ 77057 w 728281"/>
                  <a:gd name="connsiteY6" fmla="*/ 219932 h 464153"/>
                  <a:gd name="connsiteX7" fmla="*/ 63437 w 728281"/>
                  <a:gd name="connsiteY7" fmla="*/ 163068 h 464153"/>
                  <a:gd name="connsiteX8" fmla="*/ 66961 w 728281"/>
                  <a:gd name="connsiteY8" fmla="*/ 149066 h 464153"/>
                  <a:gd name="connsiteX9" fmla="*/ 104013 w 728281"/>
                  <a:gd name="connsiteY9" fmla="*/ 134969 h 464153"/>
                  <a:gd name="connsiteX10" fmla="*/ 103441 w 728281"/>
                  <a:gd name="connsiteY10" fmla="*/ 209550 h 464153"/>
                  <a:gd name="connsiteX11" fmla="*/ 163163 w 728281"/>
                  <a:gd name="connsiteY11" fmla="*/ 231553 h 464153"/>
                  <a:gd name="connsiteX12" fmla="*/ 165068 w 728281"/>
                  <a:gd name="connsiteY12" fmla="*/ 231839 h 464153"/>
                  <a:gd name="connsiteX13" fmla="*/ 162592 w 728281"/>
                  <a:gd name="connsiteY13" fmla="*/ 238125 h 464153"/>
                  <a:gd name="connsiteX14" fmla="*/ 152114 w 728281"/>
                  <a:gd name="connsiteY14" fmla="*/ 246126 h 464153"/>
                  <a:gd name="connsiteX15" fmla="*/ 110585 w 728281"/>
                  <a:gd name="connsiteY15" fmla="*/ 289274 h 464153"/>
                  <a:gd name="connsiteX16" fmla="*/ 123063 w 728281"/>
                  <a:gd name="connsiteY16" fmla="*/ 309563 h 464153"/>
                  <a:gd name="connsiteX17" fmla="*/ 183356 w 728281"/>
                  <a:gd name="connsiteY17" fmla="*/ 302705 h 464153"/>
                  <a:gd name="connsiteX18" fmla="*/ 147733 w 728281"/>
                  <a:gd name="connsiteY18" fmla="*/ 308991 h 464153"/>
                  <a:gd name="connsiteX19" fmla="*/ 107728 w 728281"/>
                  <a:gd name="connsiteY19" fmla="*/ 318516 h 464153"/>
                  <a:gd name="connsiteX20" fmla="*/ 90297 w 728281"/>
                  <a:gd name="connsiteY20" fmla="*/ 303848 h 464153"/>
                  <a:gd name="connsiteX21" fmla="*/ 106490 w 728281"/>
                  <a:gd name="connsiteY21" fmla="*/ 335851 h 464153"/>
                  <a:gd name="connsiteX22" fmla="*/ 141256 w 728281"/>
                  <a:gd name="connsiteY22" fmla="*/ 334137 h 464153"/>
                  <a:gd name="connsiteX23" fmla="*/ 180689 w 728281"/>
                  <a:gd name="connsiteY23" fmla="*/ 314420 h 464153"/>
                  <a:gd name="connsiteX24" fmla="*/ 166688 w 728281"/>
                  <a:gd name="connsiteY24" fmla="*/ 353854 h 464153"/>
                  <a:gd name="connsiteX25" fmla="*/ 178879 w 728281"/>
                  <a:gd name="connsiteY25" fmla="*/ 329089 h 464153"/>
                  <a:gd name="connsiteX26" fmla="*/ 211265 w 728281"/>
                  <a:gd name="connsiteY26" fmla="*/ 325088 h 464153"/>
                  <a:gd name="connsiteX27" fmla="*/ 224885 w 728281"/>
                  <a:gd name="connsiteY27" fmla="*/ 330803 h 464153"/>
                  <a:gd name="connsiteX28" fmla="*/ 235648 w 728281"/>
                  <a:gd name="connsiteY28" fmla="*/ 326231 h 464153"/>
                  <a:gd name="connsiteX29" fmla="*/ 270415 w 728281"/>
                  <a:gd name="connsiteY29" fmla="*/ 381857 h 464153"/>
                  <a:gd name="connsiteX30" fmla="*/ 261175 w 728281"/>
                  <a:gd name="connsiteY30" fmla="*/ 427863 h 464153"/>
                  <a:gd name="connsiteX31" fmla="*/ 224314 w 728281"/>
                  <a:gd name="connsiteY31" fmla="*/ 431006 h 464153"/>
                  <a:gd name="connsiteX32" fmla="*/ 260604 w 728281"/>
                  <a:gd name="connsiteY32" fmla="*/ 457010 h 464153"/>
                  <a:gd name="connsiteX33" fmla="*/ 251079 w 728281"/>
                  <a:gd name="connsiteY33" fmla="*/ 464153 h 464153"/>
                  <a:gd name="connsiteX34" fmla="*/ 476250 w 728281"/>
                  <a:gd name="connsiteY34" fmla="*/ 464153 h 464153"/>
                  <a:gd name="connsiteX35" fmla="*/ 466725 w 728281"/>
                  <a:gd name="connsiteY35" fmla="*/ 457010 h 464153"/>
                  <a:gd name="connsiteX36" fmla="*/ 503015 w 728281"/>
                  <a:gd name="connsiteY36" fmla="*/ 431006 h 464153"/>
                  <a:gd name="connsiteX37" fmla="*/ 466153 w 728281"/>
                  <a:gd name="connsiteY37" fmla="*/ 427863 h 464153"/>
                  <a:gd name="connsiteX38" fmla="*/ 456819 w 728281"/>
                  <a:gd name="connsiteY38" fmla="*/ 381857 h 464153"/>
                  <a:gd name="connsiteX39" fmla="*/ 491585 w 728281"/>
                  <a:gd name="connsiteY39" fmla="*/ 326231 h 464153"/>
                  <a:gd name="connsiteX40" fmla="*/ 502348 w 728281"/>
                  <a:gd name="connsiteY40" fmla="*/ 330803 h 464153"/>
                  <a:gd name="connsiteX41" fmla="*/ 515969 w 728281"/>
                  <a:gd name="connsiteY41" fmla="*/ 325088 h 464153"/>
                  <a:gd name="connsiteX42" fmla="*/ 548450 w 728281"/>
                  <a:gd name="connsiteY42" fmla="*/ 329089 h 464153"/>
                  <a:gd name="connsiteX43" fmla="*/ 560832 w 728281"/>
                  <a:gd name="connsiteY43" fmla="*/ 353854 h 464153"/>
                  <a:gd name="connsiteX44" fmla="*/ 546640 w 728281"/>
                  <a:gd name="connsiteY44" fmla="*/ 314420 h 464153"/>
                  <a:gd name="connsiteX45" fmla="*/ 586073 w 728281"/>
                  <a:gd name="connsiteY45" fmla="*/ 334137 h 464153"/>
                  <a:gd name="connsiteX46" fmla="*/ 621125 w 728281"/>
                  <a:gd name="connsiteY46" fmla="*/ 335851 h 464153"/>
                  <a:gd name="connsiteX47" fmla="*/ 637032 w 728281"/>
                  <a:gd name="connsiteY47" fmla="*/ 303848 h 464153"/>
                  <a:gd name="connsiteX48" fmla="*/ 619982 w 728281"/>
                  <a:gd name="connsiteY48" fmla="*/ 318516 h 464153"/>
                  <a:gd name="connsiteX49" fmla="*/ 579692 w 728281"/>
                  <a:gd name="connsiteY49" fmla="*/ 308991 h 464153"/>
                  <a:gd name="connsiteX50" fmla="*/ 544354 w 728281"/>
                  <a:gd name="connsiteY50" fmla="*/ 302705 h 464153"/>
                  <a:gd name="connsiteX51" fmla="*/ 604647 w 728281"/>
                  <a:gd name="connsiteY51" fmla="*/ 309563 h 464153"/>
                  <a:gd name="connsiteX52" fmla="*/ 616839 w 728281"/>
                  <a:gd name="connsiteY52" fmla="*/ 289274 h 464153"/>
                  <a:gd name="connsiteX53" fmla="*/ 575691 w 728281"/>
                  <a:gd name="connsiteY53" fmla="*/ 246126 h 464153"/>
                  <a:gd name="connsiteX54" fmla="*/ 564928 w 728281"/>
                  <a:gd name="connsiteY54" fmla="*/ 238125 h 464153"/>
                  <a:gd name="connsiteX55" fmla="*/ 562547 w 728281"/>
                  <a:gd name="connsiteY55" fmla="*/ 231839 h 464153"/>
                  <a:gd name="connsiteX56" fmla="*/ 564356 w 728281"/>
                  <a:gd name="connsiteY56" fmla="*/ 231553 h 464153"/>
                  <a:gd name="connsiteX57" fmla="*/ 624078 w 728281"/>
                  <a:gd name="connsiteY57" fmla="*/ 209550 h 464153"/>
                  <a:gd name="connsiteX58" fmla="*/ 623507 w 728281"/>
                  <a:gd name="connsiteY58" fmla="*/ 134969 h 464153"/>
                  <a:gd name="connsiteX59" fmla="*/ 660559 w 728281"/>
                  <a:gd name="connsiteY59" fmla="*/ 149066 h 464153"/>
                  <a:gd name="connsiteX60" fmla="*/ 664369 w 728281"/>
                  <a:gd name="connsiteY60" fmla="*/ 163068 h 464153"/>
                  <a:gd name="connsiteX61" fmla="*/ 650748 w 728281"/>
                  <a:gd name="connsiteY61" fmla="*/ 219932 h 464153"/>
                  <a:gd name="connsiteX62" fmla="*/ 666178 w 728281"/>
                  <a:gd name="connsiteY62" fmla="*/ 250984 h 464153"/>
                  <a:gd name="connsiteX63" fmla="*/ 658368 w 728281"/>
                  <a:gd name="connsiteY63" fmla="*/ 270129 h 464153"/>
                  <a:gd name="connsiteX64" fmla="*/ 683800 w 728281"/>
                  <a:gd name="connsiteY64" fmla="*/ 236982 h 464153"/>
                  <a:gd name="connsiteX65" fmla="*/ 673703 w 728281"/>
                  <a:gd name="connsiteY65" fmla="*/ 216408 h 464153"/>
                  <a:gd name="connsiteX66" fmla="*/ 710565 w 728281"/>
                  <a:gd name="connsiteY66" fmla="*/ 224790 h 464153"/>
                  <a:gd name="connsiteX67" fmla="*/ 714089 w 728281"/>
                  <a:gd name="connsiteY67" fmla="*/ 241078 h 464153"/>
                  <a:gd name="connsiteX68" fmla="*/ 728282 w 728281"/>
                  <a:gd name="connsiteY68" fmla="*/ 218789 h 464153"/>
                  <a:gd name="connsiteX69" fmla="*/ 710660 w 728281"/>
                  <a:gd name="connsiteY69" fmla="*/ 204216 h 464153"/>
                  <a:gd name="connsiteX70" fmla="*/ 695325 w 728281"/>
                  <a:gd name="connsiteY70" fmla="*/ 201930 h 464153"/>
                  <a:gd name="connsiteX71" fmla="*/ 714184 w 728281"/>
                  <a:gd name="connsiteY71" fmla="*/ 159925 h 464153"/>
                  <a:gd name="connsiteX72" fmla="*/ 673322 w 728281"/>
                  <a:gd name="connsiteY72" fmla="*/ 136779 h 464153"/>
                  <a:gd name="connsiteX73" fmla="*/ 661988 w 728281"/>
                  <a:gd name="connsiteY73" fmla="*/ 124492 h 464153"/>
                  <a:gd name="connsiteX74" fmla="*/ 628364 w 728281"/>
                  <a:gd name="connsiteY74" fmla="*/ 102489 h 464153"/>
                  <a:gd name="connsiteX75" fmla="*/ 606647 w 728281"/>
                  <a:gd name="connsiteY75" fmla="*/ 115062 h 464153"/>
                  <a:gd name="connsiteX76" fmla="*/ 590169 w 728281"/>
                  <a:gd name="connsiteY76" fmla="*/ 124492 h 464153"/>
                  <a:gd name="connsiteX77" fmla="*/ 594836 w 728281"/>
                  <a:gd name="connsiteY77" fmla="*/ 167545 h 464153"/>
                  <a:gd name="connsiteX78" fmla="*/ 602932 w 728281"/>
                  <a:gd name="connsiteY78" fmla="*/ 201835 h 464153"/>
                  <a:gd name="connsiteX79" fmla="*/ 561213 w 728281"/>
                  <a:gd name="connsiteY79" fmla="*/ 227552 h 464153"/>
                  <a:gd name="connsiteX80" fmla="*/ 558927 w 728281"/>
                  <a:gd name="connsiteY80" fmla="*/ 227838 h 464153"/>
                  <a:gd name="connsiteX81" fmla="*/ 558927 w 728281"/>
                  <a:gd name="connsiteY81" fmla="*/ 222409 h 464153"/>
                  <a:gd name="connsiteX82" fmla="*/ 569405 w 728281"/>
                  <a:gd name="connsiteY82" fmla="*/ 198977 h 464153"/>
                  <a:gd name="connsiteX83" fmla="*/ 543592 w 728281"/>
                  <a:gd name="connsiteY83" fmla="*/ 158687 h 464153"/>
                  <a:gd name="connsiteX84" fmla="*/ 534543 w 728281"/>
                  <a:gd name="connsiteY84" fmla="*/ 157544 h 464153"/>
                  <a:gd name="connsiteX85" fmla="*/ 533972 w 728281"/>
                  <a:gd name="connsiteY85" fmla="*/ 157544 h 464153"/>
                  <a:gd name="connsiteX86" fmla="*/ 533400 w 728281"/>
                  <a:gd name="connsiteY86" fmla="*/ 161830 h 464153"/>
                  <a:gd name="connsiteX87" fmla="*/ 530543 w 728281"/>
                  <a:gd name="connsiteY87" fmla="*/ 160877 h 464153"/>
                  <a:gd name="connsiteX88" fmla="*/ 531114 w 728281"/>
                  <a:gd name="connsiteY88" fmla="*/ 155829 h 464153"/>
                  <a:gd name="connsiteX89" fmla="*/ 529971 w 728281"/>
                  <a:gd name="connsiteY89" fmla="*/ 155829 h 464153"/>
                  <a:gd name="connsiteX90" fmla="*/ 533400 w 728281"/>
                  <a:gd name="connsiteY90" fmla="*/ 148400 h 464153"/>
                  <a:gd name="connsiteX91" fmla="*/ 531114 w 728281"/>
                  <a:gd name="connsiteY91" fmla="*/ 141256 h 464153"/>
                  <a:gd name="connsiteX92" fmla="*/ 534067 w 728281"/>
                  <a:gd name="connsiteY92" fmla="*/ 141256 h 464153"/>
                  <a:gd name="connsiteX93" fmla="*/ 532924 w 728281"/>
                  <a:gd name="connsiteY93" fmla="*/ 140113 h 464153"/>
                  <a:gd name="connsiteX94" fmla="*/ 529400 w 728281"/>
                  <a:gd name="connsiteY94" fmla="*/ 136112 h 464153"/>
                  <a:gd name="connsiteX95" fmla="*/ 528257 w 728281"/>
                  <a:gd name="connsiteY95" fmla="*/ 133826 h 464153"/>
                  <a:gd name="connsiteX96" fmla="*/ 530543 w 728281"/>
                  <a:gd name="connsiteY96" fmla="*/ 135541 h 464153"/>
                  <a:gd name="connsiteX97" fmla="*/ 534067 w 728281"/>
                  <a:gd name="connsiteY97" fmla="*/ 139065 h 464153"/>
                  <a:gd name="connsiteX98" fmla="*/ 535781 w 728281"/>
                  <a:gd name="connsiteY98" fmla="*/ 140208 h 464153"/>
                  <a:gd name="connsiteX99" fmla="*/ 535781 w 728281"/>
                  <a:gd name="connsiteY99" fmla="*/ 116777 h 464153"/>
                  <a:gd name="connsiteX100" fmla="*/ 534067 w 728281"/>
                  <a:gd name="connsiteY100" fmla="*/ 118205 h 464153"/>
                  <a:gd name="connsiteX101" fmla="*/ 530543 w 728281"/>
                  <a:gd name="connsiteY101" fmla="*/ 121063 h 464153"/>
                  <a:gd name="connsiteX102" fmla="*/ 528257 w 728281"/>
                  <a:gd name="connsiteY102" fmla="*/ 122777 h 464153"/>
                  <a:gd name="connsiteX103" fmla="*/ 529400 w 728281"/>
                  <a:gd name="connsiteY103" fmla="*/ 120491 h 464153"/>
                  <a:gd name="connsiteX104" fmla="*/ 532924 w 728281"/>
                  <a:gd name="connsiteY104" fmla="*/ 116777 h 464153"/>
                  <a:gd name="connsiteX105" fmla="*/ 534067 w 728281"/>
                  <a:gd name="connsiteY105" fmla="*/ 115062 h 464153"/>
                  <a:gd name="connsiteX106" fmla="*/ 510254 w 728281"/>
                  <a:gd name="connsiteY106" fmla="*/ 115062 h 464153"/>
                  <a:gd name="connsiteX107" fmla="*/ 511397 w 728281"/>
                  <a:gd name="connsiteY107" fmla="*/ 116777 h 464153"/>
                  <a:gd name="connsiteX108" fmla="*/ 515112 w 728281"/>
                  <a:gd name="connsiteY108" fmla="*/ 120491 h 464153"/>
                  <a:gd name="connsiteX109" fmla="*/ 516922 w 728281"/>
                  <a:gd name="connsiteY109" fmla="*/ 122777 h 464153"/>
                  <a:gd name="connsiteX110" fmla="*/ 514540 w 728281"/>
                  <a:gd name="connsiteY110" fmla="*/ 121063 h 464153"/>
                  <a:gd name="connsiteX111" fmla="*/ 510159 w 728281"/>
                  <a:gd name="connsiteY111" fmla="*/ 118205 h 464153"/>
                  <a:gd name="connsiteX112" fmla="*/ 509016 w 728281"/>
                  <a:gd name="connsiteY112" fmla="*/ 116777 h 464153"/>
                  <a:gd name="connsiteX113" fmla="*/ 509016 w 728281"/>
                  <a:gd name="connsiteY113" fmla="*/ 140208 h 464153"/>
                  <a:gd name="connsiteX114" fmla="*/ 510159 w 728281"/>
                  <a:gd name="connsiteY114" fmla="*/ 139065 h 464153"/>
                  <a:gd name="connsiteX115" fmla="*/ 514540 w 728281"/>
                  <a:gd name="connsiteY115" fmla="*/ 135541 h 464153"/>
                  <a:gd name="connsiteX116" fmla="*/ 516922 w 728281"/>
                  <a:gd name="connsiteY116" fmla="*/ 133826 h 464153"/>
                  <a:gd name="connsiteX117" fmla="*/ 515112 w 728281"/>
                  <a:gd name="connsiteY117" fmla="*/ 136112 h 464153"/>
                  <a:gd name="connsiteX118" fmla="*/ 511397 w 728281"/>
                  <a:gd name="connsiteY118" fmla="*/ 140113 h 464153"/>
                  <a:gd name="connsiteX119" fmla="*/ 510254 w 728281"/>
                  <a:gd name="connsiteY119" fmla="*/ 141256 h 464153"/>
                  <a:gd name="connsiteX120" fmla="*/ 514064 w 728281"/>
                  <a:gd name="connsiteY120" fmla="*/ 141256 h 464153"/>
                  <a:gd name="connsiteX121" fmla="*/ 511492 w 728281"/>
                  <a:gd name="connsiteY121" fmla="*/ 148400 h 464153"/>
                  <a:gd name="connsiteX122" fmla="*/ 514636 w 728281"/>
                  <a:gd name="connsiteY122" fmla="*/ 155829 h 464153"/>
                  <a:gd name="connsiteX123" fmla="*/ 514064 w 728281"/>
                  <a:gd name="connsiteY123" fmla="*/ 155829 h 464153"/>
                  <a:gd name="connsiteX124" fmla="*/ 514636 w 728281"/>
                  <a:gd name="connsiteY124" fmla="*/ 160877 h 464153"/>
                  <a:gd name="connsiteX125" fmla="*/ 511492 w 728281"/>
                  <a:gd name="connsiteY125" fmla="*/ 161830 h 464153"/>
                  <a:gd name="connsiteX126" fmla="*/ 510921 w 728281"/>
                  <a:gd name="connsiteY126" fmla="*/ 157544 h 464153"/>
                  <a:gd name="connsiteX127" fmla="*/ 510350 w 728281"/>
                  <a:gd name="connsiteY127" fmla="*/ 157544 h 464153"/>
                  <a:gd name="connsiteX128" fmla="*/ 501682 w 728281"/>
                  <a:gd name="connsiteY128" fmla="*/ 158687 h 464153"/>
                  <a:gd name="connsiteX129" fmla="*/ 475583 w 728281"/>
                  <a:gd name="connsiteY129" fmla="*/ 198977 h 464153"/>
                  <a:gd name="connsiteX130" fmla="*/ 486251 w 728281"/>
                  <a:gd name="connsiteY130" fmla="*/ 222409 h 464153"/>
                  <a:gd name="connsiteX131" fmla="*/ 486251 w 728281"/>
                  <a:gd name="connsiteY131" fmla="*/ 226124 h 464153"/>
                  <a:gd name="connsiteX132" fmla="*/ 415861 w 728281"/>
                  <a:gd name="connsiteY132" fmla="*/ 182213 h 464153"/>
                  <a:gd name="connsiteX133" fmla="*/ 413290 w 728281"/>
                  <a:gd name="connsiteY133" fmla="*/ 178784 h 464153"/>
                  <a:gd name="connsiteX134" fmla="*/ 413194 w 728281"/>
                  <a:gd name="connsiteY134" fmla="*/ 178784 h 464153"/>
                  <a:gd name="connsiteX135" fmla="*/ 413575 w 728281"/>
                  <a:gd name="connsiteY135" fmla="*/ 163640 h 464153"/>
                  <a:gd name="connsiteX136" fmla="*/ 433007 w 728281"/>
                  <a:gd name="connsiteY136" fmla="*/ 122206 h 464153"/>
                  <a:gd name="connsiteX137" fmla="*/ 394716 w 728281"/>
                  <a:gd name="connsiteY137" fmla="*/ 64484 h 464153"/>
                  <a:gd name="connsiteX138" fmla="*/ 382238 w 728281"/>
                  <a:gd name="connsiteY138" fmla="*/ 62770 h 464153"/>
                  <a:gd name="connsiteX139" fmla="*/ 381095 w 728281"/>
                  <a:gd name="connsiteY139" fmla="*/ 68485 h 464153"/>
                  <a:gd name="connsiteX140" fmla="*/ 374428 w 728281"/>
                  <a:gd name="connsiteY140" fmla="*/ 67913 h 464153"/>
                  <a:gd name="connsiteX141" fmla="*/ 374999 w 728281"/>
                  <a:gd name="connsiteY141" fmla="*/ 60484 h 464153"/>
                  <a:gd name="connsiteX142" fmla="*/ 371475 w 728281"/>
                  <a:gd name="connsiteY142" fmla="*/ 61055 h 464153"/>
                  <a:gd name="connsiteX143" fmla="*/ 379381 w 728281"/>
                  <a:gd name="connsiteY143" fmla="*/ 47625 h 464153"/>
                  <a:gd name="connsiteX144" fmla="*/ 373856 w 728281"/>
                  <a:gd name="connsiteY144" fmla="*/ 36481 h 464153"/>
                  <a:gd name="connsiteX145" fmla="*/ 379381 w 728281"/>
                  <a:gd name="connsiteY145" fmla="*/ 36481 h 464153"/>
                  <a:gd name="connsiteX146" fmla="*/ 369856 w 728281"/>
                  <a:gd name="connsiteY146" fmla="*/ 23622 h 464153"/>
                  <a:gd name="connsiteX147" fmla="*/ 382905 w 728281"/>
                  <a:gd name="connsiteY147" fmla="*/ 32957 h 464153"/>
                  <a:gd name="connsiteX148" fmla="*/ 382905 w 728281"/>
                  <a:gd name="connsiteY148" fmla="*/ 3429 h 464153"/>
                  <a:gd name="connsiteX149" fmla="*/ 369856 w 728281"/>
                  <a:gd name="connsiteY149" fmla="*/ 12002 h 464153"/>
                  <a:gd name="connsiteX150" fmla="*/ 379381 w 728281"/>
                  <a:gd name="connsiteY150" fmla="*/ 0 h 464153"/>
                  <a:gd name="connsiteX151" fmla="*/ 349186 w 728281"/>
                  <a:gd name="connsiteY151" fmla="*/ 0 h 464153"/>
                  <a:gd name="connsiteX152" fmla="*/ 357854 w 728281"/>
                  <a:gd name="connsiteY152" fmla="*/ 12002 h 464153"/>
                  <a:gd name="connsiteX153" fmla="*/ 345377 w 728281"/>
                  <a:gd name="connsiteY153" fmla="*/ 3429 h 464153"/>
                  <a:gd name="connsiteX154" fmla="*/ 345377 w 728281"/>
                  <a:gd name="connsiteY154" fmla="*/ 33052 h 464153"/>
                  <a:gd name="connsiteX155" fmla="*/ 357854 w 728281"/>
                  <a:gd name="connsiteY155" fmla="*/ 23717 h 464153"/>
                  <a:gd name="connsiteX156" fmla="*/ 349186 w 728281"/>
                  <a:gd name="connsiteY156" fmla="*/ 36576 h 464153"/>
                  <a:gd name="connsiteX157" fmla="*/ 354425 w 728281"/>
                  <a:gd name="connsiteY157" fmla="*/ 36576 h 464153"/>
                  <a:gd name="connsiteX158" fmla="*/ 349186 w 728281"/>
                  <a:gd name="connsiteY158" fmla="*/ 47720 h 464153"/>
                  <a:gd name="connsiteX159" fmla="*/ 356711 w 728281"/>
                  <a:gd name="connsiteY159" fmla="*/ 61151 h 464153"/>
                  <a:gd name="connsiteX160" fmla="*/ 352615 w 728281"/>
                  <a:gd name="connsiteY160" fmla="*/ 60579 h 464153"/>
                  <a:gd name="connsiteX161" fmla="*/ 353187 w 728281"/>
                  <a:gd name="connsiteY161" fmla="*/ 68009 h 464153"/>
                  <a:gd name="connsiteX162" fmla="*/ 346615 w 728281"/>
                  <a:gd name="connsiteY162" fmla="*/ 68580 h 464153"/>
                  <a:gd name="connsiteX163" fmla="*/ 346043 w 728281"/>
                  <a:gd name="connsiteY163" fmla="*/ 62865 h 464153"/>
                  <a:gd name="connsiteX164" fmla="*/ 333280 w 728281"/>
                  <a:gd name="connsiteY164" fmla="*/ 64580 h 464153"/>
                  <a:gd name="connsiteX165" fmla="*/ 295370 w 728281"/>
                  <a:gd name="connsiteY165" fmla="*/ 122301 h 464153"/>
                  <a:gd name="connsiteX166" fmla="*/ 314801 w 728281"/>
                  <a:gd name="connsiteY166" fmla="*/ 163735 h 464153"/>
                  <a:gd name="connsiteX167" fmla="*/ 314801 w 728281"/>
                  <a:gd name="connsiteY167" fmla="*/ 179451 h 464153"/>
                  <a:gd name="connsiteX168" fmla="*/ 312515 w 728281"/>
                  <a:gd name="connsiteY168" fmla="*/ 182309 h 464153"/>
                  <a:gd name="connsiteX169" fmla="*/ 242030 w 728281"/>
                  <a:gd name="connsiteY169" fmla="*/ 226219 h 464153"/>
                  <a:gd name="connsiteX170" fmla="*/ 242030 w 728281"/>
                  <a:gd name="connsiteY170" fmla="*/ 222504 h 464153"/>
                  <a:gd name="connsiteX171" fmla="*/ 252794 w 728281"/>
                  <a:gd name="connsiteY171" fmla="*/ 199073 h 464153"/>
                  <a:gd name="connsiteX172" fmla="*/ 226695 w 728281"/>
                  <a:gd name="connsiteY172" fmla="*/ 158782 h 464153"/>
                  <a:gd name="connsiteX173" fmla="*/ 218027 w 728281"/>
                  <a:gd name="connsiteY173" fmla="*/ 157639 h 464153"/>
                  <a:gd name="connsiteX174" fmla="*/ 217456 w 728281"/>
                  <a:gd name="connsiteY174" fmla="*/ 157639 h 464153"/>
                  <a:gd name="connsiteX175" fmla="*/ 216884 w 728281"/>
                  <a:gd name="connsiteY175" fmla="*/ 161925 h 464153"/>
                  <a:gd name="connsiteX176" fmla="*/ 213931 w 728281"/>
                  <a:gd name="connsiteY176" fmla="*/ 160973 h 464153"/>
                  <a:gd name="connsiteX177" fmla="*/ 214503 w 728281"/>
                  <a:gd name="connsiteY177" fmla="*/ 155924 h 464153"/>
                  <a:gd name="connsiteX178" fmla="*/ 213931 w 728281"/>
                  <a:gd name="connsiteY178" fmla="*/ 155924 h 464153"/>
                  <a:gd name="connsiteX179" fmla="*/ 216884 w 728281"/>
                  <a:gd name="connsiteY179" fmla="*/ 148495 h 464153"/>
                  <a:gd name="connsiteX180" fmla="*/ 214598 w 728281"/>
                  <a:gd name="connsiteY180" fmla="*/ 141351 h 464153"/>
                  <a:gd name="connsiteX181" fmla="*/ 218123 w 728281"/>
                  <a:gd name="connsiteY181" fmla="*/ 141351 h 464153"/>
                  <a:gd name="connsiteX182" fmla="*/ 216979 w 728281"/>
                  <a:gd name="connsiteY182" fmla="*/ 140208 h 464153"/>
                  <a:gd name="connsiteX183" fmla="*/ 213455 w 728281"/>
                  <a:gd name="connsiteY183" fmla="*/ 136208 h 464153"/>
                  <a:gd name="connsiteX184" fmla="*/ 211455 w 728281"/>
                  <a:gd name="connsiteY184" fmla="*/ 133922 h 464153"/>
                  <a:gd name="connsiteX185" fmla="*/ 214027 w 728281"/>
                  <a:gd name="connsiteY185" fmla="*/ 135636 h 464153"/>
                  <a:gd name="connsiteX186" fmla="*/ 218123 w 728281"/>
                  <a:gd name="connsiteY186" fmla="*/ 139160 h 464153"/>
                  <a:gd name="connsiteX187" fmla="*/ 219265 w 728281"/>
                  <a:gd name="connsiteY187" fmla="*/ 140303 h 464153"/>
                  <a:gd name="connsiteX188" fmla="*/ 219265 w 728281"/>
                  <a:gd name="connsiteY188" fmla="*/ 116872 h 464153"/>
                  <a:gd name="connsiteX189" fmla="*/ 218123 w 728281"/>
                  <a:gd name="connsiteY189" fmla="*/ 118301 h 464153"/>
                  <a:gd name="connsiteX190" fmla="*/ 214027 w 728281"/>
                  <a:gd name="connsiteY190" fmla="*/ 121158 h 464153"/>
                  <a:gd name="connsiteX191" fmla="*/ 211455 w 728281"/>
                  <a:gd name="connsiteY191" fmla="*/ 122873 h 464153"/>
                  <a:gd name="connsiteX192" fmla="*/ 213455 w 728281"/>
                  <a:gd name="connsiteY192" fmla="*/ 120587 h 464153"/>
                  <a:gd name="connsiteX193" fmla="*/ 216979 w 728281"/>
                  <a:gd name="connsiteY193" fmla="*/ 116872 h 464153"/>
                  <a:gd name="connsiteX194" fmla="*/ 218123 w 728281"/>
                  <a:gd name="connsiteY194" fmla="*/ 115157 h 464153"/>
                  <a:gd name="connsiteX195" fmla="*/ 194405 w 728281"/>
                  <a:gd name="connsiteY195" fmla="*/ 115157 h 464153"/>
                  <a:gd name="connsiteX196" fmla="*/ 195548 w 728281"/>
                  <a:gd name="connsiteY196" fmla="*/ 116872 h 464153"/>
                  <a:gd name="connsiteX197" fmla="*/ 198692 w 728281"/>
                  <a:gd name="connsiteY197" fmla="*/ 120587 h 464153"/>
                  <a:gd name="connsiteX198" fmla="*/ 200501 w 728281"/>
                  <a:gd name="connsiteY198" fmla="*/ 122873 h 464153"/>
                  <a:gd name="connsiteX199" fmla="*/ 198120 w 728281"/>
                  <a:gd name="connsiteY199" fmla="*/ 121158 h 464153"/>
                  <a:gd name="connsiteX200" fmla="*/ 194405 w 728281"/>
                  <a:gd name="connsiteY200" fmla="*/ 118301 h 464153"/>
                  <a:gd name="connsiteX201" fmla="*/ 192691 w 728281"/>
                  <a:gd name="connsiteY201" fmla="*/ 116872 h 464153"/>
                  <a:gd name="connsiteX202" fmla="*/ 192691 w 728281"/>
                  <a:gd name="connsiteY202" fmla="*/ 140303 h 464153"/>
                  <a:gd name="connsiteX203" fmla="*/ 194405 w 728281"/>
                  <a:gd name="connsiteY203" fmla="*/ 139160 h 464153"/>
                  <a:gd name="connsiteX204" fmla="*/ 198120 w 728281"/>
                  <a:gd name="connsiteY204" fmla="*/ 135636 h 464153"/>
                  <a:gd name="connsiteX205" fmla="*/ 200501 w 728281"/>
                  <a:gd name="connsiteY205" fmla="*/ 133922 h 464153"/>
                  <a:gd name="connsiteX206" fmla="*/ 198692 w 728281"/>
                  <a:gd name="connsiteY206" fmla="*/ 136208 h 464153"/>
                  <a:gd name="connsiteX207" fmla="*/ 195548 w 728281"/>
                  <a:gd name="connsiteY207" fmla="*/ 140208 h 464153"/>
                  <a:gd name="connsiteX208" fmla="*/ 194405 w 728281"/>
                  <a:gd name="connsiteY208" fmla="*/ 141351 h 464153"/>
                  <a:gd name="connsiteX209" fmla="*/ 197548 w 728281"/>
                  <a:gd name="connsiteY209" fmla="*/ 141351 h 464153"/>
                  <a:gd name="connsiteX210" fmla="*/ 194977 w 728281"/>
                  <a:gd name="connsiteY210" fmla="*/ 148495 h 464153"/>
                  <a:gd name="connsiteX211" fmla="*/ 198692 w 728281"/>
                  <a:gd name="connsiteY211" fmla="*/ 155924 h 464153"/>
                  <a:gd name="connsiteX212" fmla="*/ 197548 w 728281"/>
                  <a:gd name="connsiteY212" fmla="*/ 155924 h 464153"/>
                  <a:gd name="connsiteX213" fmla="*/ 198120 w 728281"/>
                  <a:gd name="connsiteY213" fmla="*/ 160973 h 464153"/>
                  <a:gd name="connsiteX214" fmla="*/ 194977 w 728281"/>
                  <a:gd name="connsiteY214" fmla="*/ 161925 h 464153"/>
                  <a:gd name="connsiteX215" fmla="*/ 194405 w 728281"/>
                  <a:gd name="connsiteY215" fmla="*/ 157639 h 464153"/>
                  <a:gd name="connsiteX216" fmla="*/ 193834 w 728281"/>
                  <a:gd name="connsiteY216" fmla="*/ 157639 h 464153"/>
                  <a:gd name="connsiteX217" fmla="*/ 185166 w 728281"/>
                  <a:gd name="connsiteY217" fmla="*/ 158782 h 464153"/>
                  <a:gd name="connsiteX218" fmla="*/ 159067 w 728281"/>
                  <a:gd name="connsiteY218" fmla="*/ 199073 h 464153"/>
                  <a:gd name="connsiteX219" fmla="*/ 169831 w 728281"/>
                  <a:gd name="connsiteY219" fmla="*/ 222504 h 464153"/>
                  <a:gd name="connsiteX220" fmla="*/ 169831 w 728281"/>
                  <a:gd name="connsiteY220" fmla="*/ 227933 h 464153"/>
                  <a:gd name="connsiteX221" fmla="*/ 167450 w 728281"/>
                  <a:gd name="connsiteY221" fmla="*/ 227648 h 464153"/>
                  <a:gd name="connsiteX222" fmla="*/ 125444 w 728281"/>
                  <a:gd name="connsiteY222" fmla="*/ 201930 h 464153"/>
                  <a:gd name="connsiteX223" fmla="*/ 133540 w 728281"/>
                  <a:gd name="connsiteY223" fmla="*/ 167640 h 464153"/>
                  <a:gd name="connsiteX224" fmla="*/ 138493 w 728281"/>
                  <a:gd name="connsiteY224" fmla="*/ 124587 h 464153"/>
                  <a:gd name="connsiteX225" fmla="*/ 121729 w 728281"/>
                  <a:gd name="connsiteY225" fmla="*/ 115157 h 464153"/>
                  <a:gd name="connsiteX226" fmla="*/ 100013 w 728281"/>
                  <a:gd name="connsiteY226" fmla="*/ 102584 h 464153"/>
                  <a:gd name="connsiteX227" fmla="*/ 66389 w 728281"/>
                  <a:gd name="connsiteY227" fmla="*/ 124587 h 464153"/>
                  <a:gd name="connsiteX228" fmla="*/ 55054 w 728281"/>
                  <a:gd name="connsiteY228" fmla="*/ 136874 h 464153"/>
                  <a:gd name="connsiteX229" fmla="*/ 14192 w 728281"/>
                  <a:gd name="connsiteY229" fmla="*/ 160020 h 464153"/>
                  <a:gd name="connsiteX230" fmla="*/ 33338 w 728281"/>
                  <a:gd name="connsiteY230" fmla="*/ 202025 h 464153"/>
                  <a:gd name="connsiteX231" fmla="*/ 18002 w 728281"/>
                  <a:gd name="connsiteY231" fmla="*/ 204311 h 464153"/>
                  <a:gd name="connsiteX232" fmla="*/ 0 w 728281"/>
                  <a:gd name="connsiteY232" fmla="*/ 218885 h 464153"/>
                  <a:gd name="connsiteX233" fmla="*/ 14192 w 728281"/>
                  <a:gd name="connsiteY233" fmla="*/ 241173 h 464153"/>
                  <a:gd name="connsiteX234" fmla="*/ 343853 w 728281"/>
                  <a:gd name="connsiteY234" fmla="*/ 191072 h 464153"/>
                  <a:gd name="connsiteX235" fmla="*/ 384143 w 728281"/>
                  <a:gd name="connsiteY235" fmla="*/ 191262 h 464153"/>
                  <a:gd name="connsiteX236" fmla="*/ 463867 w 728281"/>
                  <a:gd name="connsiteY236" fmla="*/ 231077 h 464153"/>
                  <a:gd name="connsiteX237" fmla="*/ 407861 w 728281"/>
                  <a:gd name="connsiteY237" fmla="*/ 224790 h 464153"/>
                  <a:gd name="connsiteX238" fmla="*/ 450723 w 728281"/>
                  <a:gd name="connsiteY238" fmla="*/ 253365 h 464153"/>
                  <a:gd name="connsiteX239" fmla="*/ 413671 w 728281"/>
                  <a:gd name="connsiteY239" fmla="*/ 248507 h 464153"/>
                  <a:gd name="connsiteX240" fmla="*/ 437198 w 728281"/>
                  <a:gd name="connsiteY240" fmla="*/ 266795 h 464153"/>
                  <a:gd name="connsiteX241" fmla="*/ 378333 w 728281"/>
                  <a:gd name="connsiteY241" fmla="*/ 287655 h 464153"/>
                  <a:gd name="connsiteX242" fmla="*/ 404146 w 728281"/>
                  <a:gd name="connsiteY242" fmla="*/ 297561 h 464153"/>
                  <a:gd name="connsiteX243" fmla="*/ 363569 w 728281"/>
                  <a:gd name="connsiteY243" fmla="*/ 405289 h 464153"/>
                  <a:gd name="connsiteX244" fmla="*/ 323278 w 728281"/>
                  <a:gd name="connsiteY244" fmla="*/ 297561 h 464153"/>
                  <a:gd name="connsiteX245" fmla="*/ 348710 w 728281"/>
                  <a:gd name="connsiteY245" fmla="*/ 287655 h 464153"/>
                  <a:gd name="connsiteX246" fmla="*/ 290132 w 728281"/>
                  <a:gd name="connsiteY246" fmla="*/ 266795 h 464153"/>
                  <a:gd name="connsiteX247" fmla="*/ 313563 w 728281"/>
                  <a:gd name="connsiteY247" fmla="*/ 248507 h 464153"/>
                  <a:gd name="connsiteX248" fmla="*/ 276511 w 728281"/>
                  <a:gd name="connsiteY248" fmla="*/ 253365 h 464153"/>
                  <a:gd name="connsiteX249" fmla="*/ 319659 w 728281"/>
                  <a:gd name="connsiteY249" fmla="*/ 224790 h 464153"/>
                  <a:gd name="connsiteX250" fmla="*/ 263461 w 728281"/>
                  <a:gd name="connsiteY250" fmla="*/ 231077 h 464153"/>
                  <a:gd name="connsiteX251" fmla="*/ 343757 w 728281"/>
                  <a:gd name="connsiteY251" fmla="*/ 191167 h 464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</a:cxnLst>
                <a:rect l="l" t="t" r="r" b="b"/>
                <a:pathLst>
                  <a:path w="728281" h="464153">
                    <a:moveTo>
                      <a:pt x="13430" y="241078"/>
                    </a:moveTo>
                    <a:cubicBezTo>
                      <a:pt x="8858" y="232791"/>
                      <a:pt x="9430" y="222504"/>
                      <a:pt x="17240" y="224790"/>
                    </a:cubicBezTo>
                    <a:cubicBezTo>
                      <a:pt x="33718" y="229934"/>
                      <a:pt x="43053" y="230505"/>
                      <a:pt x="53721" y="216408"/>
                    </a:cubicBezTo>
                    <a:cubicBezTo>
                      <a:pt x="53721" y="224219"/>
                      <a:pt x="46768" y="230505"/>
                      <a:pt x="43624" y="236982"/>
                    </a:cubicBezTo>
                    <a:cubicBezTo>
                      <a:pt x="37243" y="253270"/>
                      <a:pt x="48006" y="270701"/>
                      <a:pt x="69151" y="270129"/>
                    </a:cubicBezTo>
                    <a:cubicBezTo>
                      <a:pt x="59531" y="261271"/>
                      <a:pt x="61627" y="250984"/>
                      <a:pt x="61627" y="250984"/>
                    </a:cubicBezTo>
                    <a:cubicBezTo>
                      <a:pt x="64484" y="236411"/>
                      <a:pt x="73819" y="232219"/>
                      <a:pt x="77057" y="219932"/>
                    </a:cubicBezTo>
                    <a:cubicBezTo>
                      <a:pt x="83439" y="192786"/>
                      <a:pt x="57912" y="188500"/>
                      <a:pt x="63437" y="163068"/>
                    </a:cubicBezTo>
                    <a:lnTo>
                      <a:pt x="66961" y="149066"/>
                    </a:lnTo>
                    <a:cubicBezTo>
                      <a:pt x="83439" y="146685"/>
                      <a:pt x="92392" y="140208"/>
                      <a:pt x="104013" y="134969"/>
                    </a:cubicBezTo>
                    <a:cubicBezTo>
                      <a:pt x="115919" y="157544"/>
                      <a:pt x="81724" y="186785"/>
                      <a:pt x="103441" y="209550"/>
                    </a:cubicBezTo>
                    <a:cubicBezTo>
                      <a:pt x="115919" y="222409"/>
                      <a:pt x="139065" y="229838"/>
                      <a:pt x="163163" y="231553"/>
                    </a:cubicBezTo>
                    <a:lnTo>
                      <a:pt x="165068" y="231839"/>
                    </a:lnTo>
                    <a:lnTo>
                      <a:pt x="162592" y="238125"/>
                    </a:lnTo>
                    <a:cubicBezTo>
                      <a:pt x="156210" y="235839"/>
                      <a:pt x="151257" y="239268"/>
                      <a:pt x="152114" y="246126"/>
                    </a:cubicBezTo>
                    <a:cubicBezTo>
                      <a:pt x="127159" y="246126"/>
                      <a:pt x="105156" y="260794"/>
                      <a:pt x="110585" y="289274"/>
                    </a:cubicBezTo>
                    <a:cubicBezTo>
                      <a:pt x="112395" y="299847"/>
                      <a:pt x="116395" y="304419"/>
                      <a:pt x="123063" y="309563"/>
                    </a:cubicBezTo>
                    <a:cubicBezTo>
                      <a:pt x="133540" y="293275"/>
                      <a:pt x="163640" y="292132"/>
                      <a:pt x="183356" y="302705"/>
                    </a:cubicBezTo>
                    <a:cubicBezTo>
                      <a:pt x="172593" y="302228"/>
                      <a:pt x="157258" y="304991"/>
                      <a:pt x="147733" y="308991"/>
                    </a:cubicBezTo>
                    <a:cubicBezTo>
                      <a:pt x="136684" y="313944"/>
                      <a:pt x="122491" y="320231"/>
                      <a:pt x="107728" y="318516"/>
                    </a:cubicBezTo>
                    <a:cubicBezTo>
                      <a:pt x="97536" y="317278"/>
                      <a:pt x="92297" y="311087"/>
                      <a:pt x="90297" y="303848"/>
                    </a:cubicBezTo>
                    <a:cubicBezTo>
                      <a:pt x="85630" y="307848"/>
                      <a:pt x="89154" y="327850"/>
                      <a:pt x="106490" y="335851"/>
                    </a:cubicBezTo>
                    <a:cubicBezTo>
                      <a:pt x="115157" y="340138"/>
                      <a:pt x="130588" y="341852"/>
                      <a:pt x="141256" y="334137"/>
                    </a:cubicBezTo>
                    <a:cubicBezTo>
                      <a:pt x="145256" y="331851"/>
                      <a:pt x="161258" y="314420"/>
                      <a:pt x="180689" y="314420"/>
                    </a:cubicBezTo>
                    <a:cubicBezTo>
                      <a:pt x="152590" y="321755"/>
                      <a:pt x="144685" y="341757"/>
                      <a:pt x="166688" y="353854"/>
                    </a:cubicBezTo>
                    <a:cubicBezTo>
                      <a:pt x="165830" y="346996"/>
                      <a:pt x="164687" y="337566"/>
                      <a:pt x="178879" y="329089"/>
                    </a:cubicBezTo>
                    <a:cubicBezTo>
                      <a:pt x="186690" y="324136"/>
                      <a:pt x="199168" y="321278"/>
                      <a:pt x="211265" y="325088"/>
                    </a:cubicBezTo>
                    <a:lnTo>
                      <a:pt x="224885" y="330803"/>
                    </a:lnTo>
                    <a:cubicBezTo>
                      <a:pt x="230981" y="331375"/>
                      <a:pt x="233934" y="327946"/>
                      <a:pt x="235648" y="326231"/>
                    </a:cubicBezTo>
                    <a:cubicBezTo>
                      <a:pt x="248031" y="335375"/>
                      <a:pt x="266319" y="363950"/>
                      <a:pt x="270415" y="381857"/>
                    </a:cubicBezTo>
                    <a:cubicBezTo>
                      <a:pt x="274796" y="402431"/>
                      <a:pt x="271653" y="415862"/>
                      <a:pt x="261175" y="427863"/>
                    </a:cubicBezTo>
                    <a:cubicBezTo>
                      <a:pt x="257651" y="431673"/>
                      <a:pt x="240887" y="445008"/>
                      <a:pt x="224314" y="431006"/>
                    </a:cubicBezTo>
                    <a:cubicBezTo>
                      <a:pt x="222028" y="451295"/>
                      <a:pt x="239744" y="463582"/>
                      <a:pt x="260604" y="457010"/>
                    </a:cubicBezTo>
                    <a:lnTo>
                      <a:pt x="251079" y="464153"/>
                    </a:lnTo>
                    <a:lnTo>
                      <a:pt x="476250" y="464153"/>
                    </a:lnTo>
                    <a:lnTo>
                      <a:pt x="466725" y="457010"/>
                    </a:lnTo>
                    <a:cubicBezTo>
                      <a:pt x="487585" y="463582"/>
                      <a:pt x="505301" y="451295"/>
                      <a:pt x="503015" y="431006"/>
                    </a:cubicBezTo>
                    <a:cubicBezTo>
                      <a:pt x="486537" y="445008"/>
                      <a:pt x="469963" y="431578"/>
                      <a:pt x="466153" y="427863"/>
                    </a:cubicBezTo>
                    <a:cubicBezTo>
                      <a:pt x="455676" y="415862"/>
                      <a:pt x="452819" y="402431"/>
                      <a:pt x="456819" y="381857"/>
                    </a:cubicBezTo>
                    <a:cubicBezTo>
                      <a:pt x="460343" y="363855"/>
                      <a:pt x="479203" y="335375"/>
                      <a:pt x="491585" y="326231"/>
                    </a:cubicBezTo>
                    <a:cubicBezTo>
                      <a:pt x="493300" y="327946"/>
                      <a:pt x="496253" y="331375"/>
                      <a:pt x="502348" y="330803"/>
                    </a:cubicBezTo>
                    <a:lnTo>
                      <a:pt x="515969" y="325088"/>
                    </a:lnTo>
                    <a:cubicBezTo>
                      <a:pt x="528447" y="321374"/>
                      <a:pt x="540544" y="324231"/>
                      <a:pt x="548450" y="329089"/>
                    </a:cubicBezTo>
                    <a:cubicBezTo>
                      <a:pt x="562642" y="337566"/>
                      <a:pt x="561499" y="346996"/>
                      <a:pt x="560832" y="353854"/>
                    </a:cubicBezTo>
                    <a:cubicBezTo>
                      <a:pt x="582549" y="341852"/>
                      <a:pt x="575024" y="321850"/>
                      <a:pt x="546640" y="314420"/>
                    </a:cubicBezTo>
                    <a:cubicBezTo>
                      <a:pt x="566071" y="314420"/>
                      <a:pt x="581978" y="331851"/>
                      <a:pt x="586073" y="334137"/>
                    </a:cubicBezTo>
                    <a:cubicBezTo>
                      <a:pt x="596741" y="341852"/>
                      <a:pt x="612172" y="340138"/>
                      <a:pt x="621125" y="335851"/>
                    </a:cubicBezTo>
                    <a:cubicBezTo>
                      <a:pt x="638175" y="327850"/>
                      <a:pt x="641699" y="307848"/>
                      <a:pt x="637032" y="303848"/>
                    </a:cubicBezTo>
                    <a:cubicBezTo>
                      <a:pt x="635318" y="310991"/>
                      <a:pt x="629793" y="317278"/>
                      <a:pt x="619982" y="318516"/>
                    </a:cubicBezTo>
                    <a:cubicBezTo>
                      <a:pt x="605219" y="320231"/>
                      <a:pt x="590931" y="313944"/>
                      <a:pt x="579692" y="308991"/>
                    </a:cubicBezTo>
                    <a:cubicBezTo>
                      <a:pt x="570167" y="305086"/>
                      <a:pt x="554736" y="302228"/>
                      <a:pt x="544354" y="302705"/>
                    </a:cubicBezTo>
                    <a:cubicBezTo>
                      <a:pt x="563785" y="292132"/>
                      <a:pt x="593884" y="293275"/>
                      <a:pt x="604647" y="309563"/>
                    </a:cubicBezTo>
                    <a:cubicBezTo>
                      <a:pt x="611029" y="304419"/>
                      <a:pt x="615125" y="299942"/>
                      <a:pt x="616839" y="289274"/>
                    </a:cubicBezTo>
                    <a:cubicBezTo>
                      <a:pt x="622268" y="260699"/>
                      <a:pt x="599694" y="246126"/>
                      <a:pt x="575691" y="246126"/>
                    </a:cubicBezTo>
                    <a:cubicBezTo>
                      <a:pt x="576263" y="239363"/>
                      <a:pt x="571309" y="235934"/>
                      <a:pt x="564928" y="238125"/>
                    </a:cubicBezTo>
                    <a:lnTo>
                      <a:pt x="562547" y="231839"/>
                    </a:lnTo>
                    <a:lnTo>
                      <a:pt x="564356" y="231553"/>
                    </a:lnTo>
                    <a:cubicBezTo>
                      <a:pt x="588740" y="229838"/>
                      <a:pt x="611600" y="222409"/>
                      <a:pt x="624078" y="209550"/>
                    </a:cubicBezTo>
                    <a:cubicBezTo>
                      <a:pt x="645795" y="186690"/>
                      <a:pt x="611029" y="157544"/>
                      <a:pt x="623507" y="134969"/>
                    </a:cubicBezTo>
                    <a:cubicBezTo>
                      <a:pt x="635413" y="140113"/>
                      <a:pt x="644080" y="146685"/>
                      <a:pt x="660559" y="149066"/>
                    </a:cubicBezTo>
                    <a:lnTo>
                      <a:pt x="664369" y="163068"/>
                    </a:lnTo>
                    <a:cubicBezTo>
                      <a:pt x="669607" y="188500"/>
                      <a:pt x="644080" y="192786"/>
                      <a:pt x="650748" y="219932"/>
                    </a:cubicBezTo>
                    <a:cubicBezTo>
                      <a:pt x="653701" y="232219"/>
                      <a:pt x="662940" y="236411"/>
                      <a:pt x="666178" y="250984"/>
                    </a:cubicBezTo>
                    <a:cubicBezTo>
                      <a:pt x="666178" y="250984"/>
                      <a:pt x="667322" y="261271"/>
                      <a:pt x="658368" y="270129"/>
                    </a:cubicBezTo>
                    <a:cubicBezTo>
                      <a:pt x="679228" y="270701"/>
                      <a:pt x="690277" y="253270"/>
                      <a:pt x="683800" y="236982"/>
                    </a:cubicBezTo>
                    <a:cubicBezTo>
                      <a:pt x="680847" y="230410"/>
                      <a:pt x="673703" y="224123"/>
                      <a:pt x="673703" y="216408"/>
                    </a:cubicBezTo>
                    <a:cubicBezTo>
                      <a:pt x="684371" y="230505"/>
                      <a:pt x="693992" y="229934"/>
                      <a:pt x="710565" y="224790"/>
                    </a:cubicBezTo>
                    <a:cubicBezTo>
                      <a:pt x="718090" y="222504"/>
                      <a:pt x="718661" y="232791"/>
                      <a:pt x="714089" y="241078"/>
                    </a:cubicBezTo>
                    <a:cubicBezTo>
                      <a:pt x="725424" y="234506"/>
                      <a:pt x="728282" y="223647"/>
                      <a:pt x="728282" y="218789"/>
                    </a:cubicBezTo>
                    <a:cubicBezTo>
                      <a:pt x="728282" y="207359"/>
                      <a:pt x="719328" y="201930"/>
                      <a:pt x="710660" y="204216"/>
                    </a:cubicBezTo>
                    <a:cubicBezTo>
                      <a:pt x="705707" y="204788"/>
                      <a:pt x="695897" y="211360"/>
                      <a:pt x="695325" y="201930"/>
                    </a:cubicBezTo>
                    <a:cubicBezTo>
                      <a:pt x="693325" y="185642"/>
                      <a:pt x="719328" y="186214"/>
                      <a:pt x="714184" y="159925"/>
                    </a:cubicBezTo>
                    <a:cubicBezTo>
                      <a:pt x="711232" y="146780"/>
                      <a:pt x="696468" y="139637"/>
                      <a:pt x="673322" y="136779"/>
                    </a:cubicBezTo>
                    <a:lnTo>
                      <a:pt x="661988" y="124492"/>
                    </a:lnTo>
                    <a:cubicBezTo>
                      <a:pt x="649224" y="103632"/>
                      <a:pt x="636175" y="98203"/>
                      <a:pt x="628364" y="102489"/>
                    </a:cubicBezTo>
                    <a:cubicBezTo>
                      <a:pt x="619030" y="107061"/>
                      <a:pt x="614172" y="111062"/>
                      <a:pt x="606647" y="115062"/>
                    </a:cubicBezTo>
                    <a:cubicBezTo>
                      <a:pt x="600551" y="118205"/>
                      <a:pt x="594170" y="120015"/>
                      <a:pt x="590169" y="124492"/>
                    </a:cubicBezTo>
                    <a:cubicBezTo>
                      <a:pt x="579977" y="136779"/>
                      <a:pt x="589598" y="155924"/>
                      <a:pt x="594836" y="167545"/>
                    </a:cubicBezTo>
                    <a:cubicBezTo>
                      <a:pt x="598265" y="174498"/>
                      <a:pt x="606743" y="190214"/>
                      <a:pt x="602932" y="201835"/>
                    </a:cubicBezTo>
                    <a:cubicBezTo>
                      <a:pt x="598932" y="215837"/>
                      <a:pt x="575405" y="224695"/>
                      <a:pt x="561213" y="227552"/>
                    </a:cubicBezTo>
                    <a:lnTo>
                      <a:pt x="558927" y="227838"/>
                    </a:lnTo>
                    <a:lnTo>
                      <a:pt x="558927" y="222409"/>
                    </a:lnTo>
                    <a:cubicBezTo>
                      <a:pt x="563023" y="215265"/>
                      <a:pt x="566452" y="206693"/>
                      <a:pt x="569405" y="198977"/>
                    </a:cubicBezTo>
                    <a:cubicBezTo>
                      <a:pt x="578930" y="173831"/>
                      <a:pt x="564737" y="163544"/>
                      <a:pt x="543592" y="158687"/>
                    </a:cubicBezTo>
                    <a:lnTo>
                      <a:pt x="534543" y="157544"/>
                    </a:lnTo>
                    <a:lnTo>
                      <a:pt x="533972" y="157544"/>
                    </a:lnTo>
                    <a:lnTo>
                      <a:pt x="533400" y="161830"/>
                    </a:lnTo>
                    <a:lnTo>
                      <a:pt x="530543" y="160877"/>
                    </a:lnTo>
                    <a:lnTo>
                      <a:pt x="531114" y="155829"/>
                    </a:lnTo>
                    <a:lnTo>
                      <a:pt x="529971" y="155829"/>
                    </a:lnTo>
                    <a:lnTo>
                      <a:pt x="533400" y="148400"/>
                    </a:lnTo>
                    <a:lnTo>
                      <a:pt x="531114" y="141256"/>
                    </a:lnTo>
                    <a:lnTo>
                      <a:pt x="534067" y="141256"/>
                    </a:lnTo>
                    <a:lnTo>
                      <a:pt x="532924" y="140113"/>
                    </a:lnTo>
                    <a:lnTo>
                      <a:pt x="529400" y="136112"/>
                    </a:lnTo>
                    <a:lnTo>
                      <a:pt x="528257" y="133826"/>
                    </a:lnTo>
                    <a:lnTo>
                      <a:pt x="530543" y="135541"/>
                    </a:lnTo>
                    <a:lnTo>
                      <a:pt x="534067" y="139065"/>
                    </a:lnTo>
                    <a:lnTo>
                      <a:pt x="535781" y="140208"/>
                    </a:lnTo>
                    <a:lnTo>
                      <a:pt x="535781" y="116777"/>
                    </a:lnTo>
                    <a:lnTo>
                      <a:pt x="534067" y="118205"/>
                    </a:lnTo>
                    <a:lnTo>
                      <a:pt x="530543" y="121063"/>
                    </a:lnTo>
                    <a:lnTo>
                      <a:pt x="528257" y="122777"/>
                    </a:lnTo>
                    <a:lnTo>
                      <a:pt x="529400" y="120491"/>
                    </a:lnTo>
                    <a:lnTo>
                      <a:pt x="532924" y="116777"/>
                    </a:lnTo>
                    <a:lnTo>
                      <a:pt x="534067" y="115062"/>
                    </a:lnTo>
                    <a:lnTo>
                      <a:pt x="510254" y="115062"/>
                    </a:lnTo>
                    <a:lnTo>
                      <a:pt x="511397" y="116777"/>
                    </a:lnTo>
                    <a:lnTo>
                      <a:pt x="515112" y="120491"/>
                    </a:lnTo>
                    <a:lnTo>
                      <a:pt x="516922" y="122777"/>
                    </a:lnTo>
                    <a:lnTo>
                      <a:pt x="514540" y="121063"/>
                    </a:lnTo>
                    <a:lnTo>
                      <a:pt x="510159" y="118205"/>
                    </a:lnTo>
                    <a:lnTo>
                      <a:pt x="509016" y="116777"/>
                    </a:lnTo>
                    <a:lnTo>
                      <a:pt x="509016" y="140208"/>
                    </a:lnTo>
                    <a:lnTo>
                      <a:pt x="510159" y="139065"/>
                    </a:lnTo>
                    <a:lnTo>
                      <a:pt x="514540" y="135541"/>
                    </a:lnTo>
                    <a:lnTo>
                      <a:pt x="516922" y="133826"/>
                    </a:lnTo>
                    <a:lnTo>
                      <a:pt x="515112" y="136112"/>
                    </a:lnTo>
                    <a:lnTo>
                      <a:pt x="511397" y="140113"/>
                    </a:lnTo>
                    <a:lnTo>
                      <a:pt x="510254" y="141256"/>
                    </a:lnTo>
                    <a:lnTo>
                      <a:pt x="514064" y="141256"/>
                    </a:lnTo>
                    <a:lnTo>
                      <a:pt x="511492" y="148400"/>
                    </a:lnTo>
                    <a:lnTo>
                      <a:pt x="514636" y="155829"/>
                    </a:lnTo>
                    <a:lnTo>
                      <a:pt x="514064" y="155829"/>
                    </a:lnTo>
                    <a:lnTo>
                      <a:pt x="514636" y="160877"/>
                    </a:lnTo>
                    <a:lnTo>
                      <a:pt x="511492" y="161830"/>
                    </a:lnTo>
                    <a:lnTo>
                      <a:pt x="510921" y="157544"/>
                    </a:lnTo>
                    <a:lnTo>
                      <a:pt x="510350" y="157544"/>
                    </a:lnTo>
                    <a:lnTo>
                      <a:pt x="501682" y="158687"/>
                    </a:lnTo>
                    <a:cubicBezTo>
                      <a:pt x="480155" y="163544"/>
                      <a:pt x="465963" y="173831"/>
                      <a:pt x="475583" y="198977"/>
                    </a:cubicBezTo>
                    <a:cubicBezTo>
                      <a:pt x="478441" y="206693"/>
                      <a:pt x="481965" y="215265"/>
                      <a:pt x="486251" y="222409"/>
                    </a:cubicBezTo>
                    <a:lnTo>
                      <a:pt x="486251" y="226124"/>
                    </a:lnTo>
                    <a:cubicBezTo>
                      <a:pt x="464820" y="219266"/>
                      <a:pt x="426339" y="196215"/>
                      <a:pt x="415861" y="182213"/>
                    </a:cubicBezTo>
                    <a:lnTo>
                      <a:pt x="413290" y="178784"/>
                    </a:lnTo>
                    <a:lnTo>
                      <a:pt x="413194" y="178784"/>
                    </a:lnTo>
                    <a:lnTo>
                      <a:pt x="413575" y="163640"/>
                    </a:lnTo>
                    <a:cubicBezTo>
                      <a:pt x="421100" y="151352"/>
                      <a:pt x="427768" y="136208"/>
                      <a:pt x="433007" y="122206"/>
                    </a:cubicBezTo>
                    <a:cubicBezTo>
                      <a:pt x="446627" y="86011"/>
                      <a:pt x="426625" y="70771"/>
                      <a:pt x="394716" y="64484"/>
                    </a:cubicBezTo>
                    <a:cubicBezTo>
                      <a:pt x="391573" y="62198"/>
                      <a:pt x="387477" y="61055"/>
                      <a:pt x="382238" y="62770"/>
                    </a:cubicBezTo>
                    <a:lnTo>
                      <a:pt x="381095" y="68485"/>
                    </a:lnTo>
                    <a:lnTo>
                      <a:pt x="374428" y="67913"/>
                    </a:lnTo>
                    <a:lnTo>
                      <a:pt x="374999" y="60484"/>
                    </a:lnTo>
                    <a:lnTo>
                      <a:pt x="371475" y="61055"/>
                    </a:lnTo>
                    <a:cubicBezTo>
                      <a:pt x="376142" y="58769"/>
                      <a:pt x="379381" y="53340"/>
                      <a:pt x="379381" y="47625"/>
                    </a:cubicBezTo>
                    <a:lnTo>
                      <a:pt x="373856" y="36481"/>
                    </a:lnTo>
                    <a:lnTo>
                      <a:pt x="379381" y="36481"/>
                    </a:lnTo>
                    <a:lnTo>
                      <a:pt x="369856" y="23622"/>
                    </a:lnTo>
                    <a:lnTo>
                      <a:pt x="382905" y="32957"/>
                    </a:lnTo>
                    <a:lnTo>
                      <a:pt x="382905" y="3429"/>
                    </a:lnTo>
                    <a:lnTo>
                      <a:pt x="369856" y="12002"/>
                    </a:lnTo>
                    <a:lnTo>
                      <a:pt x="379381" y="0"/>
                    </a:lnTo>
                    <a:lnTo>
                      <a:pt x="349186" y="0"/>
                    </a:lnTo>
                    <a:lnTo>
                      <a:pt x="357854" y="12002"/>
                    </a:lnTo>
                    <a:lnTo>
                      <a:pt x="345377" y="3429"/>
                    </a:lnTo>
                    <a:lnTo>
                      <a:pt x="345377" y="33052"/>
                    </a:lnTo>
                    <a:lnTo>
                      <a:pt x="357854" y="23717"/>
                    </a:lnTo>
                    <a:lnTo>
                      <a:pt x="349186" y="36576"/>
                    </a:lnTo>
                    <a:lnTo>
                      <a:pt x="354425" y="36576"/>
                    </a:lnTo>
                    <a:lnTo>
                      <a:pt x="349186" y="47720"/>
                    </a:lnTo>
                    <a:cubicBezTo>
                      <a:pt x="349186" y="53435"/>
                      <a:pt x="352139" y="58865"/>
                      <a:pt x="356711" y="61151"/>
                    </a:cubicBezTo>
                    <a:lnTo>
                      <a:pt x="352615" y="60579"/>
                    </a:lnTo>
                    <a:lnTo>
                      <a:pt x="353187" y="68009"/>
                    </a:lnTo>
                    <a:lnTo>
                      <a:pt x="346615" y="68580"/>
                    </a:lnTo>
                    <a:lnTo>
                      <a:pt x="346043" y="62865"/>
                    </a:lnTo>
                    <a:cubicBezTo>
                      <a:pt x="340805" y="61151"/>
                      <a:pt x="336709" y="62294"/>
                      <a:pt x="333280" y="64580"/>
                    </a:cubicBezTo>
                    <a:cubicBezTo>
                      <a:pt x="301752" y="70866"/>
                      <a:pt x="281750" y="86106"/>
                      <a:pt x="295370" y="122301"/>
                    </a:cubicBezTo>
                    <a:cubicBezTo>
                      <a:pt x="300038" y="136303"/>
                      <a:pt x="306705" y="151448"/>
                      <a:pt x="314801" y="163735"/>
                    </a:cubicBezTo>
                    <a:lnTo>
                      <a:pt x="314801" y="179451"/>
                    </a:lnTo>
                    <a:lnTo>
                      <a:pt x="312515" y="182309"/>
                    </a:lnTo>
                    <a:cubicBezTo>
                      <a:pt x="302323" y="196310"/>
                      <a:pt x="263557" y="219361"/>
                      <a:pt x="242030" y="226219"/>
                    </a:cubicBezTo>
                    <a:lnTo>
                      <a:pt x="242030" y="222504"/>
                    </a:lnTo>
                    <a:cubicBezTo>
                      <a:pt x="246412" y="215360"/>
                      <a:pt x="249841" y="206788"/>
                      <a:pt x="252794" y="199073"/>
                    </a:cubicBezTo>
                    <a:cubicBezTo>
                      <a:pt x="262319" y="173927"/>
                      <a:pt x="248126" y="163640"/>
                      <a:pt x="226695" y="158782"/>
                    </a:cubicBezTo>
                    <a:lnTo>
                      <a:pt x="218027" y="157639"/>
                    </a:lnTo>
                    <a:lnTo>
                      <a:pt x="217456" y="157639"/>
                    </a:lnTo>
                    <a:lnTo>
                      <a:pt x="216884" y="161925"/>
                    </a:lnTo>
                    <a:lnTo>
                      <a:pt x="213931" y="160973"/>
                    </a:lnTo>
                    <a:lnTo>
                      <a:pt x="214503" y="155924"/>
                    </a:lnTo>
                    <a:lnTo>
                      <a:pt x="213931" y="155924"/>
                    </a:lnTo>
                    <a:lnTo>
                      <a:pt x="216884" y="148495"/>
                    </a:lnTo>
                    <a:lnTo>
                      <a:pt x="214598" y="141351"/>
                    </a:lnTo>
                    <a:lnTo>
                      <a:pt x="218123" y="141351"/>
                    </a:lnTo>
                    <a:lnTo>
                      <a:pt x="216979" y="140208"/>
                    </a:lnTo>
                    <a:lnTo>
                      <a:pt x="213455" y="136208"/>
                    </a:lnTo>
                    <a:lnTo>
                      <a:pt x="211455" y="133922"/>
                    </a:lnTo>
                    <a:lnTo>
                      <a:pt x="214027" y="135636"/>
                    </a:lnTo>
                    <a:lnTo>
                      <a:pt x="218123" y="139160"/>
                    </a:lnTo>
                    <a:lnTo>
                      <a:pt x="219265" y="140303"/>
                    </a:lnTo>
                    <a:lnTo>
                      <a:pt x="219265" y="116872"/>
                    </a:lnTo>
                    <a:lnTo>
                      <a:pt x="218123" y="118301"/>
                    </a:lnTo>
                    <a:lnTo>
                      <a:pt x="214027" y="121158"/>
                    </a:lnTo>
                    <a:lnTo>
                      <a:pt x="211455" y="122873"/>
                    </a:lnTo>
                    <a:lnTo>
                      <a:pt x="213455" y="120587"/>
                    </a:lnTo>
                    <a:lnTo>
                      <a:pt x="216979" y="116872"/>
                    </a:lnTo>
                    <a:lnTo>
                      <a:pt x="218123" y="115157"/>
                    </a:lnTo>
                    <a:lnTo>
                      <a:pt x="194405" y="115157"/>
                    </a:lnTo>
                    <a:lnTo>
                      <a:pt x="195548" y="116872"/>
                    </a:lnTo>
                    <a:lnTo>
                      <a:pt x="198692" y="120587"/>
                    </a:lnTo>
                    <a:lnTo>
                      <a:pt x="200501" y="122873"/>
                    </a:lnTo>
                    <a:lnTo>
                      <a:pt x="198120" y="121158"/>
                    </a:lnTo>
                    <a:lnTo>
                      <a:pt x="194405" y="118301"/>
                    </a:lnTo>
                    <a:lnTo>
                      <a:pt x="192691" y="116872"/>
                    </a:lnTo>
                    <a:lnTo>
                      <a:pt x="192691" y="140303"/>
                    </a:lnTo>
                    <a:lnTo>
                      <a:pt x="194405" y="139160"/>
                    </a:lnTo>
                    <a:lnTo>
                      <a:pt x="198120" y="135636"/>
                    </a:lnTo>
                    <a:lnTo>
                      <a:pt x="200501" y="133922"/>
                    </a:lnTo>
                    <a:lnTo>
                      <a:pt x="198692" y="136208"/>
                    </a:lnTo>
                    <a:lnTo>
                      <a:pt x="195548" y="140208"/>
                    </a:lnTo>
                    <a:lnTo>
                      <a:pt x="194405" y="141351"/>
                    </a:lnTo>
                    <a:lnTo>
                      <a:pt x="197548" y="141351"/>
                    </a:lnTo>
                    <a:lnTo>
                      <a:pt x="194977" y="148495"/>
                    </a:lnTo>
                    <a:lnTo>
                      <a:pt x="198692" y="155924"/>
                    </a:lnTo>
                    <a:lnTo>
                      <a:pt x="197548" y="155924"/>
                    </a:lnTo>
                    <a:lnTo>
                      <a:pt x="198120" y="160973"/>
                    </a:lnTo>
                    <a:lnTo>
                      <a:pt x="194977" y="161925"/>
                    </a:lnTo>
                    <a:lnTo>
                      <a:pt x="194405" y="157639"/>
                    </a:lnTo>
                    <a:lnTo>
                      <a:pt x="193834" y="157639"/>
                    </a:lnTo>
                    <a:lnTo>
                      <a:pt x="185166" y="158782"/>
                    </a:lnTo>
                    <a:cubicBezTo>
                      <a:pt x="163735" y="163640"/>
                      <a:pt x="149542" y="173927"/>
                      <a:pt x="159067" y="199073"/>
                    </a:cubicBezTo>
                    <a:cubicBezTo>
                      <a:pt x="162020" y="206788"/>
                      <a:pt x="165449" y="215360"/>
                      <a:pt x="169831" y="222504"/>
                    </a:cubicBezTo>
                    <a:lnTo>
                      <a:pt x="169831" y="227933"/>
                    </a:lnTo>
                    <a:lnTo>
                      <a:pt x="167450" y="227648"/>
                    </a:lnTo>
                    <a:cubicBezTo>
                      <a:pt x="153257" y="224790"/>
                      <a:pt x="129540" y="215837"/>
                      <a:pt x="125444" y="201930"/>
                    </a:cubicBezTo>
                    <a:cubicBezTo>
                      <a:pt x="121729" y="190310"/>
                      <a:pt x="130112" y="174498"/>
                      <a:pt x="133540" y="167640"/>
                    </a:cubicBezTo>
                    <a:cubicBezTo>
                      <a:pt x="138970" y="156019"/>
                      <a:pt x="148304" y="136874"/>
                      <a:pt x="138493" y="124587"/>
                    </a:cubicBezTo>
                    <a:cubicBezTo>
                      <a:pt x="134112" y="120015"/>
                      <a:pt x="127730" y="118301"/>
                      <a:pt x="121729" y="115157"/>
                    </a:cubicBezTo>
                    <a:cubicBezTo>
                      <a:pt x="114205" y="111252"/>
                      <a:pt x="109538" y="107156"/>
                      <a:pt x="100013" y="102584"/>
                    </a:cubicBezTo>
                    <a:cubicBezTo>
                      <a:pt x="92488" y="98298"/>
                      <a:pt x="79439" y="103727"/>
                      <a:pt x="66389" y="124587"/>
                    </a:cubicBezTo>
                    <a:lnTo>
                      <a:pt x="55054" y="136874"/>
                    </a:lnTo>
                    <a:cubicBezTo>
                      <a:pt x="32194" y="139732"/>
                      <a:pt x="17431" y="146876"/>
                      <a:pt x="14192" y="160020"/>
                    </a:cubicBezTo>
                    <a:cubicBezTo>
                      <a:pt x="9049" y="186309"/>
                      <a:pt x="35052" y="185738"/>
                      <a:pt x="33338" y="202025"/>
                    </a:cubicBezTo>
                    <a:cubicBezTo>
                      <a:pt x="32766" y="211455"/>
                      <a:pt x="22669" y="204883"/>
                      <a:pt x="18002" y="204311"/>
                    </a:cubicBezTo>
                    <a:cubicBezTo>
                      <a:pt x="9049" y="202025"/>
                      <a:pt x="0" y="207455"/>
                      <a:pt x="0" y="218885"/>
                    </a:cubicBezTo>
                    <a:cubicBezTo>
                      <a:pt x="0" y="223742"/>
                      <a:pt x="3239" y="234601"/>
                      <a:pt x="14192" y="241173"/>
                    </a:cubicBezTo>
                    <a:moveTo>
                      <a:pt x="343853" y="191072"/>
                    </a:moveTo>
                    <a:cubicBezTo>
                      <a:pt x="356140" y="191834"/>
                      <a:pt x="372046" y="191929"/>
                      <a:pt x="384143" y="191262"/>
                    </a:cubicBezTo>
                    <a:cubicBezTo>
                      <a:pt x="398812" y="206502"/>
                      <a:pt x="431387" y="224219"/>
                      <a:pt x="463867" y="231077"/>
                    </a:cubicBezTo>
                    <a:cubicBezTo>
                      <a:pt x="445008" y="231077"/>
                      <a:pt x="411956" y="229362"/>
                      <a:pt x="407861" y="224790"/>
                    </a:cubicBezTo>
                    <a:cubicBezTo>
                      <a:pt x="409003" y="236506"/>
                      <a:pt x="434245" y="249746"/>
                      <a:pt x="450723" y="253365"/>
                    </a:cubicBezTo>
                    <a:cubicBezTo>
                      <a:pt x="437198" y="255175"/>
                      <a:pt x="424339" y="253365"/>
                      <a:pt x="413671" y="248507"/>
                    </a:cubicBezTo>
                    <a:cubicBezTo>
                      <a:pt x="419481" y="256794"/>
                      <a:pt x="426148" y="263176"/>
                      <a:pt x="437198" y="266795"/>
                    </a:cubicBezTo>
                    <a:cubicBezTo>
                      <a:pt x="425577" y="280797"/>
                      <a:pt x="401765" y="289941"/>
                      <a:pt x="378333" y="287655"/>
                    </a:cubicBezTo>
                    <a:cubicBezTo>
                      <a:pt x="384143" y="294513"/>
                      <a:pt x="394811" y="298799"/>
                      <a:pt x="404146" y="297561"/>
                    </a:cubicBezTo>
                    <a:cubicBezTo>
                      <a:pt x="382905" y="331089"/>
                      <a:pt x="367094" y="365379"/>
                      <a:pt x="363569" y="405289"/>
                    </a:cubicBezTo>
                    <a:cubicBezTo>
                      <a:pt x="360236" y="365379"/>
                      <a:pt x="344519" y="331089"/>
                      <a:pt x="323278" y="297561"/>
                    </a:cubicBezTo>
                    <a:cubicBezTo>
                      <a:pt x="332803" y="298704"/>
                      <a:pt x="343281" y="294513"/>
                      <a:pt x="348710" y="287655"/>
                    </a:cubicBezTo>
                    <a:cubicBezTo>
                      <a:pt x="324993" y="289941"/>
                      <a:pt x="302038" y="280797"/>
                      <a:pt x="290132" y="266795"/>
                    </a:cubicBezTo>
                    <a:cubicBezTo>
                      <a:pt x="301180" y="263081"/>
                      <a:pt x="307848" y="256794"/>
                      <a:pt x="313563" y="248507"/>
                    </a:cubicBezTo>
                    <a:cubicBezTo>
                      <a:pt x="303181" y="253365"/>
                      <a:pt x="290132" y="255175"/>
                      <a:pt x="276511" y="253365"/>
                    </a:cubicBezTo>
                    <a:cubicBezTo>
                      <a:pt x="292989" y="249746"/>
                      <a:pt x="318516" y="236506"/>
                      <a:pt x="319659" y="224790"/>
                    </a:cubicBezTo>
                    <a:cubicBezTo>
                      <a:pt x="315373" y="229362"/>
                      <a:pt x="282321" y="231077"/>
                      <a:pt x="263461" y="231077"/>
                    </a:cubicBezTo>
                    <a:cubicBezTo>
                      <a:pt x="295942" y="224314"/>
                      <a:pt x="328994" y="206216"/>
                      <a:pt x="343757" y="191167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F9F40BD2-9F74-74F5-0677-1F5A23A22853}"/>
                  </a:ext>
                </a:extLst>
              </p:cNvPr>
              <p:cNvSpPr/>
              <p:nvPr/>
            </p:nvSpPr>
            <p:spPr>
              <a:xfrm>
                <a:off x="12788786" y="4030087"/>
                <a:ext cx="211745" cy="136016"/>
              </a:xfrm>
              <a:custGeom>
                <a:avLst/>
                <a:gdLst>
                  <a:gd name="connsiteX0" fmla="*/ 1909 w 211745"/>
                  <a:gd name="connsiteY0" fmla="*/ 119825 h 136016"/>
                  <a:gd name="connsiteX1" fmla="*/ 671 w 211745"/>
                  <a:gd name="connsiteY1" fmla="*/ 129159 h 136016"/>
                  <a:gd name="connsiteX2" fmla="*/ 4672 w 211745"/>
                  <a:gd name="connsiteY2" fmla="*/ 136017 h 136016"/>
                  <a:gd name="connsiteX3" fmla="*/ 5243 w 211745"/>
                  <a:gd name="connsiteY3" fmla="*/ 136017 h 136016"/>
                  <a:gd name="connsiteX4" fmla="*/ 47629 w 211745"/>
                  <a:gd name="connsiteY4" fmla="*/ 106775 h 136016"/>
                  <a:gd name="connsiteX5" fmla="*/ 185361 w 211745"/>
                  <a:gd name="connsiteY5" fmla="*/ 15050 h 136016"/>
                  <a:gd name="connsiteX6" fmla="*/ 186885 w 211745"/>
                  <a:gd name="connsiteY6" fmla="*/ 14573 h 136016"/>
                  <a:gd name="connsiteX7" fmla="*/ 211745 w 211745"/>
                  <a:gd name="connsiteY7" fmla="*/ 8763 h 136016"/>
                  <a:gd name="connsiteX8" fmla="*/ 200410 w 211745"/>
                  <a:gd name="connsiteY8" fmla="*/ 0 h 136016"/>
                  <a:gd name="connsiteX9" fmla="*/ 53821 w 211745"/>
                  <a:gd name="connsiteY9" fmla="*/ 67151 h 136016"/>
                  <a:gd name="connsiteX10" fmla="*/ 1909 w 211745"/>
                  <a:gd name="connsiteY10" fmla="*/ 119920 h 136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1745" h="136016">
                    <a:moveTo>
                      <a:pt x="1909" y="119825"/>
                    </a:moveTo>
                    <a:cubicBezTo>
                      <a:pt x="957" y="121348"/>
                      <a:pt x="-1043" y="124111"/>
                      <a:pt x="671" y="129159"/>
                    </a:cubicBezTo>
                    <a:lnTo>
                      <a:pt x="4672" y="136017"/>
                    </a:lnTo>
                    <a:lnTo>
                      <a:pt x="5243" y="136017"/>
                    </a:lnTo>
                    <a:cubicBezTo>
                      <a:pt x="12482" y="136017"/>
                      <a:pt x="31151" y="124301"/>
                      <a:pt x="47629" y="106775"/>
                    </a:cubicBezTo>
                    <a:cubicBezTo>
                      <a:pt x="88111" y="63627"/>
                      <a:pt x="137069" y="31051"/>
                      <a:pt x="185361" y="15050"/>
                    </a:cubicBezTo>
                    <a:lnTo>
                      <a:pt x="186885" y="14573"/>
                    </a:lnTo>
                    <a:cubicBezTo>
                      <a:pt x="193648" y="12287"/>
                      <a:pt x="202696" y="9334"/>
                      <a:pt x="211745" y="8763"/>
                    </a:cubicBezTo>
                    <a:lnTo>
                      <a:pt x="200410" y="0"/>
                    </a:lnTo>
                    <a:cubicBezTo>
                      <a:pt x="148594" y="13049"/>
                      <a:pt x="95159" y="34195"/>
                      <a:pt x="53821" y="67151"/>
                    </a:cubicBezTo>
                    <a:cubicBezTo>
                      <a:pt x="37819" y="79915"/>
                      <a:pt x="2290" y="119443"/>
                      <a:pt x="1909" y="119920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6E5C5731-1385-9EDB-6B22-77645A3A8EE5}"/>
                  </a:ext>
                </a:extLst>
              </p:cNvPr>
              <p:cNvSpPr/>
              <p:nvPr/>
            </p:nvSpPr>
            <p:spPr>
              <a:xfrm>
                <a:off x="12471703" y="3985414"/>
                <a:ext cx="546485" cy="241649"/>
              </a:xfrm>
              <a:custGeom>
                <a:avLst/>
                <a:gdLst>
                  <a:gd name="connsiteX0" fmla="*/ 531400 w 546485"/>
                  <a:gd name="connsiteY0" fmla="*/ 61341 h 241649"/>
                  <a:gd name="connsiteX1" fmla="*/ 506444 w 546485"/>
                  <a:gd name="connsiteY1" fmla="*/ 66770 h 241649"/>
                  <a:gd name="connsiteX2" fmla="*/ 504920 w 546485"/>
                  <a:gd name="connsiteY2" fmla="*/ 67246 h 241649"/>
                  <a:gd name="connsiteX3" fmla="*/ 370522 w 546485"/>
                  <a:gd name="connsiteY3" fmla="*/ 156781 h 241649"/>
                  <a:gd name="connsiteX4" fmla="*/ 322326 w 546485"/>
                  <a:gd name="connsiteY4" fmla="*/ 188595 h 241649"/>
                  <a:gd name="connsiteX5" fmla="*/ 320516 w 546485"/>
                  <a:gd name="connsiteY5" fmla="*/ 188404 h 241649"/>
                  <a:gd name="connsiteX6" fmla="*/ 302419 w 546485"/>
                  <a:gd name="connsiteY6" fmla="*/ 180118 h 241649"/>
                  <a:gd name="connsiteX7" fmla="*/ 210217 w 546485"/>
                  <a:gd name="connsiteY7" fmla="*/ 0 h 241649"/>
                  <a:gd name="connsiteX8" fmla="*/ 192976 w 546485"/>
                  <a:gd name="connsiteY8" fmla="*/ 381 h 241649"/>
                  <a:gd name="connsiteX9" fmla="*/ 93536 w 546485"/>
                  <a:gd name="connsiteY9" fmla="*/ 23527 h 241649"/>
                  <a:gd name="connsiteX10" fmla="*/ 80677 w 546485"/>
                  <a:gd name="connsiteY10" fmla="*/ 30671 h 241649"/>
                  <a:gd name="connsiteX11" fmla="*/ 0 w 546485"/>
                  <a:gd name="connsiteY11" fmla="*/ 62579 h 241649"/>
                  <a:gd name="connsiteX12" fmla="*/ 73152 w 546485"/>
                  <a:gd name="connsiteY12" fmla="*/ 101727 h 241649"/>
                  <a:gd name="connsiteX13" fmla="*/ 88487 w 546485"/>
                  <a:gd name="connsiteY13" fmla="*/ 103632 h 241649"/>
                  <a:gd name="connsiteX14" fmla="*/ 152972 w 546485"/>
                  <a:gd name="connsiteY14" fmla="*/ 117920 h 241649"/>
                  <a:gd name="connsiteX15" fmla="*/ 162973 w 546485"/>
                  <a:gd name="connsiteY15" fmla="*/ 121729 h 241649"/>
                  <a:gd name="connsiteX16" fmla="*/ 152876 w 546485"/>
                  <a:gd name="connsiteY16" fmla="*/ 125254 h 241649"/>
                  <a:gd name="connsiteX17" fmla="*/ 132588 w 546485"/>
                  <a:gd name="connsiteY17" fmla="*/ 131254 h 241649"/>
                  <a:gd name="connsiteX18" fmla="*/ 88106 w 546485"/>
                  <a:gd name="connsiteY18" fmla="*/ 148876 h 241649"/>
                  <a:gd name="connsiteX19" fmla="*/ 74295 w 546485"/>
                  <a:gd name="connsiteY19" fmla="*/ 170593 h 241649"/>
                  <a:gd name="connsiteX20" fmla="*/ 72200 w 546485"/>
                  <a:gd name="connsiteY20" fmla="*/ 175355 h 241649"/>
                  <a:gd name="connsiteX21" fmla="*/ 64960 w 546485"/>
                  <a:gd name="connsiteY21" fmla="*/ 193643 h 241649"/>
                  <a:gd name="connsiteX22" fmla="*/ 58674 w 546485"/>
                  <a:gd name="connsiteY22" fmla="*/ 207073 h 241649"/>
                  <a:gd name="connsiteX23" fmla="*/ 54864 w 546485"/>
                  <a:gd name="connsiteY23" fmla="*/ 212693 h 241649"/>
                  <a:gd name="connsiteX24" fmla="*/ 50387 w 546485"/>
                  <a:gd name="connsiteY24" fmla="*/ 217837 h 241649"/>
                  <a:gd name="connsiteX25" fmla="*/ 45244 w 546485"/>
                  <a:gd name="connsiteY25" fmla="*/ 222409 h 241649"/>
                  <a:gd name="connsiteX26" fmla="*/ 24765 w 546485"/>
                  <a:gd name="connsiteY26" fmla="*/ 235267 h 241649"/>
                  <a:gd name="connsiteX27" fmla="*/ 12954 w 546485"/>
                  <a:gd name="connsiteY27" fmla="*/ 241649 h 241649"/>
                  <a:gd name="connsiteX28" fmla="*/ 30290 w 546485"/>
                  <a:gd name="connsiteY28" fmla="*/ 240221 h 241649"/>
                  <a:gd name="connsiteX29" fmla="*/ 50102 w 546485"/>
                  <a:gd name="connsiteY29" fmla="*/ 238220 h 241649"/>
                  <a:gd name="connsiteX30" fmla="*/ 63532 w 546485"/>
                  <a:gd name="connsiteY30" fmla="*/ 235934 h 241649"/>
                  <a:gd name="connsiteX31" fmla="*/ 80963 w 546485"/>
                  <a:gd name="connsiteY31" fmla="*/ 231838 h 241649"/>
                  <a:gd name="connsiteX32" fmla="*/ 91440 w 546485"/>
                  <a:gd name="connsiteY32" fmla="*/ 228791 h 241649"/>
                  <a:gd name="connsiteX33" fmla="*/ 103727 w 546485"/>
                  <a:gd name="connsiteY33" fmla="*/ 224790 h 241649"/>
                  <a:gd name="connsiteX34" fmla="*/ 130207 w 546485"/>
                  <a:gd name="connsiteY34" fmla="*/ 216598 h 241649"/>
                  <a:gd name="connsiteX35" fmla="*/ 146209 w 546485"/>
                  <a:gd name="connsiteY35" fmla="*/ 213265 h 241649"/>
                  <a:gd name="connsiteX36" fmla="*/ 158020 w 546485"/>
                  <a:gd name="connsiteY36" fmla="*/ 211741 h 241649"/>
                  <a:gd name="connsiteX37" fmla="*/ 170974 w 546485"/>
                  <a:gd name="connsiteY37" fmla="*/ 211264 h 241649"/>
                  <a:gd name="connsiteX38" fmla="*/ 185261 w 546485"/>
                  <a:gd name="connsiteY38" fmla="*/ 211646 h 241649"/>
                  <a:gd name="connsiteX39" fmla="*/ 201168 w 546485"/>
                  <a:gd name="connsiteY39" fmla="*/ 213170 h 241649"/>
                  <a:gd name="connsiteX40" fmla="*/ 218980 w 546485"/>
                  <a:gd name="connsiteY40" fmla="*/ 215837 h 241649"/>
                  <a:gd name="connsiteX41" fmla="*/ 238792 w 546485"/>
                  <a:gd name="connsiteY41" fmla="*/ 219837 h 241649"/>
                  <a:gd name="connsiteX42" fmla="*/ 258032 w 546485"/>
                  <a:gd name="connsiteY42" fmla="*/ 221266 h 241649"/>
                  <a:gd name="connsiteX43" fmla="*/ 258318 w 546485"/>
                  <a:gd name="connsiteY43" fmla="*/ 221266 h 241649"/>
                  <a:gd name="connsiteX44" fmla="*/ 286512 w 546485"/>
                  <a:gd name="connsiteY44" fmla="*/ 219742 h 241649"/>
                  <a:gd name="connsiteX45" fmla="*/ 319183 w 546485"/>
                  <a:gd name="connsiteY45" fmla="*/ 210312 h 241649"/>
                  <a:gd name="connsiteX46" fmla="*/ 338423 w 546485"/>
                  <a:gd name="connsiteY46" fmla="*/ 200977 h 241649"/>
                  <a:gd name="connsiteX47" fmla="*/ 354711 w 546485"/>
                  <a:gd name="connsiteY47" fmla="*/ 191643 h 241649"/>
                  <a:gd name="connsiteX48" fmla="*/ 379381 w 546485"/>
                  <a:gd name="connsiteY48" fmla="*/ 174593 h 241649"/>
                  <a:gd name="connsiteX49" fmla="*/ 398907 w 546485"/>
                  <a:gd name="connsiteY49" fmla="*/ 158210 h 241649"/>
                  <a:gd name="connsiteX50" fmla="*/ 413957 w 546485"/>
                  <a:gd name="connsiteY50" fmla="*/ 145447 h 241649"/>
                  <a:gd name="connsiteX51" fmla="*/ 417005 w 546485"/>
                  <a:gd name="connsiteY51" fmla="*/ 142970 h 241649"/>
                  <a:gd name="connsiteX52" fmla="*/ 440246 w 546485"/>
                  <a:gd name="connsiteY52" fmla="*/ 125254 h 241649"/>
                  <a:gd name="connsiteX53" fmla="*/ 454438 w 546485"/>
                  <a:gd name="connsiteY53" fmla="*/ 116300 h 241649"/>
                  <a:gd name="connsiteX54" fmla="*/ 474916 w 546485"/>
                  <a:gd name="connsiteY54" fmla="*/ 106204 h 241649"/>
                  <a:gd name="connsiteX55" fmla="*/ 488918 w 546485"/>
                  <a:gd name="connsiteY55" fmla="*/ 100870 h 241649"/>
                  <a:gd name="connsiteX56" fmla="*/ 511397 w 546485"/>
                  <a:gd name="connsiteY56" fmla="*/ 97155 h 241649"/>
                  <a:gd name="connsiteX57" fmla="*/ 519208 w 546485"/>
                  <a:gd name="connsiteY57" fmla="*/ 96393 h 241649"/>
                  <a:gd name="connsiteX58" fmla="*/ 545878 w 546485"/>
                  <a:gd name="connsiteY58" fmla="*/ 80581 h 241649"/>
                  <a:gd name="connsiteX59" fmla="*/ 541210 w 546485"/>
                  <a:gd name="connsiteY59" fmla="*/ 63055 h 241649"/>
                  <a:gd name="connsiteX60" fmla="*/ 531495 w 546485"/>
                  <a:gd name="connsiteY60" fmla="*/ 61055 h 241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46485" h="241649">
                    <a:moveTo>
                      <a:pt x="531400" y="61341"/>
                    </a:moveTo>
                    <a:cubicBezTo>
                      <a:pt x="522922" y="61341"/>
                      <a:pt x="513397" y="64484"/>
                      <a:pt x="506444" y="66770"/>
                    </a:cubicBezTo>
                    <a:lnTo>
                      <a:pt x="504920" y="67246"/>
                    </a:lnTo>
                    <a:cubicBezTo>
                      <a:pt x="457867" y="82772"/>
                      <a:pt x="410147" y="114586"/>
                      <a:pt x="370522" y="156781"/>
                    </a:cubicBezTo>
                    <a:cubicBezTo>
                      <a:pt x="355664" y="172593"/>
                      <a:pt x="334328" y="188595"/>
                      <a:pt x="322326" y="188595"/>
                    </a:cubicBezTo>
                    <a:lnTo>
                      <a:pt x="320516" y="188404"/>
                    </a:lnTo>
                    <a:cubicBezTo>
                      <a:pt x="305753" y="188785"/>
                      <a:pt x="302419" y="180118"/>
                      <a:pt x="302419" y="180118"/>
                    </a:cubicBezTo>
                    <a:lnTo>
                      <a:pt x="210217" y="0"/>
                    </a:lnTo>
                    <a:cubicBezTo>
                      <a:pt x="204502" y="95"/>
                      <a:pt x="198882" y="381"/>
                      <a:pt x="192976" y="381"/>
                    </a:cubicBezTo>
                    <a:cubicBezTo>
                      <a:pt x="154496" y="381"/>
                      <a:pt x="122015" y="7906"/>
                      <a:pt x="93536" y="23527"/>
                    </a:cubicBezTo>
                    <a:lnTo>
                      <a:pt x="80677" y="30671"/>
                    </a:lnTo>
                    <a:cubicBezTo>
                      <a:pt x="52864" y="46101"/>
                      <a:pt x="35242" y="55817"/>
                      <a:pt x="0" y="62579"/>
                    </a:cubicBezTo>
                    <a:cubicBezTo>
                      <a:pt x="21622" y="80963"/>
                      <a:pt x="45244" y="98108"/>
                      <a:pt x="73152" y="101727"/>
                    </a:cubicBezTo>
                    <a:cubicBezTo>
                      <a:pt x="78677" y="102489"/>
                      <a:pt x="83725" y="102965"/>
                      <a:pt x="88487" y="103632"/>
                    </a:cubicBezTo>
                    <a:cubicBezTo>
                      <a:pt x="111538" y="106299"/>
                      <a:pt x="128111" y="108299"/>
                      <a:pt x="152972" y="117920"/>
                    </a:cubicBezTo>
                    <a:lnTo>
                      <a:pt x="162973" y="121729"/>
                    </a:lnTo>
                    <a:lnTo>
                      <a:pt x="152876" y="125254"/>
                    </a:lnTo>
                    <a:cubicBezTo>
                      <a:pt x="146399" y="127540"/>
                      <a:pt x="139351" y="129350"/>
                      <a:pt x="132588" y="131254"/>
                    </a:cubicBezTo>
                    <a:cubicBezTo>
                      <a:pt x="116777" y="135636"/>
                      <a:pt x="100393" y="140017"/>
                      <a:pt x="88106" y="148876"/>
                    </a:cubicBezTo>
                    <a:cubicBezTo>
                      <a:pt x="81439" y="153734"/>
                      <a:pt x="77819" y="162306"/>
                      <a:pt x="74295" y="170593"/>
                    </a:cubicBezTo>
                    <a:lnTo>
                      <a:pt x="72200" y="175355"/>
                    </a:lnTo>
                    <a:lnTo>
                      <a:pt x="64960" y="193643"/>
                    </a:lnTo>
                    <a:cubicBezTo>
                      <a:pt x="62960" y="198692"/>
                      <a:pt x="60960" y="202978"/>
                      <a:pt x="58674" y="207073"/>
                    </a:cubicBezTo>
                    <a:lnTo>
                      <a:pt x="54864" y="212693"/>
                    </a:lnTo>
                    <a:lnTo>
                      <a:pt x="50387" y="217837"/>
                    </a:lnTo>
                    <a:lnTo>
                      <a:pt x="45244" y="222409"/>
                    </a:lnTo>
                    <a:cubicBezTo>
                      <a:pt x="38100" y="227647"/>
                      <a:pt x="30956" y="231934"/>
                      <a:pt x="24765" y="235267"/>
                    </a:cubicBezTo>
                    <a:lnTo>
                      <a:pt x="12954" y="241649"/>
                    </a:lnTo>
                    <a:cubicBezTo>
                      <a:pt x="18764" y="241173"/>
                      <a:pt x="24479" y="240697"/>
                      <a:pt x="30290" y="240221"/>
                    </a:cubicBezTo>
                    <a:cubicBezTo>
                      <a:pt x="36957" y="239744"/>
                      <a:pt x="43529" y="239077"/>
                      <a:pt x="50102" y="238220"/>
                    </a:cubicBezTo>
                    <a:lnTo>
                      <a:pt x="63532" y="235934"/>
                    </a:lnTo>
                    <a:cubicBezTo>
                      <a:pt x="69342" y="234696"/>
                      <a:pt x="75152" y="233458"/>
                      <a:pt x="80963" y="231838"/>
                    </a:cubicBezTo>
                    <a:lnTo>
                      <a:pt x="91440" y="228791"/>
                    </a:lnTo>
                    <a:lnTo>
                      <a:pt x="103727" y="224790"/>
                    </a:lnTo>
                    <a:cubicBezTo>
                      <a:pt x="112300" y="221933"/>
                      <a:pt x="121158" y="218980"/>
                      <a:pt x="130207" y="216598"/>
                    </a:cubicBezTo>
                    <a:cubicBezTo>
                      <a:pt x="135541" y="215265"/>
                      <a:pt x="140779" y="214217"/>
                      <a:pt x="146209" y="213265"/>
                    </a:cubicBezTo>
                    <a:lnTo>
                      <a:pt x="158020" y="211741"/>
                    </a:lnTo>
                    <a:lnTo>
                      <a:pt x="170974" y="211264"/>
                    </a:lnTo>
                    <a:lnTo>
                      <a:pt x="185261" y="211646"/>
                    </a:lnTo>
                    <a:lnTo>
                      <a:pt x="201168" y="213170"/>
                    </a:lnTo>
                    <a:lnTo>
                      <a:pt x="218980" y="215837"/>
                    </a:lnTo>
                    <a:lnTo>
                      <a:pt x="238792" y="219837"/>
                    </a:lnTo>
                    <a:cubicBezTo>
                      <a:pt x="245078" y="220980"/>
                      <a:pt x="251365" y="221075"/>
                      <a:pt x="258032" y="221266"/>
                    </a:cubicBezTo>
                    <a:lnTo>
                      <a:pt x="258318" y="221266"/>
                    </a:lnTo>
                    <a:cubicBezTo>
                      <a:pt x="267081" y="221266"/>
                      <a:pt x="277082" y="221171"/>
                      <a:pt x="286512" y="219742"/>
                    </a:cubicBezTo>
                    <a:cubicBezTo>
                      <a:pt x="298514" y="218694"/>
                      <a:pt x="309182" y="214503"/>
                      <a:pt x="319183" y="210312"/>
                    </a:cubicBezTo>
                    <a:cubicBezTo>
                      <a:pt x="325755" y="207454"/>
                      <a:pt x="332042" y="204406"/>
                      <a:pt x="338423" y="200977"/>
                    </a:cubicBezTo>
                    <a:cubicBezTo>
                      <a:pt x="343948" y="198025"/>
                      <a:pt x="349377" y="194786"/>
                      <a:pt x="354711" y="191643"/>
                    </a:cubicBezTo>
                    <a:cubicBezTo>
                      <a:pt x="363188" y="186309"/>
                      <a:pt x="371285" y="180689"/>
                      <a:pt x="379381" y="174593"/>
                    </a:cubicBezTo>
                    <a:cubicBezTo>
                      <a:pt x="386429" y="169069"/>
                      <a:pt x="392811" y="163639"/>
                      <a:pt x="398907" y="158210"/>
                    </a:cubicBezTo>
                    <a:cubicBezTo>
                      <a:pt x="403670" y="153734"/>
                      <a:pt x="408908" y="149542"/>
                      <a:pt x="413957" y="145447"/>
                    </a:cubicBezTo>
                    <a:lnTo>
                      <a:pt x="417005" y="142970"/>
                    </a:lnTo>
                    <a:cubicBezTo>
                      <a:pt x="424148" y="137255"/>
                      <a:pt x="431864" y="131064"/>
                      <a:pt x="440246" y="125254"/>
                    </a:cubicBezTo>
                    <a:cubicBezTo>
                      <a:pt x="444913" y="122110"/>
                      <a:pt x="449580" y="119158"/>
                      <a:pt x="454438" y="116300"/>
                    </a:cubicBezTo>
                    <a:cubicBezTo>
                      <a:pt x="460820" y="112681"/>
                      <a:pt x="467487" y="109442"/>
                      <a:pt x="474916" y="106204"/>
                    </a:cubicBezTo>
                    <a:cubicBezTo>
                      <a:pt x="479489" y="104299"/>
                      <a:pt x="484156" y="102584"/>
                      <a:pt x="488918" y="100870"/>
                    </a:cubicBezTo>
                    <a:cubicBezTo>
                      <a:pt x="495967" y="98584"/>
                      <a:pt x="503777" y="97917"/>
                      <a:pt x="511397" y="97155"/>
                    </a:cubicBezTo>
                    <a:lnTo>
                      <a:pt x="519208" y="96393"/>
                    </a:lnTo>
                    <a:cubicBezTo>
                      <a:pt x="534162" y="94583"/>
                      <a:pt x="543497" y="89154"/>
                      <a:pt x="545878" y="80581"/>
                    </a:cubicBezTo>
                    <a:cubicBezTo>
                      <a:pt x="547783" y="73914"/>
                      <a:pt x="544925" y="66675"/>
                      <a:pt x="541210" y="63055"/>
                    </a:cubicBezTo>
                    <a:lnTo>
                      <a:pt x="531495" y="6105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8D7D10CE-E727-03CD-5B2C-B193F184CD33}"/>
                  </a:ext>
                </a:extLst>
              </p:cNvPr>
              <p:cNvSpPr/>
              <p:nvPr/>
            </p:nvSpPr>
            <p:spPr>
              <a:xfrm>
                <a:off x="13264183" y="4030087"/>
                <a:ext cx="211596" cy="136016"/>
              </a:xfrm>
              <a:custGeom>
                <a:avLst/>
                <a:gdLst>
                  <a:gd name="connsiteX0" fmla="*/ 157925 w 211596"/>
                  <a:gd name="connsiteY0" fmla="*/ 67151 h 136016"/>
                  <a:gd name="connsiteX1" fmla="*/ 11335 w 211596"/>
                  <a:gd name="connsiteY1" fmla="*/ 0 h 136016"/>
                  <a:gd name="connsiteX2" fmla="*/ 0 w 211596"/>
                  <a:gd name="connsiteY2" fmla="*/ 8763 h 136016"/>
                  <a:gd name="connsiteX3" fmla="*/ 24860 w 211596"/>
                  <a:gd name="connsiteY3" fmla="*/ 14573 h 136016"/>
                  <a:gd name="connsiteX4" fmla="*/ 26384 w 211596"/>
                  <a:gd name="connsiteY4" fmla="*/ 15050 h 136016"/>
                  <a:gd name="connsiteX5" fmla="*/ 164021 w 211596"/>
                  <a:gd name="connsiteY5" fmla="*/ 106775 h 136016"/>
                  <a:gd name="connsiteX6" fmla="*/ 206407 w 211596"/>
                  <a:gd name="connsiteY6" fmla="*/ 136017 h 136016"/>
                  <a:gd name="connsiteX7" fmla="*/ 206978 w 211596"/>
                  <a:gd name="connsiteY7" fmla="*/ 136017 h 136016"/>
                  <a:gd name="connsiteX8" fmla="*/ 210979 w 211596"/>
                  <a:gd name="connsiteY8" fmla="*/ 129254 h 136016"/>
                  <a:gd name="connsiteX9" fmla="*/ 209169 w 211596"/>
                  <a:gd name="connsiteY9" fmla="*/ 119063 h 136016"/>
                  <a:gd name="connsiteX10" fmla="*/ 157829 w 211596"/>
                  <a:gd name="connsiteY10" fmla="*/ 67056 h 136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1596" h="136016">
                    <a:moveTo>
                      <a:pt x="157925" y="67151"/>
                    </a:moveTo>
                    <a:cubicBezTo>
                      <a:pt x="116681" y="34290"/>
                      <a:pt x="63151" y="13144"/>
                      <a:pt x="11335" y="0"/>
                    </a:cubicBezTo>
                    <a:lnTo>
                      <a:pt x="0" y="8763"/>
                    </a:lnTo>
                    <a:cubicBezTo>
                      <a:pt x="9049" y="9334"/>
                      <a:pt x="18098" y="12382"/>
                      <a:pt x="24860" y="14573"/>
                    </a:cubicBezTo>
                    <a:lnTo>
                      <a:pt x="26384" y="15050"/>
                    </a:lnTo>
                    <a:cubicBezTo>
                      <a:pt x="74676" y="31051"/>
                      <a:pt x="123539" y="63627"/>
                      <a:pt x="164021" y="106775"/>
                    </a:cubicBezTo>
                    <a:cubicBezTo>
                      <a:pt x="180499" y="124301"/>
                      <a:pt x="199168" y="136017"/>
                      <a:pt x="206407" y="136017"/>
                    </a:cubicBezTo>
                    <a:lnTo>
                      <a:pt x="206978" y="136017"/>
                    </a:lnTo>
                    <a:lnTo>
                      <a:pt x="210979" y="129254"/>
                    </a:lnTo>
                    <a:cubicBezTo>
                      <a:pt x="212598" y="124111"/>
                      <a:pt x="210693" y="121348"/>
                      <a:pt x="209169" y="119063"/>
                    </a:cubicBezTo>
                    <a:cubicBezTo>
                      <a:pt x="209074" y="119063"/>
                      <a:pt x="173831" y="79819"/>
                      <a:pt x="157829" y="6705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3C568D6B-4F75-5A4F-76FA-CEA8C67623F4}"/>
                  </a:ext>
                </a:extLst>
              </p:cNvPr>
              <p:cNvSpPr/>
              <p:nvPr/>
            </p:nvSpPr>
            <p:spPr>
              <a:xfrm>
                <a:off x="13246610" y="3985509"/>
                <a:ext cx="546400" cy="241744"/>
              </a:xfrm>
              <a:custGeom>
                <a:avLst/>
                <a:gdLst>
                  <a:gd name="connsiteX0" fmla="*/ 457914 w 546400"/>
                  <a:gd name="connsiteY0" fmla="*/ 103632 h 241744"/>
                  <a:gd name="connsiteX1" fmla="*/ 473249 w 546400"/>
                  <a:gd name="connsiteY1" fmla="*/ 101727 h 241744"/>
                  <a:gd name="connsiteX2" fmla="*/ 546401 w 546400"/>
                  <a:gd name="connsiteY2" fmla="*/ 62579 h 241744"/>
                  <a:gd name="connsiteX3" fmla="*/ 465819 w 546400"/>
                  <a:gd name="connsiteY3" fmla="*/ 30671 h 241744"/>
                  <a:gd name="connsiteX4" fmla="*/ 452865 w 546400"/>
                  <a:gd name="connsiteY4" fmla="*/ 23527 h 241744"/>
                  <a:gd name="connsiteX5" fmla="*/ 353520 w 546400"/>
                  <a:gd name="connsiteY5" fmla="*/ 381 h 241744"/>
                  <a:gd name="connsiteX6" fmla="*/ 336184 w 546400"/>
                  <a:gd name="connsiteY6" fmla="*/ 0 h 241744"/>
                  <a:gd name="connsiteX7" fmla="*/ 243982 w 546400"/>
                  <a:gd name="connsiteY7" fmla="*/ 180118 h 241744"/>
                  <a:gd name="connsiteX8" fmla="*/ 225885 w 546400"/>
                  <a:gd name="connsiteY8" fmla="*/ 188404 h 241744"/>
                  <a:gd name="connsiteX9" fmla="*/ 224075 w 546400"/>
                  <a:gd name="connsiteY9" fmla="*/ 188595 h 241744"/>
                  <a:gd name="connsiteX10" fmla="*/ 175878 w 546400"/>
                  <a:gd name="connsiteY10" fmla="*/ 156782 h 241744"/>
                  <a:gd name="connsiteX11" fmla="*/ 41481 w 546400"/>
                  <a:gd name="connsiteY11" fmla="*/ 67246 h 241744"/>
                  <a:gd name="connsiteX12" fmla="*/ 39957 w 546400"/>
                  <a:gd name="connsiteY12" fmla="*/ 66770 h 241744"/>
                  <a:gd name="connsiteX13" fmla="*/ 15001 w 546400"/>
                  <a:gd name="connsiteY13" fmla="*/ 61341 h 241744"/>
                  <a:gd name="connsiteX14" fmla="*/ 5286 w 546400"/>
                  <a:gd name="connsiteY14" fmla="*/ 63341 h 241744"/>
                  <a:gd name="connsiteX15" fmla="*/ 618 w 546400"/>
                  <a:gd name="connsiteY15" fmla="*/ 80867 h 241744"/>
                  <a:gd name="connsiteX16" fmla="*/ 27288 w 546400"/>
                  <a:gd name="connsiteY16" fmla="*/ 96679 h 241744"/>
                  <a:gd name="connsiteX17" fmla="*/ 35099 w 546400"/>
                  <a:gd name="connsiteY17" fmla="*/ 97441 h 241744"/>
                  <a:gd name="connsiteX18" fmla="*/ 57483 w 546400"/>
                  <a:gd name="connsiteY18" fmla="*/ 101156 h 241744"/>
                  <a:gd name="connsiteX19" fmla="*/ 71484 w 546400"/>
                  <a:gd name="connsiteY19" fmla="*/ 106490 h 241744"/>
                  <a:gd name="connsiteX20" fmla="*/ 91868 w 546400"/>
                  <a:gd name="connsiteY20" fmla="*/ 116491 h 241744"/>
                  <a:gd name="connsiteX21" fmla="*/ 106155 w 546400"/>
                  <a:gd name="connsiteY21" fmla="*/ 125540 h 241744"/>
                  <a:gd name="connsiteX22" fmla="*/ 129396 w 546400"/>
                  <a:gd name="connsiteY22" fmla="*/ 143256 h 241744"/>
                  <a:gd name="connsiteX23" fmla="*/ 132444 w 546400"/>
                  <a:gd name="connsiteY23" fmla="*/ 145828 h 241744"/>
                  <a:gd name="connsiteX24" fmla="*/ 147399 w 546400"/>
                  <a:gd name="connsiteY24" fmla="*/ 158591 h 241744"/>
                  <a:gd name="connsiteX25" fmla="*/ 167020 w 546400"/>
                  <a:gd name="connsiteY25" fmla="*/ 174974 h 241744"/>
                  <a:gd name="connsiteX26" fmla="*/ 191690 w 546400"/>
                  <a:gd name="connsiteY26" fmla="*/ 191929 h 241744"/>
                  <a:gd name="connsiteX27" fmla="*/ 207978 w 546400"/>
                  <a:gd name="connsiteY27" fmla="*/ 201359 h 241744"/>
                  <a:gd name="connsiteX28" fmla="*/ 227218 w 546400"/>
                  <a:gd name="connsiteY28" fmla="*/ 210693 h 241744"/>
                  <a:gd name="connsiteX29" fmla="*/ 259603 w 546400"/>
                  <a:gd name="connsiteY29" fmla="*/ 220028 h 241744"/>
                  <a:gd name="connsiteX30" fmla="*/ 288178 w 546400"/>
                  <a:gd name="connsiteY30" fmla="*/ 221552 h 241744"/>
                  <a:gd name="connsiteX31" fmla="*/ 307609 w 546400"/>
                  <a:gd name="connsiteY31" fmla="*/ 220123 h 241744"/>
                  <a:gd name="connsiteX32" fmla="*/ 327231 w 546400"/>
                  <a:gd name="connsiteY32" fmla="*/ 216122 h 241744"/>
                  <a:gd name="connsiteX33" fmla="*/ 344947 w 546400"/>
                  <a:gd name="connsiteY33" fmla="*/ 213455 h 241744"/>
                  <a:gd name="connsiteX34" fmla="*/ 360854 w 546400"/>
                  <a:gd name="connsiteY34" fmla="*/ 211931 h 241744"/>
                  <a:gd name="connsiteX35" fmla="*/ 375141 w 546400"/>
                  <a:gd name="connsiteY35" fmla="*/ 211550 h 241744"/>
                  <a:gd name="connsiteX36" fmla="*/ 388095 w 546400"/>
                  <a:gd name="connsiteY36" fmla="*/ 212027 h 241744"/>
                  <a:gd name="connsiteX37" fmla="*/ 399906 w 546400"/>
                  <a:gd name="connsiteY37" fmla="*/ 213360 h 241744"/>
                  <a:gd name="connsiteX38" fmla="*/ 416099 w 546400"/>
                  <a:gd name="connsiteY38" fmla="*/ 216694 h 241744"/>
                  <a:gd name="connsiteX39" fmla="*/ 442578 w 546400"/>
                  <a:gd name="connsiteY39" fmla="*/ 224981 h 241744"/>
                  <a:gd name="connsiteX40" fmla="*/ 454961 w 546400"/>
                  <a:gd name="connsiteY40" fmla="*/ 228981 h 241744"/>
                  <a:gd name="connsiteX41" fmla="*/ 465438 w 546400"/>
                  <a:gd name="connsiteY41" fmla="*/ 232029 h 241744"/>
                  <a:gd name="connsiteX42" fmla="*/ 482869 w 546400"/>
                  <a:gd name="connsiteY42" fmla="*/ 236125 h 241744"/>
                  <a:gd name="connsiteX43" fmla="*/ 496395 w 546400"/>
                  <a:gd name="connsiteY43" fmla="*/ 238316 h 241744"/>
                  <a:gd name="connsiteX44" fmla="*/ 516016 w 546400"/>
                  <a:gd name="connsiteY44" fmla="*/ 240316 h 241744"/>
                  <a:gd name="connsiteX45" fmla="*/ 533352 w 546400"/>
                  <a:gd name="connsiteY45" fmla="*/ 241745 h 241744"/>
                  <a:gd name="connsiteX46" fmla="*/ 521541 w 546400"/>
                  <a:gd name="connsiteY46" fmla="*/ 235363 h 241744"/>
                  <a:gd name="connsiteX47" fmla="*/ 501348 w 546400"/>
                  <a:gd name="connsiteY47" fmla="*/ 222599 h 241744"/>
                  <a:gd name="connsiteX48" fmla="*/ 496204 w 546400"/>
                  <a:gd name="connsiteY48" fmla="*/ 218123 h 241744"/>
                  <a:gd name="connsiteX49" fmla="*/ 491727 w 546400"/>
                  <a:gd name="connsiteY49" fmla="*/ 213074 h 241744"/>
                  <a:gd name="connsiteX50" fmla="*/ 487822 w 546400"/>
                  <a:gd name="connsiteY50" fmla="*/ 207359 h 241744"/>
                  <a:gd name="connsiteX51" fmla="*/ 481345 w 546400"/>
                  <a:gd name="connsiteY51" fmla="*/ 193643 h 241744"/>
                  <a:gd name="connsiteX52" fmla="*/ 472010 w 546400"/>
                  <a:gd name="connsiteY52" fmla="*/ 170593 h 241744"/>
                  <a:gd name="connsiteX53" fmla="*/ 458104 w 546400"/>
                  <a:gd name="connsiteY53" fmla="*/ 148876 h 241744"/>
                  <a:gd name="connsiteX54" fmla="*/ 413622 w 546400"/>
                  <a:gd name="connsiteY54" fmla="*/ 131254 h 241744"/>
                  <a:gd name="connsiteX55" fmla="*/ 393334 w 546400"/>
                  <a:gd name="connsiteY55" fmla="*/ 125254 h 241744"/>
                  <a:gd name="connsiteX56" fmla="*/ 383238 w 546400"/>
                  <a:gd name="connsiteY56" fmla="*/ 121729 h 241744"/>
                  <a:gd name="connsiteX57" fmla="*/ 393239 w 546400"/>
                  <a:gd name="connsiteY57" fmla="*/ 117920 h 241744"/>
                  <a:gd name="connsiteX58" fmla="*/ 457723 w 546400"/>
                  <a:gd name="connsiteY58" fmla="*/ 103632 h 241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546400" h="241744">
                    <a:moveTo>
                      <a:pt x="457914" y="103632"/>
                    </a:moveTo>
                    <a:cubicBezTo>
                      <a:pt x="462676" y="103061"/>
                      <a:pt x="467724" y="102489"/>
                      <a:pt x="473249" y="101727"/>
                    </a:cubicBezTo>
                    <a:cubicBezTo>
                      <a:pt x="501157" y="98108"/>
                      <a:pt x="524779" y="80963"/>
                      <a:pt x="546401" y="62579"/>
                    </a:cubicBezTo>
                    <a:cubicBezTo>
                      <a:pt x="511158" y="55817"/>
                      <a:pt x="493632" y="46101"/>
                      <a:pt x="465819" y="30671"/>
                    </a:cubicBezTo>
                    <a:lnTo>
                      <a:pt x="452865" y="23527"/>
                    </a:lnTo>
                    <a:cubicBezTo>
                      <a:pt x="424385" y="7906"/>
                      <a:pt x="391905" y="381"/>
                      <a:pt x="353520" y="381"/>
                    </a:cubicBezTo>
                    <a:cubicBezTo>
                      <a:pt x="347614" y="381"/>
                      <a:pt x="341994" y="95"/>
                      <a:pt x="336184" y="0"/>
                    </a:cubicBezTo>
                    <a:lnTo>
                      <a:pt x="243982" y="180118"/>
                    </a:lnTo>
                    <a:cubicBezTo>
                      <a:pt x="243982" y="180118"/>
                      <a:pt x="237981" y="189929"/>
                      <a:pt x="225885" y="188404"/>
                    </a:cubicBezTo>
                    <a:lnTo>
                      <a:pt x="224075" y="188595"/>
                    </a:lnTo>
                    <a:cubicBezTo>
                      <a:pt x="211978" y="188595"/>
                      <a:pt x="190642" y="172593"/>
                      <a:pt x="175878" y="156782"/>
                    </a:cubicBezTo>
                    <a:cubicBezTo>
                      <a:pt x="136254" y="114586"/>
                      <a:pt x="88534" y="82772"/>
                      <a:pt x="41481" y="67246"/>
                    </a:cubicBezTo>
                    <a:lnTo>
                      <a:pt x="39957" y="66770"/>
                    </a:lnTo>
                    <a:cubicBezTo>
                      <a:pt x="33003" y="64484"/>
                      <a:pt x="23478" y="61341"/>
                      <a:pt x="15001" y="61341"/>
                    </a:cubicBezTo>
                    <a:lnTo>
                      <a:pt x="5286" y="63341"/>
                    </a:lnTo>
                    <a:cubicBezTo>
                      <a:pt x="1476" y="66961"/>
                      <a:pt x="-1287" y="74104"/>
                      <a:pt x="618" y="80867"/>
                    </a:cubicBezTo>
                    <a:cubicBezTo>
                      <a:pt x="3000" y="89440"/>
                      <a:pt x="12239" y="94964"/>
                      <a:pt x="27288" y="96679"/>
                    </a:cubicBezTo>
                    <a:lnTo>
                      <a:pt x="35099" y="97441"/>
                    </a:lnTo>
                    <a:cubicBezTo>
                      <a:pt x="42624" y="98203"/>
                      <a:pt x="50529" y="98774"/>
                      <a:pt x="57483" y="101156"/>
                    </a:cubicBezTo>
                    <a:cubicBezTo>
                      <a:pt x="62245" y="102870"/>
                      <a:pt x="66912" y="104584"/>
                      <a:pt x="71484" y="106490"/>
                    </a:cubicBezTo>
                    <a:cubicBezTo>
                      <a:pt x="78914" y="109728"/>
                      <a:pt x="85581" y="112967"/>
                      <a:pt x="91868" y="116491"/>
                    </a:cubicBezTo>
                    <a:cubicBezTo>
                      <a:pt x="96916" y="119444"/>
                      <a:pt x="101488" y="122396"/>
                      <a:pt x="106155" y="125540"/>
                    </a:cubicBezTo>
                    <a:cubicBezTo>
                      <a:pt x="114633" y="131445"/>
                      <a:pt x="122348" y="137541"/>
                      <a:pt x="129396" y="143256"/>
                    </a:cubicBezTo>
                    <a:lnTo>
                      <a:pt x="132444" y="145828"/>
                    </a:lnTo>
                    <a:cubicBezTo>
                      <a:pt x="137493" y="149828"/>
                      <a:pt x="142636" y="154115"/>
                      <a:pt x="147399" y="158591"/>
                    </a:cubicBezTo>
                    <a:cubicBezTo>
                      <a:pt x="153495" y="164021"/>
                      <a:pt x="159876" y="169450"/>
                      <a:pt x="167020" y="174974"/>
                    </a:cubicBezTo>
                    <a:cubicBezTo>
                      <a:pt x="175021" y="180975"/>
                      <a:pt x="183117" y="186595"/>
                      <a:pt x="191690" y="191929"/>
                    </a:cubicBezTo>
                    <a:cubicBezTo>
                      <a:pt x="196929" y="195072"/>
                      <a:pt x="202358" y="198311"/>
                      <a:pt x="207978" y="201359"/>
                    </a:cubicBezTo>
                    <a:cubicBezTo>
                      <a:pt x="214359" y="204692"/>
                      <a:pt x="220741" y="207836"/>
                      <a:pt x="227218" y="210693"/>
                    </a:cubicBezTo>
                    <a:cubicBezTo>
                      <a:pt x="237124" y="214884"/>
                      <a:pt x="247887" y="218980"/>
                      <a:pt x="259603" y="220028"/>
                    </a:cubicBezTo>
                    <a:cubicBezTo>
                      <a:pt x="269414" y="221456"/>
                      <a:pt x="279510" y="221552"/>
                      <a:pt x="288178" y="221552"/>
                    </a:cubicBezTo>
                    <a:cubicBezTo>
                      <a:pt x="295036" y="221456"/>
                      <a:pt x="301418" y="221361"/>
                      <a:pt x="307609" y="220123"/>
                    </a:cubicBezTo>
                    <a:lnTo>
                      <a:pt x="327231" y="216122"/>
                    </a:lnTo>
                    <a:lnTo>
                      <a:pt x="344947" y="213455"/>
                    </a:lnTo>
                    <a:lnTo>
                      <a:pt x="360854" y="211931"/>
                    </a:lnTo>
                    <a:lnTo>
                      <a:pt x="375141" y="211550"/>
                    </a:lnTo>
                    <a:lnTo>
                      <a:pt x="388095" y="212027"/>
                    </a:lnTo>
                    <a:lnTo>
                      <a:pt x="399906" y="213360"/>
                    </a:lnTo>
                    <a:cubicBezTo>
                      <a:pt x="405526" y="214408"/>
                      <a:pt x="410765" y="215456"/>
                      <a:pt x="416099" y="216694"/>
                    </a:cubicBezTo>
                    <a:cubicBezTo>
                      <a:pt x="425148" y="219170"/>
                      <a:pt x="434006" y="222123"/>
                      <a:pt x="442578" y="224981"/>
                    </a:cubicBezTo>
                    <a:lnTo>
                      <a:pt x="454961" y="228981"/>
                    </a:lnTo>
                    <a:lnTo>
                      <a:pt x="465438" y="232029"/>
                    </a:lnTo>
                    <a:cubicBezTo>
                      <a:pt x="471153" y="233553"/>
                      <a:pt x="476964" y="234887"/>
                      <a:pt x="482869" y="236125"/>
                    </a:cubicBezTo>
                    <a:lnTo>
                      <a:pt x="496395" y="238316"/>
                    </a:lnTo>
                    <a:cubicBezTo>
                      <a:pt x="502776" y="239173"/>
                      <a:pt x="509349" y="239840"/>
                      <a:pt x="516016" y="240316"/>
                    </a:cubicBezTo>
                    <a:cubicBezTo>
                      <a:pt x="521826" y="240792"/>
                      <a:pt x="527541" y="241268"/>
                      <a:pt x="533352" y="241745"/>
                    </a:cubicBezTo>
                    <a:lnTo>
                      <a:pt x="521541" y="235363"/>
                    </a:lnTo>
                    <a:cubicBezTo>
                      <a:pt x="515445" y="231934"/>
                      <a:pt x="508206" y="227648"/>
                      <a:pt x="501348" y="222599"/>
                    </a:cubicBezTo>
                    <a:lnTo>
                      <a:pt x="496204" y="218123"/>
                    </a:lnTo>
                    <a:lnTo>
                      <a:pt x="491727" y="213074"/>
                    </a:lnTo>
                    <a:lnTo>
                      <a:pt x="487822" y="207359"/>
                    </a:lnTo>
                    <a:cubicBezTo>
                      <a:pt x="485441" y="202978"/>
                      <a:pt x="483345" y="198692"/>
                      <a:pt x="481345" y="193643"/>
                    </a:cubicBezTo>
                    <a:lnTo>
                      <a:pt x="472010" y="170593"/>
                    </a:lnTo>
                    <a:cubicBezTo>
                      <a:pt x="468486" y="162211"/>
                      <a:pt x="464867" y="153734"/>
                      <a:pt x="458104" y="148876"/>
                    </a:cubicBezTo>
                    <a:cubicBezTo>
                      <a:pt x="445817" y="140017"/>
                      <a:pt x="429529" y="135541"/>
                      <a:pt x="413622" y="131254"/>
                    </a:cubicBezTo>
                    <a:cubicBezTo>
                      <a:pt x="406860" y="129445"/>
                      <a:pt x="399906" y="127540"/>
                      <a:pt x="393334" y="125254"/>
                    </a:cubicBezTo>
                    <a:lnTo>
                      <a:pt x="383238" y="121729"/>
                    </a:lnTo>
                    <a:lnTo>
                      <a:pt x="393239" y="117920"/>
                    </a:lnTo>
                    <a:cubicBezTo>
                      <a:pt x="418099" y="108299"/>
                      <a:pt x="434768" y="106299"/>
                      <a:pt x="457723" y="10363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4BACBBD0-887A-95A3-90BE-632E77E04133}"/>
                  </a:ext>
                </a:extLst>
              </p:cNvPr>
              <p:cNvSpPr/>
              <p:nvPr/>
            </p:nvSpPr>
            <p:spPr>
              <a:xfrm>
                <a:off x="13073037" y="4012846"/>
                <a:ext cx="30936" cy="41433"/>
              </a:xfrm>
              <a:custGeom>
                <a:avLst/>
                <a:gdLst>
                  <a:gd name="connsiteX0" fmla="*/ 266 w 30936"/>
                  <a:gd name="connsiteY0" fmla="*/ 19812 h 41433"/>
                  <a:gd name="connsiteX1" fmla="*/ 14839 w 30936"/>
                  <a:gd name="connsiteY1" fmla="*/ 41434 h 41433"/>
                  <a:gd name="connsiteX2" fmla="*/ 18744 w 30936"/>
                  <a:gd name="connsiteY2" fmla="*/ 40386 h 41433"/>
                  <a:gd name="connsiteX3" fmla="*/ 22745 w 30936"/>
                  <a:gd name="connsiteY3" fmla="*/ 25717 h 41433"/>
                  <a:gd name="connsiteX4" fmla="*/ 22173 w 30936"/>
                  <a:gd name="connsiteY4" fmla="*/ 17431 h 41433"/>
                  <a:gd name="connsiteX5" fmla="*/ 30936 w 30936"/>
                  <a:gd name="connsiteY5" fmla="*/ 0 h 41433"/>
                  <a:gd name="connsiteX6" fmla="*/ 2171 w 30936"/>
                  <a:gd name="connsiteY6" fmla="*/ 2476 h 41433"/>
                  <a:gd name="connsiteX7" fmla="*/ 266 w 30936"/>
                  <a:gd name="connsiteY7" fmla="*/ 19812 h 41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936" h="41433">
                    <a:moveTo>
                      <a:pt x="266" y="19812"/>
                    </a:moveTo>
                    <a:cubicBezTo>
                      <a:pt x="1028" y="25432"/>
                      <a:pt x="5409" y="41434"/>
                      <a:pt x="14839" y="41434"/>
                    </a:cubicBezTo>
                    <a:lnTo>
                      <a:pt x="18744" y="40386"/>
                    </a:lnTo>
                    <a:cubicBezTo>
                      <a:pt x="24745" y="37052"/>
                      <a:pt x="23602" y="30575"/>
                      <a:pt x="22745" y="25717"/>
                    </a:cubicBezTo>
                    <a:lnTo>
                      <a:pt x="22173" y="17431"/>
                    </a:lnTo>
                    <a:cubicBezTo>
                      <a:pt x="22935" y="13621"/>
                      <a:pt x="26174" y="7239"/>
                      <a:pt x="30936" y="0"/>
                    </a:cubicBezTo>
                    <a:cubicBezTo>
                      <a:pt x="21887" y="571"/>
                      <a:pt x="12267" y="1429"/>
                      <a:pt x="2171" y="2476"/>
                    </a:cubicBezTo>
                    <a:cubicBezTo>
                      <a:pt x="456" y="8191"/>
                      <a:pt x="-496" y="14192"/>
                      <a:pt x="266" y="1981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BD961BA2-4D19-B775-0B9E-9C508A158D36}"/>
                  </a:ext>
                </a:extLst>
              </p:cNvPr>
              <p:cNvSpPr/>
              <p:nvPr/>
            </p:nvSpPr>
            <p:spPr>
              <a:xfrm>
                <a:off x="13164647" y="4013227"/>
                <a:ext cx="30746" cy="41052"/>
              </a:xfrm>
              <a:custGeom>
                <a:avLst/>
                <a:gdLst>
                  <a:gd name="connsiteX0" fmla="*/ 8001 w 30746"/>
                  <a:gd name="connsiteY0" fmla="*/ 25337 h 41052"/>
                  <a:gd name="connsiteX1" fmla="*/ 12002 w 30746"/>
                  <a:gd name="connsiteY1" fmla="*/ 40005 h 41052"/>
                  <a:gd name="connsiteX2" fmla="*/ 15907 w 30746"/>
                  <a:gd name="connsiteY2" fmla="*/ 41053 h 41052"/>
                  <a:gd name="connsiteX3" fmla="*/ 30480 w 30746"/>
                  <a:gd name="connsiteY3" fmla="*/ 19431 h 41052"/>
                  <a:gd name="connsiteX4" fmla="*/ 28670 w 30746"/>
                  <a:gd name="connsiteY4" fmla="*/ 2572 h 41052"/>
                  <a:gd name="connsiteX5" fmla="*/ 0 w 30746"/>
                  <a:gd name="connsiteY5" fmla="*/ 0 h 41052"/>
                  <a:gd name="connsiteX6" fmla="*/ 8573 w 30746"/>
                  <a:gd name="connsiteY6" fmla="*/ 17145 h 41052"/>
                  <a:gd name="connsiteX7" fmla="*/ 8001 w 30746"/>
                  <a:gd name="connsiteY7" fmla="*/ 25432 h 41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6" h="41052">
                    <a:moveTo>
                      <a:pt x="8001" y="25337"/>
                    </a:moveTo>
                    <a:cubicBezTo>
                      <a:pt x="7144" y="30194"/>
                      <a:pt x="6001" y="36671"/>
                      <a:pt x="12002" y="40005"/>
                    </a:cubicBezTo>
                    <a:lnTo>
                      <a:pt x="15907" y="41053"/>
                    </a:lnTo>
                    <a:cubicBezTo>
                      <a:pt x="25337" y="41053"/>
                      <a:pt x="29623" y="25051"/>
                      <a:pt x="30480" y="19431"/>
                    </a:cubicBezTo>
                    <a:cubicBezTo>
                      <a:pt x="31242" y="14002"/>
                      <a:pt x="30290" y="8192"/>
                      <a:pt x="28670" y="2572"/>
                    </a:cubicBezTo>
                    <a:cubicBezTo>
                      <a:pt x="18574" y="1429"/>
                      <a:pt x="9049" y="571"/>
                      <a:pt x="0" y="0"/>
                    </a:cubicBezTo>
                    <a:cubicBezTo>
                      <a:pt x="4667" y="7144"/>
                      <a:pt x="7810" y="13335"/>
                      <a:pt x="8573" y="17145"/>
                    </a:cubicBezTo>
                    <a:lnTo>
                      <a:pt x="8001" y="2543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3FBDDE31-B509-7FCF-7325-A0FDAA8D1B6D}"/>
                  </a:ext>
                </a:extLst>
              </p:cNvPr>
              <p:cNvSpPr/>
              <p:nvPr/>
            </p:nvSpPr>
            <p:spPr>
              <a:xfrm>
                <a:off x="13047109" y="4011989"/>
                <a:ext cx="174497" cy="132587"/>
              </a:xfrm>
              <a:custGeom>
                <a:avLst/>
                <a:gdLst>
                  <a:gd name="connsiteX0" fmla="*/ 102489 w 174497"/>
                  <a:gd name="connsiteY0" fmla="*/ 14764 h 132587"/>
                  <a:gd name="connsiteX1" fmla="*/ 112586 w 174497"/>
                  <a:gd name="connsiteY1" fmla="*/ 857 h 132587"/>
                  <a:gd name="connsiteX2" fmla="*/ 85249 w 174497"/>
                  <a:gd name="connsiteY2" fmla="*/ 0 h 132587"/>
                  <a:gd name="connsiteX3" fmla="*/ 61627 w 174497"/>
                  <a:gd name="connsiteY3" fmla="*/ 667 h 132587"/>
                  <a:gd name="connsiteX4" fmla="*/ 71914 w 174497"/>
                  <a:gd name="connsiteY4" fmla="*/ 14764 h 132587"/>
                  <a:gd name="connsiteX5" fmla="*/ 1143 w 174497"/>
                  <a:gd name="connsiteY5" fmla="*/ 117062 h 132587"/>
                  <a:gd name="connsiteX6" fmla="*/ 0 w 174497"/>
                  <a:gd name="connsiteY6" fmla="*/ 122682 h 132587"/>
                  <a:gd name="connsiteX7" fmla="*/ 5239 w 174497"/>
                  <a:gd name="connsiteY7" fmla="*/ 130016 h 132587"/>
                  <a:gd name="connsiteX8" fmla="*/ 12478 w 174497"/>
                  <a:gd name="connsiteY8" fmla="*/ 132493 h 132587"/>
                  <a:gd name="connsiteX9" fmla="*/ 18955 w 174497"/>
                  <a:gd name="connsiteY9" fmla="*/ 129445 h 132587"/>
                  <a:gd name="connsiteX10" fmla="*/ 87249 w 174497"/>
                  <a:gd name="connsiteY10" fmla="*/ 35814 h 132587"/>
                  <a:gd name="connsiteX11" fmla="*/ 155448 w 174497"/>
                  <a:gd name="connsiteY11" fmla="*/ 129445 h 132587"/>
                  <a:gd name="connsiteX12" fmla="*/ 162020 w 174497"/>
                  <a:gd name="connsiteY12" fmla="*/ 132588 h 132587"/>
                  <a:gd name="connsiteX13" fmla="*/ 169259 w 174497"/>
                  <a:gd name="connsiteY13" fmla="*/ 130112 h 132587"/>
                  <a:gd name="connsiteX14" fmla="*/ 174498 w 174497"/>
                  <a:gd name="connsiteY14" fmla="*/ 122682 h 132587"/>
                  <a:gd name="connsiteX15" fmla="*/ 173355 w 174497"/>
                  <a:gd name="connsiteY15" fmla="*/ 117253 h 132587"/>
                  <a:gd name="connsiteX16" fmla="*/ 102489 w 174497"/>
                  <a:gd name="connsiteY16" fmla="*/ 14859 h 132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97" h="132587">
                    <a:moveTo>
                      <a:pt x="102489" y="14764"/>
                    </a:moveTo>
                    <a:lnTo>
                      <a:pt x="112586" y="857"/>
                    </a:lnTo>
                    <a:cubicBezTo>
                      <a:pt x="102584" y="286"/>
                      <a:pt x="93440" y="0"/>
                      <a:pt x="85249" y="0"/>
                    </a:cubicBezTo>
                    <a:cubicBezTo>
                      <a:pt x="78105" y="0"/>
                      <a:pt x="70104" y="286"/>
                      <a:pt x="61627" y="667"/>
                    </a:cubicBezTo>
                    <a:lnTo>
                      <a:pt x="71914" y="14764"/>
                    </a:lnTo>
                    <a:lnTo>
                      <a:pt x="1143" y="117062"/>
                    </a:lnTo>
                    <a:lnTo>
                      <a:pt x="0" y="122682"/>
                    </a:lnTo>
                    <a:lnTo>
                      <a:pt x="5239" y="130016"/>
                    </a:lnTo>
                    <a:lnTo>
                      <a:pt x="12478" y="132493"/>
                    </a:lnTo>
                    <a:lnTo>
                      <a:pt x="18955" y="129445"/>
                    </a:lnTo>
                    <a:lnTo>
                      <a:pt x="87249" y="35814"/>
                    </a:lnTo>
                    <a:lnTo>
                      <a:pt x="155448" y="129445"/>
                    </a:lnTo>
                    <a:lnTo>
                      <a:pt x="162020" y="132588"/>
                    </a:lnTo>
                    <a:lnTo>
                      <a:pt x="169259" y="130112"/>
                    </a:lnTo>
                    <a:lnTo>
                      <a:pt x="174498" y="122682"/>
                    </a:lnTo>
                    <a:lnTo>
                      <a:pt x="173355" y="117253"/>
                    </a:lnTo>
                    <a:lnTo>
                      <a:pt x="102489" y="1485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A6851D6B-3688-B063-7A68-8CBC522813BE}"/>
                  </a:ext>
                </a:extLst>
              </p:cNvPr>
              <p:cNvSpPr/>
              <p:nvPr/>
            </p:nvSpPr>
            <p:spPr>
              <a:xfrm>
                <a:off x="12326257" y="3097684"/>
                <a:ext cx="708000" cy="687800"/>
              </a:xfrm>
              <a:custGeom>
                <a:avLst/>
                <a:gdLst>
                  <a:gd name="connsiteX0" fmla="*/ 158401 w 708000"/>
                  <a:gd name="connsiteY0" fmla="*/ 468821 h 687800"/>
                  <a:gd name="connsiteX1" fmla="*/ 183928 w 708000"/>
                  <a:gd name="connsiteY1" fmla="*/ 477203 h 687800"/>
                  <a:gd name="connsiteX2" fmla="*/ 196310 w 708000"/>
                  <a:gd name="connsiteY2" fmla="*/ 475488 h 687800"/>
                  <a:gd name="connsiteX3" fmla="*/ 208502 w 708000"/>
                  <a:gd name="connsiteY3" fmla="*/ 472154 h 687800"/>
                  <a:gd name="connsiteX4" fmla="*/ 227457 w 708000"/>
                  <a:gd name="connsiteY4" fmla="*/ 476726 h 687800"/>
                  <a:gd name="connsiteX5" fmla="*/ 242983 w 708000"/>
                  <a:gd name="connsiteY5" fmla="*/ 474440 h 687800"/>
                  <a:gd name="connsiteX6" fmla="*/ 261652 w 708000"/>
                  <a:gd name="connsiteY6" fmla="*/ 469011 h 687800"/>
                  <a:gd name="connsiteX7" fmla="*/ 315087 w 708000"/>
                  <a:gd name="connsiteY7" fmla="*/ 450247 h 687800"/>
                  <a:gd name="connsiteX8" fmla="*/ 341757 w 708000"/>
                  <a:gd name="connsiteY8" fmla="*/ 439484 h 687800"/>
                  <a:gd name="connsiteX9" fmla="*/ 349091 w 708000"/>
                  <a:gd name="connsiteY9" fmla="*/ 425958 h 687800"/>
                  <a:gd name="connsiteX10" fmla="*/ 352425 w 708000"/>
                  <a:gd name="connsiteY10" fmla="*/ 428339 h 687800"/>
                  <a:gd name="connsiteX11" fmla="*/ 355092 w 708000"/>
                  <a:gd name="connsiteY11" fmla="*/ 427006 h 687800"/>
                  <a:gd name="connsiteX12" fmla="*/ 365570 w 708000"/>
                  <a:gd name="connsiteY12" fmla="*/ 415861 h 687800"/>
                  <a:gd name="connsiteX13" fmla="*/ 368332 w 708000"/>
                  <a:gd name="connsiteY13" fmla="*/ 405765 h 687800"/>
                  <a:gd name="connsiteX14" fmla="*/ 378905 w 708000"/>
                  <a:gd name="connsiteY14" fmla="*/ 411480 h 687800"/>
                  <a:gd name="connsiteX15" fmla="*/ 383476 w 708000"/>
                  <a:gd name="connsiteY15" fmla="*/ 413290 h 687800"/>
                  <a:gd name="connsiteX16" fmla="*/ 385763 w 708000"/>
                  <a:gd name="connsiteY16" fmla="*/ 410813 h 687800"/>
                  <a:gd name="connsiteX17" fmla="*/ 392525 w 708000"/>
                  <a:gd name="connsiteY17" fmla="*/ 397573 h 687800"/>
                  <a:gd name="connsiteX18" fmla="*/ 391478 w 708000"/>
                  <a:gd name="connsiteY18" fmla="*/ 381381 h 687800"/>
                  <a:gd name="connsiteX19" fmla="*/ 390906 w 708000"/>
                  <a:gd name="connsiteY19" fmla="*/ 379476 h 687800"/>
                  <a:gd name="connsiteX20" fmla="*/ 390144 w 708000"/>
                  <a:gd name="connsiteY20" fmla="*/ 377190 h 687800"/>
                  <a:gd name="connsiteX21" fmla="*/ 524066 w 708000"/>
                  <a:gd name="connsiteY21" fmla="*/ 560832 h 687800"/>
                  <a:gd name="connsiteX22" fmla="*/ 431768 w 708000"/>
                  <a:gd name="connsiteY22" fmla="*/ 589121 h 687800"/>
                  <a:gd name="connsiteX23" fmla="*/ 396526 w 708000"/>
                  <a:gd name="connsiteY23" fmla="*/ 578834 h 687800"/>
                  <a:gd name="connsiteX24" fmla="*/ 374999 w 708000"/>
                  <a:gd name="connsiteY24" fmla="*/ 529971 h 687800"/>
                  <a:gd name="connsiteX25" fmla="*/ 408242 w 708000"/>
                  <a:gd name="connsiteY25" fmla="*/ 506159 h 687800"/>
                  <a:gd name="connsiteX26" fmla="*/ 441674 w 708000"/>
                  <a:gd name="connsiteY26" fmla="*/ 480155 h 687800"/>
                  <a:gd name="connsiteX27" fmla="*/ 443198 w 708000"/>
                  <a:gd name="connsiteY27" fmla="*/ 468821 h 687800"/>
                  <a:gd name="connsiteX28" fmla="*/ 436721 w 708000"/>
                  <a:gd name="connsiteY28" fmla="*/ 462439 h 687800"/>
                  <a:gd name="connsiteX29" fmla="*/ 434245 w 708000"/>
                  <a:gd name="connsiteY29" fmla="*/ 461486 h 687800"/>
                  <a:gd name="connsiteX30" fmla="*/ 435864 w 708000"/>
                  <a:gd name="connsiteY30" fmla="*/ 461010 h 687800"/>
                  <a:gd name="connsiteX31" fmla="*/ 445199 w 708000"/>
                  <a:gd name="connsiteY31" fmla="*/ 458724 h 687800"/>
                  <a:gd name="connsiteX32" fmla="*/ 437769 w 708000"/>
                  <a:gd name="connsiteY32" fmla="*/ 452819 h 687800"/>
                  <a:gd name="connsiteX33" fmla="*/ 435769 w 708000"/>
                  <a:gd name="connsiteY33" fmla="*/ 445580 h 687800"/>
                  <a:gd name="connsiteX34" fmla="*/ 435578 w 708000"/>
                  <a:gd name="connsiteY34" fmla="*/ 443484 h 687800"/>
                  <a:gd name="connsiteX35" fmla="*/ 426149 w 708000"/>
                  <a:gd name="connsiteY35" fmla="*/ 432911 h 687800"/>
                  <a:gd name="connsiteX36" fmla="*/ 410051 w 708000"/>
                  <a:gd name="connsiteY36" fmla="*/ 441103 h 687800"/>
                  <a:gd name="connsiteX37" fmla="*/ 409670 w 708000"/>
                  <a:gd name="connsiteY37" fmla="*/ 441389 h 687800"/>
                  <a:gd name="connsiteX38" fmla="*/ 396240 w 708000"/>
                  <a:gd name="connsiteY38" fmla="*/ 446342 h 687800"/>
                  <a:gd name="connsiteX39" fmla="*/ 381286 w 708000"/>
                  <a:gd name="connsiteY39" fmla="*/ 438245 h 687800"/>
                  <a:gd name="connsiteX40" fmla="*/ 343281 w 708000"/>
                  <a:gd name="connsiteY40" fmla="*/ 464344 h 687800"/>
                  <a:gd name="connsiteX41" fmla="*/ 333756 w 708000"/>
                  <a:gd name="connsiteY41" fmla="*/ 469106 h 687800"/>
                  <a:gd name="connsiteX42" fmla="*/ 308800 w 708000"/>
                  <a:gd name="connsiteY42" fmla="*/ 487585 h 687800"/>
                  <a:gd name="connsiteX43" fmla="*/ 301085 w 708000"/>
                  <a:gd name="connsiteY43" fmla="*/ 496919 h 687800"/>
                  <a:gd name="connsiteX44" fmla="*/ 315182 w 708000"/>
                  <a:gd name="connsiteY44" fmla="*/ 494824 h 687800"/>
                  <a:gd name="connsiteX45" fmla="*/ 320040 w 708000"/>
                  <a:gd name="connsiteY45" fmla="*/ 494443 h 687800"/>
                  <a:gd name="connsiteX46" fmla="*/ 348806 w 708000"/>
                  <a:gd name="connsiteY46" fmla="*/ 610838 h 687800"/>
                  <a:gd name="connsiteX47" fmla="*/ 497396 w 708000"/>
                  <a:gd name="connsiteY47" fmla="*/ 628364 h 687800"/>
                  <a:gd name="connsiteX48" fmla="*/ 506254 w 708000"/>
                  <a:gd name="connsiteY48" fmla="*/ 687800 h 687800"/>
                  <a:gd name="connsiteX49" fmla="*/ 561404 w 708000"/>
                  <a:gd name="connsiteY49" fmla="*/ 671132 h 687800"/>
                  <a:gd name="connsiteX50" fmla="*/ 598265 w 708000"/>
                  <a:gd name="connsiteY50" fmla="*/ 662273 h 687800"/>
                  <a:gd name="connsiteX51" fmla="*/ 633889 w 708000"/>
                  <a:gd name="connsiteY51" fmla="*/ 655130 h 687800"/>
                  <a:gd name="connsiteX52" fmla="*/ 659702 w 708000"/>
                  <a:gd name="connsiteY52" fmla="*/ 650748 h 687800"/>
                  <a:gd name="connsiteX53" fmla="*/ 707327 w 708000"/>
                  <a:gd name="connsiteY53" fmla="*/ 644271 h 687800"/>
                  <a:gd name="connsiteX54" fmla="*/ 699897 w 708000"/>
                  <a:gd name="connsiteY54" fmla="*/ 593407 h 687800"/>
                  <a:gd name="connsiteX55" fmla="*/ 627983 w 708000"/>
                  <a:gd name="connsiteY55" fmla="*/ 538353 h 687800"/>
                  <a:gd name="connsiteX56" fmla="*/ 662083 w 708000"/>
                  <a:gd name="connsiteY56" fmla="*/ 394811 h 687800"/>
                  <a:gd name="connsiteX57" fmla="*/ 560832 w 708000"/>
                  <a:gd name="connsiteY57" fmla="*/ 328327 h 687800"/>
                  <a:gd name="connsiteX58" fmla="*/ 562928 w 708000"/>
                  <a:gd name="connsiteY58" fmla="*/ 323945 h 687800"/>
                  <a:gd name="connsiteX59" fmla="*/ 569786 w 708000"/>
                  <a:gd name="connsiteY59" fmla="*/ 311658 h 687800"/>
                  <a:gd name="connsiteX60" fmla="*/ 558260 w 708000"/>
                  <a:gd name="connsiteY60" fmla="*/ 315563 h 687800"/>
                  <a:gd name="connsiteX61" fmla="*/ 532162 w 708000"/>
                  <a:gd name="connsiteY61" fmla="*/ 332327 h 687800"/>
                  <a:gd name="connsiteX62" fmla="*/ 524828 w 708000"/>
                  <a:gd name="connsiteY62" fmla="*/ 339281 h 687800"/>
                  <a:gd name="connsiteX63" fmla="*/ 491585 w 708000"/>
                  <a:gd name="connsiteY63" fmla="*/ 357759 h 687800"/>
                  <a:gd name="connsiteX64" fmla="*/ 488823 w 708000"/>
                  <a:gd name="connsiteY64" fmla="*/ 382334 h 687800"/>
                  <a:gd name="connsiteX65" fmla="*/ 488918 w 708000"/>
                  <a:gd name="connsiteY65" fmla="*/ 382334 h 687800"/>
                  <a:gd name="connsiteX66" fmla="*/ 479584 w 708000"/>
                  <a:gd name="connsiteY66" fmla="*/ 393192 h 687800"/>
                  <a:gd name="connsiteX67" fmla="*/ 479203 w 708000"/>
                  <a:gd name="connsiteY67" fmla="*/ 393478 h 687800"/>
                  <a:gd name="connsiteX68" fmla="*/ 465296 w 708000"/>
                  <a:gd name="connsiteY68" fmla="*/ 408908 h 687800"/>
                  <a:gd name="connsiteX69" fmla="*/ 472631 w 708000"/>
                  <a:gd name="connsiteY69" fmla="*/ 417767 h 687800"/>
                  <a:gd name="connsiteX70" fmla="*/ 474536 w 708000"/>
                  <a:gd name="connsiteY70" fmla="*/ 418719 h 687800"/>
                  <a:gd name="connsiteX71" fmla="*/ 480822 w 708000"/>
                  <a:gd name="connsiteY71" fmla="*/ 423101 h 687800"/>
                  <a:gd name="connsiteX72" fmla="*/ 483965 w 708000"/>
                  <a:gd name="connsiteY72" fmla="*/ 431959 h 687800"/>
                  <a:gd name="connsiteX73" fmla="*/ 489299 w 708000"/>
                  <a:gd name="connsiteY73" fmla="*/ 424148 h 687800"/>
                  <a:gd name="connsiteX74" fmla="*/ 490252 w 708000"/>
                  <a:gd name="connsiteY74" fmla="*/ 422910 h 687800"/>
                  <a:gd name="connsiteX75" fmla="*/ 490252 w 708000"/>
                  <a:gd name="connsiteY75" fmla="*/ 425482 h 687800"/>
                  <a:gd name="connsiteX76" fmla="*/ 502444 w 708000"/>
                  <a:gd name="connsiteY76" fmla="*/ 436436 h 687800"/>
                  <a:gd name="connsiteX77" fmla="*/ 506159 w 708000"/>
                  <a:gd name="connsiteY77" fmla="*/ 435959 h 687800"/>
                  <a:gd name="connsiteX78" fmla="*/ 541592 w 708000"/>
                  <a:gd name="connsiteY78" fmla="*/ 414147 h 687800"/>
                  <a:gd name="connsiteX79" fmla="*/ 575691 w 708000"/>
                  <a:gd name="connsiteY79" fmla="*/ 391478 h 687800"/>
                  <a:gd name="connsiteX80" fmla="*/ 614839 w 708000"/>
                  <a:gd name="connsiteY80" fmla="*/ 428149 h 687800"/>
                  <a:gd name="connsiteX81" fmla="*/ 554069 w 708000"/>
                  <a:gd name="connsiteY81" fmla="*/ 540163 h 687800"/>
                  <a:gd name="connsiteX82" fmla="*/ 424720 w 708000"/>
                  <a:gd name="connsiteY82" fmla="*/ 353282 h 687800"/>
                  <a:gd name="connsiteX83" fmla="*/ 426720 w 708000"/>
                  <a:gd name="connsiteY83" fmla="*/ 354806 h 687800"/>
                  <a:gd name="connsiteX84" fmla="*/ 428339 w 708000"/>
                  <a:gd name="connsiteY84" fmla="*/ 355949 h 687800"/>
                  <a:gd name="connsiteX85" fmla="*/ 443389 w 708000"/>
                  <a:gd name="connsiteY85" fmla="*/ 362426 h 687800"/>
                  <a:gd name="connsiteX86" fmla="*/ 458248 w 708000"/>
                  <a:gd name="connsiteY86" fmla="*/ 360617 h 687800"/>
                  <a:gd name="connsiteX87" fmla="*/ 461391 w 708000"/>
                  <a:gd name="connsiteY87" fmla="*/ 359378 h 687800"/>
                  <a:gd name="connsiteX88" fmla="*/ 461200 w 708000"/>
                  <a:gd name="connsiteY88" fmla="*/ 354425 h 687800"/>
                  <a:gd name="connsiteX89" fmla="*/ 459391 w 708000"/>
                  <a:gd name="connsiteY89" fmla="*/ 342614 h 687800"/>
                  <a:gd name="connsiteX90" fmla="*/ 469964 w 708000"/>
                  <a:gd name="connsiteY90" fmla="*/ 343567 h 687800"/>
                  <a:gd name="connsiteX91" fmla="*/ 484156 w 708000"/>
                  <a:gd name="connsiteY91" fmla="*/ 337661 h 687800"/>
                  <a:gd name="connsiteX92" fmla="*/ 486347 w 708000"/>
                  <a:gd name="connsiteY92" fmla="*/ 335661 h 687800"/>
                  <a:gd name="connsiteX93" fmla="*/ 485204 w 708000"/>
                  <a:gd name="connsiteY93" fmla="*/ 331756 h 687800"/>
                  <a:gd name="connsiteX94" fmla="*/ 519970 w 708000"/>
                  <a:gd name="connsiteY94" fmla="*/ 308610 h 687800"/>
                  <a:gd name="connsiteX95" fmla="*/ 556165 w 708000"/>
                  <a:gd name="connsiteY95" fmla="*/ 265557 h 687800"/>
                  <a:gd name="connsiteX96" fmla="*/ 567404 w 708000"/>
                  <a:gd name="connsiteY96" fmla="*/ 250507 h 687800"/>
                  <a:gd name="connsiteX97" fmla="*/ 577310 w 708000"/>
                  <a:gd name="connsiteY97" fmla="*/ 217265 h 687800"/>
                  <a:gd name="connsiteX98" fmla="*/ 584454 w 708000"/>
                  <a:gd name="connsiteY98" fmla="*/ 207454 h 687800"/>
                  <a:gd name="connsiteX99" fmla="*/ 591312 w 708000"/>
                  <a:gd name="connsiteY99" fmla="*/ 169640 h 687800"/>
                  <a:gd name="connsiteX100" fmla="*/ 595884 w 708000"/>
                  <a:gd name="connsiteY100" fmla="*/ 162687 h 687800"/>
                  <a:gd name="connsiteX101" fmla="*/ 603314 w 708000"/>
                  <a:gd name="connsiteY101" fmla="*/ 113824 h 687800"/>
                  <a:gd name="connsiteX102" fmla="*/ 599504 w 708000"/>
                  <a:gd name="connsiteY102" fmla="*/ 64199 h 687800"/>
                  <a:gd name="connsiteX103" fmla="*/ 593693 w 708000"/>
                  <a:gd name="connsiteY103" fmla="*/ 12478 h 687800"/>
                  <a:gd name="connsiteX104" fmla="*/ 588836 w 708000"/>
                  <a:gd name="connsiteY104" fmla="*/ 2667 h 687800"/>
                  <a:gd name="connsiteX105" fmla="*/ 584930 w 708000"/>
                  <a:gd name="connsiteY105" fmla="*/ 12764 h 687800"/>
                  <a:gd name="connsiteX106" fmla="*/ 505206 w 708000"/>
                  <a:gd name="connsiteY106" fmla="*/ 101918 h 687800"/>
                  <a:gd name="connsiteX107" fmla="*/ 504444 w 708000"/>
                  <a:gd name="connsiteY107" fmla="*/ 98393 h 687800"/>
                  <a:gd name="connsiteX108" fmla="*/ 498348 w 708000"/>
                  <a:gd name="connsiteY108" fmla="*/ 102870 h 687800"/>
                  <a:gd name="connsiteX109" fmla="*/ 466344 w 708000"/>
                  <a:gd name="connsiteY109" fmla="*/ 123349 h 687800"/>
                  <a:gd name="connsiteX110" fmla="*/ 451295 w 708000"/>
                  <a:gd name="connsiteY110" fmla="*/ 132207 h 687800"/>
                  <a:gd name="connsiteX111" fmla="*/ 451104 w 708000"/>
                  <a:gd name="connsiteY111" fmla="*/ 129540 h 687800"/>
                  <a:gd name="connsiteX112" fmla="*/ 445580 w 708000"/>
                  <a:gd name="connsiteY112" fmla="*/ 130683 h 687800"/>
                  <a:gd name="connsiteX113" fmla="*/ 407861 w 708000"/>
                  <a:gd name="connsiteY113" fmla="*/ 146209 h 687800"/>
                  <a:gd name="connsiteX114" fmla="*/ 407575 w 708000"/>
                  <a:gd name="connsiteY114" fmla="*/ 144209 h 687800"/>
                  <a:gd name="connsiteX115" fmla="*/ 402241 w 708000"/>
                  <a:gd name="connsiteY115" fmla="*/ 145828 h 687800"/>
                  <a:gd name="connsiteX116" fmla="*/ 369570 w 708000"/>
                  <a:gd name="connsiteY116" fmla="*/ 161544 h 687800"/>
                  <a:gd name="connsiteX117" fmla="*/ 353759 w 708000"/>
                  <a:gd name="connsiteY117" fmla="*/ 179451 h 687800"/>
                  <a:gd name="connsiteX118" fmla="*/ 364903 w 708000"/>
                  <a:gd name="connsiteY118" fmla="*/ 230981 h 687800"/>
                  <a:gd name="connsiteX119" fmla="*/ 372713 w 708000"/>
                  <a:gd name="connsiteY119" fmla="*/ 240030 h 687800"/>
                  <a:gd name="connsiteX120" fmla="*/ 378714 w 708000"/>
                  <a:gd name="connsiteY120" fmla="*/ 246507 h 687800"/>
                  <a:gd name="connsiteX121" fmla="*/ 383000 w 708000"/>
                  <a:gd name="connsiteY121" fmla="*/ 286988 h 687800"/>
                  <a:gd name="connsiteX122" fmla="*/ 380619 w 708000"/>
                  <a:gd name="connsiteY122" fmla="*/ 289369 h 687800"/>
                  <a:gd name="connsiteX123" fmla="*/ 325946 w 708000"/>
                  <a:gd name="connsiteY123" fmla="*/ 210312 h 687800"/>
                  <a:gd name="connsiteX124" fmla="*/ 349949 w 708000"/>
                  <a:gd name="connsiteY124" fmla="*/ 169640 h 687800"/>
                  <a:gd name="connsiteX125" fmla="*/ 339281 w 708000"/>
                  <a:gd name="connsiteY125" fmla="*/ 154591 h 687800"/>
                  <a:gd name="connsiteX126" fmla="*/ 331375 w 708000"/>
                  <a:gd name="connsiteY126" fmla="*/ 150304 h 687800"/>
                  <a:gd name="connsiteX127" fmla="*/ 319754 w 708000"/>
                  <a:gd name="connsiteY127" fmla="*/ 139732 h 687800"/>
                  <a:gd name="connsiteX128" fmla="*/ 321374 w 708000"/>
                  <a:gd name="connsiteY128" fmla="*/ 138398 h 687800"/>
                  <a:gd name="connsiteX129" fmla="*/ 325660 w 708000"/>
                  <a:gd name="connsiteY129" fmla="*/ 135160 h 687800"/>
                  <a:gd name="connsiteX130" fmla="*/ 322993 w 708000"/>
                  <a:gd name="connsiteY130" fmla="*/ 132588 h 687800"/>
                  <a:gd name="connsiteX131" fmla="*/ 324898 w 708000"/>
                  <a:gd name="connsiteY131" fmla="*/ 131064 h 687800"/>
                  <a:gd name="connsiteX132" fmla="*/ 331946 w 708000"/>
                  <a:gd name="connsiteY132" fmla="*/ 120777 h 687800"/>
                  <a:gd name="connsiteX133" fmla="*/ 333185 w 708000"/>
                  <a:gd name="connsiteY133" fmla="*/ 110204 h 687800"/>
                  <a:gd name="connsiteX134" fmla="*/ 367094 w 708000"/>
                  <a:gd name="connsiteY134" fmla="*/ 81344 h 687800"/>
                  <a:gd name="connsiteX135" fmla="*/ 371761 w 708000"/>
                  <a:gd name="connsiteY135" fmla="*/ 57055 h 687800"/>
                  <a:gd name="connsiteX136" fmla="*/ 369475 w 708000"/>
                  <a:gd name="connsiteY136" fmla="*/ 33719 h 687800"/>
                  <a:gd name="connsiteX137" fmla="*/ 365570 w 708000"/>
                  <a:gd name="connsiteY137" fmla="*/ 8477 h 687800"/>
                  <a:gd name="connsiteX138" fmla="*/ 360902 w 708000"/>
                  <a:gd name="connsiteY138" fmla="*/ 0 h 687800"/>
                  <a:gd name="connsiteX139" fmla="*/ 357092 w 708000"/>
                  <a:gd name="connsiteY139" fmla="*/ 8858 h 687800"/>
                  <a:gd name="connsiteX140" fmla="*/ 318135 w 708000"/>
                  <a:gd name="connsiteY140" fmla="*/ 46387 h 687800"/>
                  <a:gd name="connsiteX141" fmla="*/ 317373 w 708000"/>
                  <a:gd name="connsiteY141" fmla="*/ 43529 h 687800"/>
                  <a:gd name="connsiteX142" fmla="*/ 311563 w 708000"/>
                  <a:gd name="connsiteY142" fmla="*/ 48292 h 687800"/>
                  <a:gd name="connsiteX143" fmla="*/ 295656 w 708000"/>
                  <a:gd name="connsiteY143" fmla="*/ 59722 h 687800"/>
                  <a:gd name="connsiteX144" fmla="*/ 285464 w 708000"/>
                  <a:gd name="connsiteY144" fmla="*/ 66485 h 687800"/>
                  <a:gd name="connsiteX145" fmla="*/ 249269 w 708000"/>
                  <a:gd name="connsiteY145" fmla="*/ 94869 h 687800"/>
                  <a:gd name="connsiteX146" fmla="*/ 250698 w 708000"/>
                  <a:gd name="connsiteY146" fmla="*/ 109442 h 687800"/>
                  <a:gd name="connsiteX147" fmla="*/ 279273 w 708000"/>
                  <a:gd name="connsiteY147" fmla="*/ 124397 h 687800"/>
                  <a:gd name="connsiteX148" fmla="*/ 289751 w 708000"/>
                  <a:gd name="connsiteY148" fmla="*/ 129159 h 687800"/>
                  <a:gd name="connsiteX149" fmla="*/ 289941 w 708000"/>
                  <a:gd name="connsiteY149" fmla="*/ 132874 h 687800"/>
                  <a:gd name="connsiteX150" fmla="*/ 289655 w 708000"/>
                  <a:gd name="connsiteY150" fmla="*/ 133636 h 687800"/>
                  <a:gd name="connsiteX151" fmla="*/ 252794 w 708000"/>
                  <a:gd name="connsiteY151" fmla="*/ 147161 h 687800"/>
                  <a:gd name="connsiteX152" fmla="*/ 227552 w 708000"/>
                  <a:gd name="connsiteY152" fmla="*/ 175927 h 687800"/>
                  <a:gd name="connsiteX153" fmla="*/ 226790 w 708000"/>
                  <a:gd name="connsiteY153" fmla="*/ 175927 h 687800"/>
                  <a:gd name="connsiteX154" fmla="*/ 223838 w 708000"/>
                  <a:gd name="connsiteY154" fmla="*/ 174212 h 687800"/>
                  <a:gd name="connsiteX155" fmla="*/ 222885 w 708000"/>
                  <a:gd name="connsiteY155" fmla="*/ 163068 h 687800"/>
                  <a:gd name="connsiteX156" fmla="*/ 218408 w 708000"/>
                  <a:gd name="connsiteY156" fmla="*/ 131540 h 687800"/>
                  <a:gd name="connsiteX157" fmla="*/ 204692 w 708000"/>
                  <a:gd name="connsiteY157" fmla="*/ 125254 h 687800"/>
                  <a:gd name="connsiteX158" fmla="*/ 165640 w 708000"/>
                  <a:gd name="connsiteY158" fmla="*/ 149162 h 687800"/>
                  <a:gd name="connsiteX159" fmla="*/ 154781 w 708000"/>
                  <a:gd name="connsiteY159" fmla="*/ 156877 h 687800"/>
                  <a:gd name="connsiteX160" fmla="*/ 139351 w 708000"/>
                  <a:gd name="connsiteY160" fmla="*/ 167069 h 687800"/>
                  <a:gd name="connsiteX161" fmla="*/ 132683 w 708000"/>
                  <a:gd name="connsiteY161" fmla="*/ 170879 h 687800"/>
                  <a:gd name="connsiteX162" fmla="*/ 135160 w 708000"/>
                  <a:gd name="connsiteY162" fmla="*/ 172498 h 687800"/>
                  <a:gd name="connsiteX163" fmla="*/ 86106 w 708000"/>
                  <a:gd name="connsiteY163" fmla="*/ 195739 h 687800"/>
                  <a:gd name="connsiteX164" fmla="*/ 76391 w 708000"/>
                  <a:gd name="connsiteY164" fmla="*/ 196310 h 687800"/>
                  <a:gd name="connsiteX165" fmla="*/ 82772 w 708000"/>
                  <a:gd name="connsiteY165" fmla="*/ 203549 h 687800"/>
                  <a:gd name="connsiteX166" fmla="*/ 105537 w 708000"/>
                  <a:gd name="connsiteY166" fmla="*/ 215741 h 687800"/>
                  <a:gd name="connsiteX167" fmla="*/ 127159 w 708000"/>
                  <a:gd name="connsiteY167" fmla="*/ 225838 h 687800"/>
                  <a:gd name="connsiteX168" fmla="*/ 143066 w 708000"/>
                  <a:gd name="connsiteY168" fmla="*/ 231077 h 687800"/>
                  <a:gd name="connsiteX169" fmla="*/ 151543 w 708000"/>
                  <a:gd name="connsiteY169" fmla="*/ 229934 h 687800"/>
                  <a:gd name="connsiteX170" fmla="*/ 190976 w 708000"/>
                  <a:gd name="connsiteY170" fmla="*/ 208312 h 687800"/>
                  <a:gd name="connsiteX171" fmla="*/ 201454 w 708000"/>
                  <a:gd name="connsiteY171" fmla="*/ 210788 h 687800"/>
                  <a:gd name="connsiteX172" fmla="*/ 201454 w 708000"/>
                  <a:gd name="connsiteY172" fmla="*/ 210788 h 687800"/>
                  <a:gd name="connsiteX173" fmla="*/ 213169 w 708000"/>
                  <a:gd name="connsiteY173" fmla="*/ 208121 h 687800"/>
                  <a:gd name="connsiteX174" fmla="*/ 215741 w 708000"/>
                  <a:gd name="connsiteY174" fmla="*/ 206597 h 687800"/>
                  <a:gd name="connsiteX175" fmla="*/ 217361 w 708000"/>
                  <a:gd name="connsiteY175" fmla="*/ 209931 h 687800"/>
                  <a:gd name="connsiteX176" fmla="*/ 221933 w 708000"/>
                  <a:gd name="connsiteY176" fmla="*/ 207074 h 687800"/>
                  <a:gd name="connsiteX177" fmla="*/ 222790 w 708000"/>
                  <a:gd name="connsiteY177" fmla="*/ 206597 h 687800"/>
                  <a:gd name="connsiteX178" fmla="*/ 228886 w 708000"/>
                  <a:gd name="connsiteY178" fmla="*/ 220980 h 687800"/>
                  <a:gd name="connsiteX179" fmla="*/ 230315 w 708000"/>
                  <a:gd name="connsiteY179" fmla="*/ 229838 h 687800"/>
                  <a:gd name="connsiteX180" fmla="*/ 240983 w 708000"/>
                  <a:gd name="connsiteY180" fmla="*/ 244888 h 687800"/>
                  <a:gd name="connsiteX181" fmla="*/ 251460 w 708000"/>
                  <a:gd name="connsiteY181" fmla="*/ 249365 h 687800"/>
                  <a:gd name="connsiteX182" fmla="*/ 287941 w 708000"/>
                  <a:gd name="connsiteY182" fmla="*/ 236601 h 687800"/>
                  <a:gd name="connsiteX183" fmla="*/ 344615 w 708000"/>
                  <a:gd name="connsiteY183" fmla="*/ 314325 h 687800"/>
                  <a:gd name="connsiteX184" fmla="*/ 341757 w 708000"/>
                  <a:gd name="connsiteY184" fmla="*/ 315754 h 687800"/>
                  <a:gd name="connsiteX185" fmla="*/ 304514 w 708000"/>
                  <a:gd name="connsiteY185" fmla="*/ 298037 h 687800"/>
                  <a:gd name="connsiteX186" fmla="*/ 300323 w 708000"/>
                  <a:gd name="connsiteY186" fmla="*/ 290227 h 687800"/>
                  <a:gd name="connsiteX187" fmla="*/ 294418 w 708000"/>
                  <a:gd name="connsiteY187" fmla="*/ 279940 h 687800"/>
                  <a:gd name="connsiteX188" fmla="*/ 250508 w 708000"/>
                  <a:gd name="connsiteY188" fmla="*/ 252031 h 687800"/>
                  <a:gd name="connsiteX189" fmla="*/ 248698 w 708000"/>
                  <a:gd name="connsiteY189" fmla="*/ 252031 h 687800"/>
                  <a:gd name="connsiteX190" fmla="*/ 226600 w 708000"/>
                  <a:gd name="connsiteY190" fmla="*/ 260604 h 687800"/>
                  <a:gd name="connsiteX191" fmla="*/ 200406 w 708000"/>
                  <a:gd name="connsiteY191" fmla="*/ 285464 h 687800"/>
                  <a:gd name="connsiteX192" fmla="*/ 197072 w 708000"/>
                  <a:gd name="connsiteY192" fmla="*/ 289846 h 687800"/>
                  <a:gd name="connsiteX193" fmla="*/ 198882 w 708000"/>
                  <a:gd name="connsiteY193" fmla="*/ 290798 h 687800"/>
                  <a:gd name="connsiteX194" fmla="*/ 171164 w 708000"/>
                  <a:gd name="connsiteY194" fmla="*/ 320421 h 687800"/>
                  <a:gd name="connsiteX195" fmla="*/ 168116 w 708000"/>
                  <a:gd name="connsiteY195" fmla="*/ 325184 h 687800"/>
                  <a:gd name="connsiteX196" fmla="*/ 170688 w 708000"/>
                  <a:gd name="connsiteY196" fmla="*/ 326231 h 687800"/>
                  <a:gd name="connsiteX197" fmla="*/ 156496 w 708000"/>
                  <a:gd name="connsiteY197" fmla="*/ 337566 h 687800"/>
                  <a:gd name="connsiteX198" fmla="*/ 126587 w 708000"/>
                  <a:gd name="connsiteY198" fmla="*/ 359759 h 687800"/>
                  <a:gd name="connsiteX199" fmla="*/ 120206 w 708000"/>
                  <a:gd name="connsiteY199" fmla="*/ 363760 h 687800"/>
                  <a:gd name="connsiteX200" fmla="*/ 123349 w 708000"/>
                  <a:gd name="connsiteY200" fmla="*/ 365665 h 687800"/>
                  <a:gd name="connsiteX201" fmla="*/ 11049 w 708000"/>
                  <a:gd name="connsiteY201" fmla="*/ 409003 h 687800"/>
                  <a:gd name="connsiteX202" fmla="*/ 0 w 708000"/>
                  <a:gd name="connsiteY202" fmla="*/ 409003 h 687800"/>
                  <a:gd name="connsiteX203" fmla="*/ 7715 w 708000"/>
                  <a:gd name="connsiteY203" fmla="*/ 416909 h 687800"/>
                  <a:gd name="connsiteX204" fmla="*/ 55055 w 708000"/>
                  <a:gd name="connsiteY204" fmla="*/ 440055 h 687800"/>
                  <a:gd name="connsiteX205" fmla="*/ 101060 w 708000"/>
                  <a:gd name="connsiteY205" fmla="*/ 460629 h 687800"/>
                  <a:gd name="connsiteX206" fmla="*/ 136017 w 708000"/>
                  <a:gd name="connsiteY206" fmla="*/ 471964 h 687800"/>
                  <a:gd name="connsiteX207" fmla="*/ 150019 w 708000"/>
                  <a:gd name="connsiteY207" fmla="*/ 470535 h 687800"/>
                  <a:gd name="connsiteX208" fmla="*/ 158401 w 708000"/>
                  <a:gd name="connsiteY208" fmla="*/ 468630 h 687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</a:cxnLst>
                <a:rect l="l" t="t" r="r" b="b"/>
                <a:pathLst>
                  <a:path w="708000" h="687800">
                    <a:moveTo>
                      <a:pt x="158401" y="468821"/>
                    </a:moveTo>
                    <a:cubicBezTo>
                      <a:pt x="166973" y="476060"/>
                      <a:pt x="177927" y="477203"/>
                      <a:pt x="183928" y="477203"/>
                    </a:cubicBezTo>
                    <a:lnTo>
                      <a:pt x="196310" y="475488"/>
                    </a:lnTo>
                    <a:lnTo>
                      <a:pt x="208502" y="472154"/>
                    </a:lnTo>
                    <a:cubicBezTo>
                      <a:pt x="214313" y="476155"/>
                      <a:pt x="222694" y="476726"/>
                      <a:pt x="227457" y="476726"/>
                    </a:cubicBezTo>
                    <a:cubicBezTo>
                      <a:pt x="233267" y="476726"/>
                      <a:pt x="239268" y="475774"/>
                      <a:pt x="242983" y="474440"/>
                    </a:cubicBezTo>
                    <a:cubicBezTo>
                      <a:pt x="250603" y="472631"/>
                      <a:pt x="256508" y="470916"/>
                      <a:pt x="261652" y="469011"/>
                    </a:cubicBezTo>
                    <a:cubicBezTo>
                      <a:pt x="277463" y="474631"/>
                      <a:pt x="301657" y="465963"/>
                      <a:pt x="315087" y="450247"/>
                    </a:cubicBezTo>
                    <a:cubicBezTo>
                      <a:pt x="320231" y="449961"/>
                      <a:pt x="332994" y="448437"/>
                      <a:pt x="341757" y="439484"/>
                    </a:cubicBezTo>
                    <a:cubicBezTo>
                      <a:pt x="345472" y="435769"/>
                      <a:pt x="347853" y="431197"/>
                      <a:pt x="349091" y="425958"/>
                    </a:cubicBezTo>
                    <a:lnTo>
                      <a:pt x="352425" y="428339"/>
                    </a:lnTo>
                    <a:lnTo>
                      <a:pt x="355092" y="427006"/>
                    </a:lnTo>
                    <a:cubicBezTo>
                      <a:pt x="359378" y="424815"/>
                      <a:pt x="363284" y="420529"/>
                      <a:pt x="365570" y="415861"/>
                    </a:cubicBezTo>
                    <a:lnTo>
                      <a:pt x="368332" y="405765"/>
                    </a:lnTo>
                    <a:lnTo>
                      <a:pt x="378905" y="411480"/>
                    </a:lnTo>
                    <a:lnTo>
                      <a:pt x="383476" y="413290"/>
                    </a:lnTo>
                    <a:lnTo>
                      <a:pt x="385763" y="410813"/>
                    </a:lnTo>
                    <a:lnTo>
                      <a:pt x="392525" y="397573"/>
                    </a:lnTo>
                    <a:cubicBezTo>
                      <a:pt x="393573" y="392335"/>
                      <a:pt x="393287" y="386715"/>
                      <a:pt x="391478" y="381381"/>
                    </a:cubicBezTo>
                    <a:lnTo>
                      <a:pt x="390906" y="379476"/>
                    </a:lnTo>
                    <a:lnTo>
                      <a:pt x="390144" y="377190"/>
                    </a:lnTo>
                    <a:lnTo>
                      <a:pt x="524066" y="560832"/>
                    </a:lnTo>
                    <a:cubicBezTo>
                      <a:pt x="497681" y="574262"/>
                      <a:pt x="461677" y="589121"/>
                      <a:pt x="431768" y="589121"/>
                    </a:cubicBezTo>
                    <a:cubicBezTo>
                      <a:pt x="417386" y="589121"/>
                      <a:pt x="405479" y="585597"/>
                      <a:pt x="396526" y="578834"/>
                    </a:cubicBezTo>
                    <a:cubicBezTo>
                      <a:pt x="374714" y="562261"/>
                      <a:pt x="369380" y="542258"/>
                      <a:pt x="374999" y="529971"/>
                    </a:cubicBezTo>
                    <a:cubicBezTo>
                      <a:pt x="382048" y="528923"/>
                      <a:pt x="395478" y="526161"/>
                      <a:pt x="408242" y="506159"/>
                    </a:cubicBezTo>
                    <a:cubicBezTo>
                      <a:pt x="424148" y="498729"/>
                      <a:pt x="438436" y="484156"/>
                      <a:pt x="441674" y="480155"/>
                    </a:cubicBezTo>
                    <a:lnTo>
                      <a:pt x="443198" y="468821"/>
                    </a:lnTo>
                    <a:lnTo>
                      <a:pt x="436721" y="462439"/>
                    </a:lnTo>
                    <a:lnTo>
                      <a:pt x="434245" y="461486"/>
                    </a:lnTo>
                    <a:lnTo>
                      <a:pt x="435864" y="461010"/>
                    </a:lnTo>
                    <a:lnTo>
                      <a:pt x="445199" y="458724"/>
                    </a:lnTo>
                    <a:lnTo>
                      <a:pt x="437769" y="452819"/>
                    </a:lnTo>
                    <a:lnTo>
                      <a:pt x="435769" y="445580"/>
                    </a:lnTo>
                    <a:lnTo>
                      <a:pt x="435578" y="443484"/>
                    </a:lnTo>
                    <a:cubicBezTo>
                      <a:pt x="434626" y="433959"/>
                      <a:pt x="428720" y="432911"/>
                      <a:pt x="426149" y="432911"/>
                    </a:cubicBezTo>
                    <a:cubicBezTo>
                      <a:pt x="421005" y="432911"/>
                      <a:pt x="415671" y="436817"/>
                      <a:pt x="410051" y="441103"/>
                    </a:cubicBezTo>
                    <a:lnTo>
                      <a:pt x="409670" y="441389"/>
                    </a:lnTo>
                    <a:cubicBezTo>
                      <a:pt x="404908" y="440817"/>
                      <a:pt x="400050" y="443198"/>
                      <a:pt x="396240" y="446342"/>
                    </a:cubicBezTo>
                    <a:cubicBezTo>
                      <a:pt x="392240" y="440912"/>
                      <a:pt x="387191" y="438245"/>
                      <a:pt x="381286" y="438245"/>
                    </a:cubicBezTo>
                    <a:cubicBezTo>
                      <a:pt x="370904" y="438245"/>
                      <a:pt x="358712" y="446627"/>
                      <a:pt x="343281" y="464344"/>
                    </a:cubicBezTo>
                    <a:lnTo>
                      <a:pt x="333756" y="469106"/>
                    </a:lnTo>
                    <a:cubicBezTo>
                      <a:pt x="327660" y="471011"/>
                      <a:pt x="320707" y="473107"/>
                      <a:pt x="308800" y="487585"/>
                    </a:cubicBezTo>
                    <a:lnTo>
                      <a:pt x="301085" y="496919"/>
                    </a:lnTo>
                    <a:lnTo>
                      <a:pt x="315182" y="494824"/>
                    </a:lnTo>
                    <a:lnTo>
                      <a:pt x="320040" y="494443"/>
                    </a:lnTo>
                    <a:cubicBezTo>
                      <a:pt x="296704" y="536734"/>
                      <a:pt x="319088" y="581978"/>
                      <a:pt x="348806" y="610838"/>
                    </a:cubicBezTo>
                    <a:cubicBezTo>
                      <a:pt x="382905" y="644366"/>
                      <a:pt x="433388" y="650367"/>
                      <a:pt x="497396" y="628364"/>
                    </a:cubicBezTo>
                    <a:cubicBezTo>
                      <a:pt x="494157" y="649510"/>
                      <a:pt x="497300" y="669893"/>
                      <a:pt x="506254" y="687800"/>
                    </a:cubicBezTo>
                    <a:cubicBezTo>
                      <a:pt x="524161" y="681704"/>
                      <a:pt x="542639" y="676180"/>
                      <a:pt x="561404" y="671132"/>
                    </a:cubicBezTo>
                    <a:cubicBezTo>
                      <a:pt x="573596" y="667893"/>
                      <a:pt x="585883" y="665036"/>
                      <a:pt x="598265" y="662273"/>
                    </a:cubicBezTo>
                    <a:cubicBezTo>
                      <a:pt x="610172" y="659702"/>
                      <a:pt x="621983" y="657225"/>
                      <a:pt x="633889" y="655130"/>
                    </a:cubicBezTo>
                    <a:cubicBezTo>
                      <a:pt x="642557" y="653510"/>
                      <a:pt x="651129" y="652082"/>
                      <a:pt x="659702" y="650748"/>
                    </a:cubicBezTo>
                    <a:cubicBezTo>
                      <a:pt x="675799" y="648176"/>
                      <a:pt x="691706" y="646081"/>
                      <a:pt x="707327" y="644271"/>
                    </a:cubicBezTo>
                    <a:cubicBezTo>
                      <a:pt x="709041" y="628364"/>
                      <a:pt x="707803" y="610648"/>
                      <a:pt x="699897" y="593407"/>
                    </a:cubicBezTo>
                    <a:cubicBezTo>
                      <a:pt x="686562" y="564547"/>
                      <a:pt x="660654" y="544830"/>
                      <a:pt x="627983" y="538353"/>
                    </a:cubicBezTo>
                    <a:cubicBezTo>
                      <a:pt x="671132" y="486442"/>
                      <a:pt x="682562" y="438150"/>
                      <a:pt x="662083" y="394811"/>
                    </a:cubicBezTo>
                    <a:cubicBezTo>
                      <a:pt x="639413" y="346043"/>
                      <a:pt x="603028" y="321945"/>
                      <a:pt x="560832" y="328327"/>
                    </a:cubicBezTo>
                    <a:lnTo>
                      <a:pt x="562928" y="323945"/>
                    </a:lnTo>
                    <a:lnTo>
                      <a:pt x="569786" y="311658"/>
                    </a:lnTo>
                    <a:lnTo>
                      <a:pt x="558260" y="315563"/>
                    </a:lnTo>
                    <a:cubicBezTo>
                      <a:pt x="540449" y="321659"/>
                      <a:pt x="535972" y="327374"/>
                      <a:pt x="532162" y="332327"/>
                    </a:cubicBezTo>
                    <a:lnTo>
                      <a:pt x="524828" y="339281"/>
                    </a:lnTo>
                    <a:cubicBezTo>
                      <a:pt x="508635" y="345377"/>
                      <a:pt x="497872" y="351377"/>
                      <a:pt x="491585" y="357759"/>
                    </a:cubicBezTo>
                    <a:cubicBezTo>
                      <a:pt x="482346" y="367760"/>
                      <a:pt x="485013" y="376523"/>
                      <a:pt x="488823" y="382334"/>
                    </a:cubicBezTo>
                    <a:lnTo>
                      <a:pt x="488918" y="382334"/>
                    </a:lnTo>
                    <a:cubicBezTo>
                      <a:pt x="483965" y="385191"/>
                      <a:pt x="480727" y="389001"/>
                      <a:pt x="479584" y="393192"/>
                    </a:cubicBezTo>
                    <a:lnTo>
                      <a:pt x="479203" y="393478"/>
                    </a:lnTo>
                    <a:cubicBezTo>
                      <a:pt x="473202" y="397002"/>
                      <a:pt x="464915" y="402050"/>
                      <a:pt x="465296" y="408908"/>
                    </a:cubicBezTo>
                    <a:cubicBezTo>
                      <a:pt x="465487" y="412623"/>
                      <a:pt x="467963" y="415576"/>
                      <a:pt x="472631" y="417767"/>
                    </a:cubicBezTo>
                    <a:lnTo>
                      <a:pt x="474536" y="418719"/>
                    </a:lnTo>
                    <a:lnTo>
                      <a:pt x="480822" y="423101"/>
                    </a:lnTo>
                    <a:lnTo>
                      <a:pt x="483965" y="431959"/>
                    </a:lnTo>
                    <a:lnTo>
                      <a:pt x="489299" y="424148"/>
                    </a:lnTo>
                    <a:lnTo>
                      <a:pt x="490252" y="422910"/>
                    </a:lnTo>
                    <a:lnTo>
                      <a:pt x="490252" y="425482"/>
                    </a:lnTo>
                    <a:cubicBezTo>
                      <a:pt x="490347" y="431959"/>
                      <a:pt x="495395" y="436436"/>
                      <a:pt x="502444" y="436436"/>
                    </a:cubicBezTo>
                    <a:lnTo>
                      <a:pt x="506159" y="435959"/>
                    </a:lnTo>
                    <a:cubicBezTo>
                      <a:pt x="510254" y="434531"/>
                      <a:pt x="529019" y="426339"/>
                      <a:pt x="541592" y="414147"/>
                    </a:cubicBezTo>
                    <a:cubicBezTo>
                      <a:pt x="565023" y="409099"/>
                      <a:pt x="572167" y="397573"/>
                      <a:pt x="575691" y="391478"/>
                    </a:cubicBezTo>
                    <a:cubicBezTo>
                      <a:pt x="588836" y="390525"/>
                      <a:pt x="606362" y="401669"/>
                      <a:pt x="614839" y="428149"/>
                    </a:cubicBezTo>
                    <a:cubicBezTo>
                      <a:pt x="627031" y="465773"/>
                      <a:pt x="583787" y="513207"/>
                      <a:pt x="554069" y="540163"/>
                    </a:cubicBezTo>
                    <a:lnTo>
                      <a:pt x="424720" y="353282"/>
                    </a:lnTo>
                    <a:lnTo>
                      <a:pt x="426720" y="354806"/>
                    </a:lnTo>
                    <a:lnTo>
                      <a:pt x="428339" y="355949"/>
                    </a:lnTo>
                    <a:cubicBezTo>
                      <a:pt x="432911" y="359473"/>
                      <a:pt x="438150" y="361664"/>
                      <a:pt x="443389" y="362426"/>
                    </a:cubicBezTo>
                    <a:cubicBezTo>
                      <a:pt x="449675" y="363379"/>
                      <a:pt x="455771" y="361569"/>
                      <a:pt x="458248" y="360617"/>
                    </a:cubicBezTo>
                    <a:lnTo>
                      <a:pt x="461391" y="359378"/>
                    </a:lnTo>
                    <a:lnTo>
                      <a:pt x="461200" y="354425"/>
                    </a:lnTo>
                    <a:lnTo>
                      <a:pt x="459391" y="342614"/>
                    </a:lnTo>
                    <a:lnTo>
                      <a:pt x="469964" y="343567"/>
                    </a:lnTo>
                    <a:cubicBezTo>
                      <a:pt x="475202" y="343090"/>
                      <a:pt x="480632" y="340900"/>
                      <a:pt x="484156" y="337661"/>
                    </a:cubicBezTo>
                    <a:lnTo>
                      <a:pt x="486347" y="335661"/>
                    </a:lnTo>
                    <a:lnTo>
                      <a:pt x="485204" y="331756"/>
                    </a:lnTo>
                    <a:cubicBezTo>
                      <a:pt x="503777" y="334137"/>
                      <a:pt x="515874" y="318516"/>
                      <a:pt x="519970" y="308610"/>
                    </a:cubicBezTo>
                    <a:cubicBezTo>
                      <a:pt x="540068" y="301657"/>
                      <a:pt x="555974" y="282607"/>
                      <a:pt x="556165" y="265557"/>
                    </a:cubicBezTo>
                    <a:cubicBezTo>
                      <a:pt x="559689" y="261461"/>
                      <a:pt x="563309" y="256603"/>
                      <a:pt x="567404" y="250507"/>
                    </a:cubicBezTo>
                    <a:cubicBezTo>
                      <a:pt x="572834" y="243935"/>
                      <a:pt x="580073" y="228219"/>
                      <a:pt x="577310" y="217265"/>
                    </a:cubicBezTo>
                    <a:lnTo>
                      <a:pt x="584454" y="207454"/>
                    </a:lnTo>
                    <a:cubicBezTo>
                      <a:pt x="590360" y="199739"/>
                      <a:pt x="596646" y="183833"/>
                      <a:pt x="591312" y="169640"/>
                    </a:cubicBezTo>
                    <a:lnTo>
                      <a:pt x="595884" y="162687"/>
                    </a:lnTo>
                    <a:cubicBezTo>
                      <a:pt x="602742" y="152781"/>
                      <a:pt x="610457" y="131350"/>
                      <a:pt x="603314" y="113824"/>
                    </a:cubicBezTo>
                    <a:cubicBezTo>
                      <a:pt x="608552" y="103442"/>
                      <a:pt x="609219" y="85058"/>
                      <a:pt x="599504" y="64199"/>
                    </a:cubicBezTo>
                    <a:cubicBezTo>
                      <a:pt x="602456" y="55817"/>
                      <a:pt x="605981" y="37529"/>
                      <a:pt x="593693" y="12478"/>
                    </a:cubicBezTo>
                    <a:lnTo>
                      <a:pt x="588836" y="2667"/>
                    </a:lnTo>
                    <a:lnTo>
                      <a:pt x="584930" y="12764"/>
                    </a:lnTo>
                    <a:cubicBezTo>
                      <a:pt x="576739" y="34100"/>
                      <a:pt x="534734" y="76391"/>
                      <a:pt x="505206" y="101918"/>
                    </a:cubicBezTo>
                    <a:lnTo>
                      <a:pt x="504444" y="98393"/>
                    </a:lnTo>
                    <a:lnTo>
                      <a:pt x="498348" y="102870"/>
                    </a:lnTo>
                    <a:cubicBezTo>
                      <a:pt x="487966" y="110681"/>
                      <a:pt x="480250" y="115157"/>
                      <a:pt x="466344" y="123349"/>
                    </a:cubicBezTo>
                    <a:lnTo>
                      <a:pt x="451295" y="132207"/>
                    </a:lnTo>
                    <a:lnTo>
                      <a:pt x="451104" y="129540"/>
                    </a:lnTo>
                    <a:lnTo>
                      <a:pt x="445580" y="130683"/>
                    </a:lnTo>
                    <a:cubicBezTo>
                      <a:pt x="432625" y="133541"/>
                      <a:pt x="420243" y="138589"/>
                      <a:pt x="407861" y="146209"/>
                    </a:cubicBezTo>
                    <a:lnTo>
                      <a:pt x="407575" y="144209"/>
                    </a:lnTo>
                    <a:lnTo>
                      <a:pt x="402241" y="145828"/>
                    </a:lnTo>
                    <a:cubicBezTo>
                      <a:pt x="392525" y="148781"/>
                      <a:pt x="381000" y="152972"/>
                      <a:pt x="369570" y="161544"/>
                    </a:cubicBezTo>
                    <a:cubicBezTo>
                      <a:pt x="362045" y="167354"/>
                      <a:pt x="356616" y="173450"/>
                      <a:pt x="353759" y="179451"/>
                    </a:cubicBezTo>
                    <a:cubicBezTo>
                      <a:pt x="348901" y="190119"/>
                      <a:pt x="351758" y="212789"/>
                      <a:pt x="364903" y="230981"/>
                    </a:cubicBezTo>
                    <a:lnTo>
                      <a:pt x="372713" y="240030"/>
                    </a:lnTo>
                    <a:lnTo>
                      <a:pt x="378714" y="246507"/>
                    </a:lnTo>
                    <a:cubicBezTo>
                      <a:pt x="393287" y="263461"/>
                      <a:pt x="394525" y="275177"/>
                      <a:pt x="383000" y="286988"/>
                    </a:cubicBezTo>
                    <a:lnTo>
                      <a:pt x="380619" y="289369"/>
                    </a:lnTo>
                    <a:lnTo>
                      <a:pt x="325946" y="210312"/>
                    </a:lnTo>
                    <a:cubicBezTo>
                      <a:pt x="337947" y="200025"/>
                      <a:pt x="357759" y="180499"/>
                      <a:pt x="349949" y="169640"/>
                    </a:cubicBezTo>
                    <a:lnTo>
                      <a:pt x="339281" y="154591"/>
                    </a:lnTo>
                    <a:lnTo>
                      <a:pt x="331375" y="150304"/>
                    </a:lnTo>
                    <a:cubicBezTo>
                      <a:pt x="328327" y="146018"/>
                      <a:pt x="324326" y="142494"/>
                      <a:pt x="319754" y="139732"/>
                    </a:cubicBezTo>
                    <a:lnTo>
                      <a:pt x="321374" y="138398"/>
                    </a:lnTo>
                    <a:lnTo>
                      <a:pt x="325660" y="135160"/>
                    </a:lnTo>
                    <a:lnTo>
                      <a:pt x="322993" y="132588"/>
                    </a:lnTo>
                    <a:lnTo>
                      <a:pt x="324898" y="131064"/>
                    </a:lnTo>
                    <a:lnTo>
                      <a:pt x="331946" y="120777"/>
                    </a:lnTo>
                    <a:lnTo>
                      <a:pt x="333185" y="110204"/>
                    </a:lnTo>
                    <a:cubicBezTo>
                      <a:pt x="342805" y="104966"/>
                      <a:pt x="357569" y="94679"/>
                      <a:pt x="367094" y="81344"/>
                    </a:cubicBezTo>
                    <a:cubicBezTo>
                      <a:pt x="371094" y="76391"/>
                      <a:pt x="375190" y="66294"/>
                      <a:pt x="371761" y="57055"/>
                    </a:cubicBezTo>
                    <a:cubicBezTo>
                      <a:pt x="374237" y="51435"/>
                      <a:pt x="374237" y="42767"/>
                      <a:pt x="369475" y="33719"/>
                    </a:cubicBezTo>
                    <a:cubicBezTo>
                      <a:pt x="370999" y="29051"/>
                      <a:pt x="372142" y="20193"/>
                      <a:pt x="365570" y="8477"/>
                    </a:cubicBezTo>
                    <a:lnTo>
                      <a:pt x="360902" y="0"/>
                    </a:lnTo>
                    <a:lnTo>
                      <a:pt x="357092" y="8858"/>
                    </a:lnTo>
                    <a:cubicBezTo>
                      <a:pt x="353568" y="16859"/>
                      <a:pt x="335185" y="33623"/>
                      <a:pt x="318135" y="46387"/>
                    </a:cubicBezTo>
                    <a:lnTo>
                      <a:pt x="317373" y="43529"/>
                    </a:lnTo>
                    <a:lnTo>
                      <a:pt x="311563" y="48292"/>
                    </a:lnTo>
                    <a:cubicBezTo>
                      <a:pt x="306800" y="52292"/>
                      <a:pt x="303086" y="54769"/>
                      <a:pt x="295656" y="59722"/>
                    </a:cubicBezTo>
                    <a:lnTo>
                      <a:pt x="285464" y="66485"/>
                    </a:lnTo>
                    <a:cubicBezTo>
                      <a:pt x="273939" y="71342"/>
                      <a:pt x="253937" y="81344"/>
                      <a:pt x="249269" y="94869"/>
                    </a:cubicBezTo>
                    <a:cubicBezTo>
                      <a:pt x="247555" y="99822"/>
                      <a:pt x="248031" y="104775"/>
                      <a:pt x="250698" y="109442"/>
                    </a:cubicBezTo>
                    <a:cubicBezTo>
                      <a:pt x="257461" y="121349"/>
                      <a:pt x="268986" y="123635"/>
                      <a:pt x="279273" y="124397"/>
                    </a:cubicBezTo>
                    <a:cubicBezTo>
                      <a:pt x="284226" y="124682"/>
                      <a:pt x="288131" y="126587"/>
                      <a:pt x="289751" y="129159"/>
                    </a:cubicBezTo>
                    <a:lnTo>
                      <a:pt x="289941" y="132874"/>
                    </a:lnTo>
                    <a:lnTo>
                      <a:pt x="289655" y="133636"/>
                    </a:lnTo>
                    <a:cubicBezTo>
                      <a:pt x="277082" y="134684"/>
                      <a:pt x="264128" y="139446"/>
                      <a:pt x="252794" y="147161"/>
                    </a:cubicBezTo>
                    <a:cubicBezTo>
                      <a:pt x="241744" y="154877"/>
                      <a:pt x="232886" y="164973"/>
                      <a:pt x="227552" y="175927"/>
                    </a:cubicBezTo>
                    <a:lnTo>
                      <a:pt x="226790" y="175927"/>
                    </a:lnTo>
                    <a:cubicBezTo>
                      <a:pt x="226790" y="175927"/>
                      <a:pt x="223838" y="174212"/>
                      <a:pt x="223838" y="174212"/>
                    </a:cubicBezTo>
                    <a:cubicBezTo>
                      <a:pt x="222885" y="173069"/>
                      <a:pt x="220980" y="169640"/>
                      <a:pt x="222885" y="163068"/>
                    </a:cubicBezTo>
                    <a:cubicBezTo>
                      <a:pt x="225838" y="153257"/>
                      <a:pt x="227457" y="141923"/>
                      <a:pt x="218408" y="131540"/>
                    </a:cubicBezTo>
                    <a:cubicBezTo>
                      <a:pt x="214789" y="127445"/>
                      <a:pt x="210026" y="125254"/>
                      <a:pt x="204692" y="125254"/>
                    </a:cubicBezTo>
                    <a:cubicBezTo>
                      <a:pt x="190310" y="125254"/>
                      <a:pt x="174022" y="140208"/>
                      <a:pt x="165640" y="149162"/>
                    </a:cubicBezTo>
                    <a:lnTo>
                      <a:pt x="154781" y="156877"/>
                    </a:lnTo>
                    <a:cubicBezTo>
                      <a:pt x="148400" y="161449"/>
                      <a:pt x="144875" y="164021"/>
                      <a:pt x="139351" y="167069"/>
                    </a:cubicBezTo>
                    <a:lnTo>
                      <a:pt x="132683" y="170879"/>
                    </a:lnTo>
                    <a:lnTo>
                      <a:pt x="135160" y="172498"/>
                    </a:lnTo>
                    <a:cubicBezTo>
                      <a:pt x="117253" y="183928"/>
                      <a:pt x="94964" y="195263"/>
                      <a:pt x="86106" y="195739"/>
                    </a:cubicBezTo>
                    <a:lnTo>
                      <a:pt x="76391" y="196310"/>
                    </a:lnTo>
                    <a:lnTo>
                      <a:pt x="82772" y="203549"/>
                    </a:lnTo>
                    <a:cubicBezTo>
                      <a:pt x="91821" y="213646"/>
                      <a:pt x="100679" y="215551"/>
                      <a:pt x="105537" y="215741"/>
                    </a:cubicBezTo>
                    <a:cubicBezTo>
                      <a:pt x="112109" y="222409"/>
                      <a:pt x="120206" y="226409"/>
                      <a:pt x="127159" y="225838"/>
                    </a:cubicBezTo>
                    <a:cubicBezTo>
                      <a:pt x="131159" y="229267"/>
                      <a:pt x="136684" y="231077"/>
                      <a:pt x="143066" y="231077"/>
                    </a:cubicBezTo>
                    <a:lnTo>
                      <a:pt x="151543" y="229934"/>
                    </a:lnTo>
                    <a:cubicBezTo>
                      <a:pt x="167831" y="225647"/>
                      <a:pt x="182690" y="215456"/>
                      <a:pt x="190976" y="208312"/>
                    </a:cubicBezTo>
                    <a:lnTo>
                      <a:pt x="201454" y="210788"/>
                    </a:lnTo>
                    <a:lnTo>
                      <a:pt x="201454" y="210788"/>
                    </a:lnTo>
                    <a:lnTo>
                      <a:pt x="213169" y="208121"/>
                    </a:lnTo>
                    <a:lnTo>
                      <a:pt x="215741" y="206597"/>
                    </a:lnTo>
                    <a:lnTo>
                      <a:pt x="217361" y="209931"/>
                    </a:lnTo>
                    <a:lnTo>
                      <a:pt x="221933" y="207074"/>
                    </a:lnTo>
                    <a:lnTo>
                      <a:pt x="222790" y="206597"/>
                    </a:lnTo>
                    <a:cubicBezTo>
                      <a:pt x="223838" y="211836"/>
                      <a:pt x="225838" y="216789"/>
                      <a:pt x="228886" y="220980"/>
                    </a:cubicBezTo>
                    <a:lnTo>
                      <a:pt x="230315" y="229838"/>
                    </a:lnTo>
                    <a:lnTo>
                      <a:pt x="240983" y="244888"/>
                    </a:lnTo>
                    <a:cubicBezTo>
                      <a:pt x="242316" y="246888"/>
                      <a:pt x="245459" y="249365"/>
                      <a:pt x="251460" y="249365"/>
                    </a:cubicBezTo>
                    <a:cubicBezTo>
                      <a:pt x="259842" y="249365"/>
                      <a:pt x="272987" y="244793"/>
                      <a:pt x="287941" y="236601"/>
                    </a:cubicBezTo>
                    <a:lnTo>
                      <a:pt x="344615" y="314325"/>
                    </a:lnTo>
                    <a:lnTo>
                      <a:pt x="341757" y="315754"/>
                    </a:lnTo>
                    <a:cubicBezTo>
                      <a:pt x="326326" y="322517"/>
                      <a:pt x="315944" y="317849"/>
                      <a:pt x="304514" y="298037"/>
                    </a:cubicBezTo>
                    <a:lnTo>
                      <a:pt x="300323" y="290227"/>
                    </a:lnTo>
                    <a:lnTo>
                      <a:pt x="294418" y="279940"/>
                    </a:lnTo>
                    <a:cubicBezTo>
                      <a:pt x="282131" y="262509"/>
                      <a:pt x="262509" y="252031"/>
                      <a:pt x="250508" y="252031"/>
                    </a:cubicBezTo>
                    <a:lnTo>
                      <a:pt x="248698" y="252031"/>
                    </a:lnTo>
                    <a:cubicBezTo>
                      <a:pt x="242316" y="252603"/>
                      <a:pt x="234696" y="255556"/>
                      <a:pt x="226600" y="260604"/>
                    </a:cubicBezTo>
                    <a:cubicBezTo>
                      <a:pt x="214408" y="268129"/>
                      <a:pt x="206502" y="277463"/>
                      <a:pt x="200406" y="285464"/>
                    </a:cubicBezTo>
                    <a:lnTo>
                      <a:pt x="197072" y="289846"/>
                    </a:lnTo>
                    <a:lnTo>
                      <a:pt x="198882" y="290798"/>
                    </a:lnTo>
                    <a:cubicBezTo>
                      <a:pt x="187357" y="299657"/>
                      <a:pt x="178308" y="309372"/>
                      <a:pt x="171164" y="320421"/>
                    </a:cubicBezTo>
                    <a:lnTo>
                      <a:pt x="168116" y="325184"/>
                    </a:lnTo>
                    <a:lnTo>
                      <a:pt x="170688" y="326231"/>
                    </a:lnTo>
                    <a:lnTo>
                      <a:pt x="156496" y="337566"/>
                    </a:lnTo>
                    <a:cubicBezTo>
                      <a:pt x="144209" y="347472"/>
                      <a:pt x="137446" y="352901"/>
                      <a:pt x="126587" y="359759"/>
                    </a:cubicBezTo>
                    <a:lnTo>
                      <a:pt x="120206" y="363760"/>
                    </a:lnTo>
                    <a:lnTo>
                      <a:pt x="123349" y="365665"/>
                    </a:lnTo>
                    <a:cubicBezTo>
                      <a:pt x="88964" y="384334"/>
                      <a:pt x="34385" y="408718"/>
                      <a:pt x="11049" y="409003"/>
                    </a:cubicBezTo>
                    <a:lnTo>
                      <a:pt x="0" y="409003"/>
                    </a:lnTo>
                    <a:cubicBezTo>
                      <a:pt x="0" y="409003"/>
                      <a:pt x="7715" y="416909"/>
                      <a:pt x="7715" y="416909"/>
                    </a:cubicBezTo>
                    <a:cubicBezTo>
                      <a:pt x="27146" y="436721"/>
                      <a:pt x="45530" y="439960"/>
                      <a:pt x="55055" y="440055"/>
                    </a:cubicBezTo>
                    <a:cubicBezTo>
                      <a:pt x="72200" y="456914"/>
                      <a:pt x="90107" y="461772"/>
                      <a:pt x="101060" y="460629"/>
                    </a:cubicBezTo>
                    <a:cubicBezTo>
                      <a:pt x="112205" y="470535"/>
                      <a:pt x="127635" y="471964"/>
                      <a:pt x="136017" y="471964"/>
                    </a:cubicBezTo>
                    <a:cubicBezTo>
                      <a:pt x="141161" y="471964"/>
                      <a:pt x="146304" y="471488"/>
                      <a:pt x="150019" y="470535"/>
                    </a:cubicBezTo>
                    <a:lnTo>
                      <a:pt x="158401" y="46863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067DFBA9-1EEB-C7B0-5FA9-5CEA259F9FC3}"/>
                  </a:ext>
                </a:extLst>
              </p:cNvPr>
              <p:cNvSpPr/>
              <p:nvPr/>
            </p:nvSpPr>
            <p:spPr>
              <a:xfrm>
                <a:off x="13234102" y="3097970"/>
                <a:ext cx="707689" cy="688943"/>
              </a:xfrm>
              <a:custGeom>
                <a:avLst/>
                <a:gdLst>
                  <a:gd name="connsiteX0" fmla="*/ 584817 w 707689"/>
                  <a:gd name="connsiteY0" fmla="*/ 365474 h 688943"/>
                  <a:gd name="connsiteX1" fmla="*/ 587960 w 707689"/>
                  <a:gd name="connsiteY1" fmla="*/ 363569 h 688943"/>
                  <a:gd name="connsiteX2" fmla="*/ 581579 w 707689"/>
                  <a:gd name="connsiteY2" fmla="*/ 359569 h 688943"/>
                  <a:gd name="connsiteX3" fmla="*/ 551670 w 707689"/>
                  <a:gd name="connsiteY3" fmla="*/ 337376 h 688943"/>
                  <a:gd name="connsiteX4" fmla="*/ 537478 w 707689"/>
                  <a:gd name="connsiteY4" fmla="*/ 325946 h 688943"/>
                  <a:gd name="connsiteX5" fmla="*/ 540050 w 707689"/>
                  <a:gd name="connsiteY5" fmla="*/ 324993 h 688943"/>
                  <a:gd name="connsiteX6" fmla="*/ 537002 w 707689"/>
                  <a:gd name="connsiteY6" fmla="*/ 320231 h 688943"/>
                  <a:gd name="connsiteX7" fmla="*/ 509284 w 707689"/>
                  <a:gd name="connsiteY7" fmla="*/ 290608 h 688943"/>
                  <a:gd name="connsiteX8" fmla="*/ 511094 w 707689"/>
                  <a:gd name="connsiteY8" fmla="*/ 289655 h 688943"/>
                  <a:gd name="connsiteX9" fmla="*/ 507760 w 707689"/>
                  <a:gd name="connsiteY9" fmla="*/ 285274 h 688943"/>
                  <a:gd name="connsiteX10" fmla="*/ 481661 w 707689"/>
                  <a:gd name="connsiteY10" fmla="*/ 260414 h 688943"/>
                  <a:gd name="connsiteX11" fmla="*/ 459182 w 707689"/>
                  <a:gd name="connsiteY11" fmla="*/ 251841 h 688943"/>
                  <a:gd name="connsiteX12" fmla="*/ 413843 w 707689"/>
                  <a:gd name="connsiteY12" fmla="*/ 279749 h 688943"/>
                  <a:gd name="connsiteX13" fmla="*/ 407938 w 707689"/>
                  <a:gd name="connsiteY13" fmla="*/ 290036 h 688943"/>
                  <a:gd name="connsiteX14" fmla="*/ 403747 w 707689"/>
                  <a:gd name="connsiteY14" fmla="*/ 297847 h 688943"/>
                  <a:gd name="connsiteX15" fmla="*/ 366695 w 707689"/>
                  <a:gd name="connsiteY15" fmla="*/ 315659 h 688943"/>
                  <a:gd name="connsiteX16" fmla="*/ 363647 w 707689"/>
                  <a:gd name="connsiteY16" fmla="*/ 314135 h 688943"/>
                  <a:gd name="connsiteX17" fmla="*/ 420225 w 707689"/>
                  <a:gd name="connsiteY17" fmla="*/ 236411 h 688943"/>
                  <a:gd name="connsiteX18" fmla="*/ 456706 w 707689"/>
                  <a:gd name="connsiteY18" fmla="*/ 249174 h 688943"/>
                  <a:gd name="connsiteX19" fmla="*/ 467374 w 707689"/>
                  <a:gd name="connsiteY19" fmla="*/ 244697 h 688943"/>
                  <a:gd name="connsiteX20" fmla="*/ 478042 w 707689"/>
                  <a:gd name="connsiteY20" fmla="*/ 229743 h 688943"/>
                  <a:gd name="connsiteX21" fmla="*/ 479375 w 707689"/>
                  <a:gd name="connsiteY21" fmla="*/ 220885 h 688943"/>
                  <a:gd name="connsiteX22" fmla="*/ 485471 w 707689"/>
                  <a:gd name="connsiteY22" fmla="*/ 206502 h 688943"/>
                  <a:gd name="connsiteX23" fmla="*/ 486329 w 707689"/>
                  <a:gd name="connsiteY23" fmla="*/ 206978 h 688943"/>
                  <a:gd name="connsiteX24" fmla="*/ 490901 w 707689"/>
                  <a:gd name="connsiteY24" fmla="*/ 209836 h 688943"/>
                  <a:gd name="connsiteX25" fmla="*/ 492425 w 707689"/>
                  <a:gd name="connsiteY25" fmla="*/ 206502 h 688943"/>
                  <a:gd name="connsiteX26" fmla="*/ 494520 w 707689"/>
                  <a:gd name="connsiteY26" fmla="*/ 207645 h 688943"/>
                  <a:gd name="connsiteX27" fmla="*/ 507093 w 707689"/>
                  <a:gd name="connsiteY27" fmla="*/ 210693 h 688943"/>
                  <a:gd name="connsiteX28" fmla="*/ 517285 w 707689"/>
                  <a:gd name="connsiteY28" fmla="*/ 208217 h 688943"/>
                  <a:gd name="connsiteX29" fmla="*/ 556433 w 707689"/>
                  <a:gd name="connsiteY29" fmla="*/ 229743 h 688943"/>
                  <a:gd name="connsiteX30" fmla="*/ 565196 w 707689"/>
                  <a:gd name="connsiteY30" fmla="*/ 230981 h 688943"/>
                  <a:gd name="connsiteX31" fmla="*/ 581198 w 707689"/>
                  <a:gd name="connsiteY31" fmla="*/ 225743 h 688943"/>
                  <a:gd name="connsiteX32" fmla="*/ 602724 w 707689"/>
                  <a:gd name="connsiteY32" fmla="*/ 215646 h 688943"/>
                  <a:gd name="connsiteX33" fmla="*/ 625489 w 707689"/>
                  <a:gd name="connsiteY33" fmla="*/ 203454 h 688943"/>
                  <a:gd name="connsiteX34" fmla="*/ 631871 w 707689"/>
                  <a:gd name="connsiteY34" fmla="*/ 196215 h 688943"/>
                  <a:gd name="connsiteX35" fmla="*/ 622155 w 707689"/>
                  <a:gd name="connsiteY35" fmla="*/ 195644 h 688943"/>
                  <a:gd name="connsiteX36" fmla="*/ 573101 w 707689"/>
                  <a:gd name="connsiteY36" fmla="*/ 172403 h 688943"/>
                  <a:gd name="connsiteX37" fmla="*/ 575578 w 707689"/>
                  <a:gd name="connsiteY37" fmla="*/ 170783 h 688943"/>
                  <a:gd name="connsiteX38" fmla="*/ 568910 w 707689"/>
                  <a:gd name="connsiteY38" fmla="*/ 166973 h 688943"/>
                  <a:gd name="connsiteX39" fmla="*/ 552623 w 707689"/>
                  <a:gd name="connsiteY39" fmla="*/ 156210 h 688943"/>
                  <a:gd name="connsiteX40" fmla="*/ 542621 w 707689"/>
                  <a:gd name="connsiteY40" fmla="*/ 149066 h 688943"/>
                  <a:gd name="connsiteX41" fmla="*/ 503569 w 707689"/>
                  <a:gd name="connsiteY41" fmla="*/ 125159 h 688943"/>
                  <a:gd name="connsiteX42" fmla="*/ 489758 w 707689"/>
                  <a:gd name="connsiteY42" fmla="*/ 131445 h 688943"/>
                  <a:gd name="connsiteX43" fmla="*/ 485281 w 707689"/>
                  <a:gd name="connsiteY43" fmla="*/ 162973 h 688943"/>
                  <a:gd name="connsiteX44" fmla="*/ 484328 w 707689"/>
                  <a:gd name="connsiteY44" fmla="*/ 174117 h 688943"/>
                  <a:gd name="connsiteX45" fmla="*/ 480709 w 707689"/>
                  <a:gd name="connsiteY45" fmla="*/ 175832 h 688943"/>
                  <a:gd name="connsiteX46" fmla="*/ 480709 w 707689"/>
                  <a:gd name="connsiteY46" fmla="*/ 175832 h 688943"/>
                  <a:gd name="connsiteX47" fmla="*/ 455468 w 707689"/>
                  <a:gd name="connsiteY47" fmla="*/ 147066 h 688943"/>
                  <a:gd name="connsiteX48" fmla="*/ 418606 w 707689"/>
                  <a:gd name="connsiteY48" fmla="*/ 133541 h 688943"/>
                  <a:gd name="connsiteX49" fmla="*/ 418225 w 707689"/>
                  <a:gd name="connsiteY49" fmla="*/ 132493 h 688943"/>
                  <a:gd name="connsiteX50" fmla="*/ 418606 w 707689"/>
                  <a:gd name="connsiteY50" fmla="*/ 129159 h 688943"/>
                  <a:gd name="connsiteX51" fmla="*/ 429083 w 707689"/>
                  <a:gd name="connsiteY51" fmla="*/ 124397 h 688943"/>
                  <a:gd name="connsiteX52" fmla="*/ 457658 w 707689"/>
                  <a:gd name="connsiteY52" fmla="*/ 109442 h 688943"/>
                  <a:gd name="connsiteX53" fmla="*/ 458992 w 707689"/>
                  <a:gd name="connsiteY53" fmla="*/ 94869 h 688943"/>
                  <a:gd name="connsiteX54" fmla="*/ 422797 w 707689"/>
                  <a:gd name="connsiteY54" fmla="*/ 66485 h 688943"/>
                  <a:gd name="connsiteX55" fmla="*/ 411843 w 707689"/>
                  <a:gd name="connsiteY55" fmla="*/ 59246 h 688943"/>
                  <a:gd name="connsiteX56" fmla="*/ 396603 w 707689"/>
                  <a:gd name="connsiteY56" fmla="*/ 48292 h 688943"/>
                  <a:gd name="connsiteX57" fmla="*/ 390793 w 707689"/>
                  <a:gd name="connsiteY57" fmla="*/ 43529 h 688943"/>
                  <a:gd name="connsiteX58" fmla="*/ 390031 w 707689"/>
                  <a:gd name="connsiteY58" fmla="*/ 46387 h 688943"/>
                  <a:gd name="connsiteX59" fmla="*/ 351074 w 707689"/>
                  <a:gd name="connsiteY59" fmla="*/ 8858 h 688943"/>
                  <a:gd name="connsiteX60" fmla="*/ 347264 w 707689"/>
                  <a:gd name="connsiteY60" fmla="*/ 0 h 688943"/>
                  <a:gd name="connsiteX61" fmla="*/ 342596 w 707689"/>
                  <a:gd name="connsiteY61" fmla="*/ 8477 h 688943"/>
                  <a:gd name="connsiteX62" fmla="*/ 338691 w 707689"/>
                  <a:gd name="connsiteY62" fmla="*/ 33719 h 688943"/>
                  <a:gd name="connsiteX63" fmla="*/ 336405 w 707689"/>
                  <a:gd name="connsiteY63" fmla="*/ 57055 h 688943"/>
                  <a:gd name="connsiteX64" fmla="*/ 340882 w 707689"/>
                  <a:gd name="connsiteY64" fmla="*/ 81058 h 688943"/>
                  <a:gd name="connsiteX65" fmla="*/ 374886 w 707689"/>
                  <a:gd name="connsiteY65" fmla="*/ 110204 h 688943"/>
                  <a:gd name="connsiteX66" fmla="*/ 376124 w 707689"/>
                  <a:gd name="connsiteY66" fmla="*/ 120777 h 688943"/>
                  <a:gd name="connsiteX67" fmla="*/ 382697 w 707689"/>
                  <a:gd name="connsiteY67" fmla="*/ 130778 h 688943"/>
                  <a:gd name="connsiteX68" fmla="*/ 385078 w 707689"/>
                  <a:gd name="connsiteY68" fmla="*/ 132588 h 688943"/>
                  <a:gd name="connsiteX69" fmla="*/ 382411 w 707689"/>
                  <a:gd name="connsiteY69" fmla="*/ 135255 h 688943"/>
                  <a:gd name="connsiteX70" fmla="*/ 386697 w 707689"/>
                  <a:gd name="connsiteY70" fmla="*/ 138494 h 688943"/>
                  <a:gd name="connsiteX71" fmla="*/ 388316 w 707689"/>
                  <a:gd name="connsiteY71" fmla="*/ 139827 h 688943"/>
                  <a:gd name="connsiteX72" fmla="*/ 376791 w 707689"/>
                  <a:gd name="connsiteY72" fmla="*/ 150400 h 688943"/>
                  <a:gd name="connsiteX73" fmla="*/ 368790 w 707689"/>
                  <a:gd name="connsiteY73" fmla="*/ 154686 h 688943"/>
                  <a:gd name="connsiteX74" fmla="*/ 358027 w 707689"/>
                  <a:gd name="connsiteY74" fmla="*/ 169736 h 688943"/>
                  <a:gd name="connsiteX75" fmla="*/ 382030 w 707689"/>
                  <a:gd name="connsiteY75" fmla="*/ 210407 h 688943"/>
                  <a:gd name="connsiteX76" fmla="*/ 327356 w 707689"/>
                  <a:gd name="connsiteY76" fmla="*/ 289465 h 688943"/>
                  <a:gd name="connsiteX77" fmla="*/ 324975 w 707689"/>
                  <a:gd name="connsiteY77" fmla="*/ 287274 h 688943"/>
                  <a:gd name="connsiteX78" fmla="*/ 329166 w 707689"/>
                  <a:gd name="connsiteY78" fmla="*/ 246698 h 688943"/>
                  <a:gd name="connsiteX79" fmla="*/ 335167 w 707689"/>
                  <a:gd name="connsiteY79" fmla="*/ 240221 h 688943"/>
                  <a:gd name="connsiteX80" fmla="*/ 342978 w 707689"/>
                  <a:gd name="connsiteY80" fmla="*/ 231172 h 688943"/>
                  <a:gd name="connsiteX81" fmla="*/ 353836 w 707689"/>
                  <a:gd name="connsiteY81" fmla="*/ 179261 h 688943"/>
                  <a:gd name="connsiteX82" fmla="*/ 338120 w 707689"/>
                  <a:gd name="connsiteY82" fmla="*/ 161735 h 688943"/>
                  <a:gd name="connsiteX83" fmla="*/ 305449 w 707689"/>
                  <a:gd name="connsiteY83" fmla="*/ 146018 h 688943"/>
                  <a:gd name="connsiteX84" fmla="*/ 300115 w 707689"/>
                  <a:gd name="connsiteY84" fmla="*/ 144399 h 688943"/>
                  <a:gd name="connsiteX85" fmla="*/ 299829 w 707689"/>
                  <a:gd name="connsiteY85" fmla="*/ 146399 h 688943"/>
                  <a:gd name="connsiteX86" fmla="*/ 262110 w 707689"/>
                  <a:gd name="connsiteY86" fmla="*/ 130874 h 688943"/>
                  <a:gd name="connsiteX87" fmla="*/ 256681 w 707689"/>
                  <a:gd name="connsiteY87" fmla="*/ 129731 h 688943"/>
                  <a:gd name="connsiteX88" fmla="*/ 256490 w 707689"/>
                  <a:gd name="connsiteY88" fmla="*/ 132398 h 688943"/>
                  <a:gd name="connsiteX89" fmla="*/ 241441 w 707689"/>
                  <a:gd name="connsiteY89" fmla="*/ 123539 h 688943"/>
                  <a:gd name="connsiteX90" fmla="*/ 209342 w 707689"/>
                  <a:gd name="connsiteY90" fmla="*/ 103061 h 688943"/>
                  <a:gd name="connsiteX91" fmla="*/ 203341 w 707689"/>
                  <a:gd name="connsiteY91" fmla="*/ 98489 h 688943"/>
                  <a:gd name="connsiteX92" fmla="*/ 202579 w 707689"/>
                  <a:gd name="connsiteY92" fmla="*/ 102108 h 688943"/>
                  <a:gd name="connsiteX93" fmla="*/ 122855 w 707689"/>
                  <a:gd name="connsiteY93" fmla="*/ 12954 h 688943"/>
                  <a:gd name="connsiteX94" fmla="*/ 118949 w 707689"/>
                  <a:gd name="connsiteY94" fmla="*/ 2858 h 688943"/>
                  <a:gd name="connsiteX95" fmla="*/ 114187 w 707689"/>
                  <a:gd name="connsiteY95" fmla="*/ 12668 h 688943"/>
                  <a:gd name="connsiteX96" fmla="*/ 108281 w 707689"/>
                  <a:gd name="connsiteY96" fmla="*/ 64389 h 688943"/>
                  <a:gd name="connsiteX97" fmla="*/ 104471 w 707689"/>
                  <a:gd name="connsiteY97" fmla="*/ 114014 h 688943"/>
                  <a:gd name="connsiteX98" fmla="*/ 111806 w 707689"/>
                  <a:gd name="connsiteY98" fmla="*/ 162687 h 688943"/>
                  <a:gd name="connsiteX99" fmla="*/ 116473 w 707689"/>
                  <a:gd name="connsiteY99" fmla="*/ 169831 h 688943"/>
                  <a:gd name="connsiteX100" fmla="*/ 123045 w 707689"/>
                  <a:gd name="connsiteY100" fmla="*/ 207264 h 688943"/>
                  <a:gd name="connsiteX101" fmla="*/ 130475 w 707689"/>
                  <a:gd name="connsiteY101" fmla="*/ 217361 h 688943"/>
                  <a:gd name="connsiteX102" fmla="*/ 140000 w 707689"/>
                  <a:gd name="connsiteY102" fmla="*/ 250127 h 688943"/>
                  <a:gd name="connsiteX103" fmla="*/ 151525 w 707689"/>
                  <a:gd name="connsiteY103" fmla="*/ 265557 h 688943"/>
                  <a:gd name="connsiteX104" fmla="*/ 187720 w 707689"/>
                  <a:gd name="connsiteY104" fmla="*/ 308610 h 688943"/>
                  <a:gd name="connsiteX105" fmla="*/ 222581 w 707689"/>
                  <a:gd name="connsiteY105" fmla="*/ 331756 h 688943"/>
                  <a:gd name="connsiteX106" fmla="*/ 221438 w 707689"/>
                  <a:gd name="connsiteY106" fmla="*/ 335661 h 688943"/>
                  <a:gd name="connsiteX107" fmla="*/ 223629 w 707689"/>
                  <a:gd name="connsiteY107" fmla="*/ 337661 h 688943"/>
                  <a:gd name="connsiteX108" fmla="*/ 237821 w 707689"/>
                  <a:gd name="connsiteY108" fmla="*/ 343567 h 688943"/>
                  <a:gd name="connsiteX109" fmla="*/ 248394 w 707689"/>
                  <a:gd name="connsiteY109" fmla="*/ 342710 h 688943"/>
                  <a:gd name="connsiteX110" fmla="*/ 246489 w 707689"/>
                  <a:gd name="connsiteY110" fmla="*/ 354521 h 688943"/>
                  <a:gd name="connsiteX111" fmla="*/ 246299 w 707689"/>
                  <a:gd name="connsiteY111" fmla="*/ 359283 h 688943"/>
                  <a:gd name="connsiteX112" fmla="*/ 249442 w 707689"/>
                  <a:gd name="connsiteY112" fmla="*/ 360521 h 688943"/>
                  <a:gd name="connsiteX113" fmla="*/ 264396 w 707689"/>
                  <a:gd name="connsiteY113" fmla="*/ 362331 h 688943"/>
                  <a:gd name="connsiteX114" fmla="*/ 279446 w 707689"/>
                  <a:gd name="connsiteY114" fmla="*/ 355854 h 688943"/>
                  <a:gd name="connsiteX115" fmla="*/ 281160 w 707689"/>
                  <a:gd name="connsiteY115" fmla="*/ 354616 h 688943"/>
                  <a:gd name="connsiteX116" fmla="*/ 283065 w 707689"/>
                  <a:gd name="connsiteY116" fmla="*/ 353187 h 688943"/>
                  <a:gd name="connsiteX117" fmla="*/ 153716 w 707689"/>
                  <a:gd name="connsiteY117" fmla="*/ 540068 h 688943"/>
                  <a:gd name="connsiteX118" fmla="*/ 93041 w 707689"/>
                  <a:gd name="connsiteY118" fmla="*/ 428054 h 688943"/>
                  <a:gd name="connsiteX119" fmla="*/ 132189 w 707689"/>
                  <a:gd name="connsiteY119" fmla="*/ 391382 h 688943"/>
                  <a:gd name="connsiteX120" fmla="*/ 166289 w 707689"/>
                  <a:gd name="connsiteY120" fmla="*/ 414052 h 688943"/>
                  <a:gd name="connsiteX121" fmla="*/ 202484 w 707689"/>
                  <a:gd name="connsiteY121" fmla="*/ 436150 h 688943"/>
                  <a:gd name="connsiteX122" fmla="*/ 217533 w 707689"/>
                  <a:gd name="connsiteY122" fmla="*/ 425386 h 688943"/>
                  <a:gd name="connsiteX123" fmla="*/ 217533 w 707689"/>
                  <a:gd name="connsiteY123" fmla="*/ 422815 h 688943"/>
                  <a:gd name="connsiteX124" fmla="*/ 218581 w 707689"/>
                  <a:gd name="connsiteY124" fmla="*/ 424053 h 688943"/>
                  <a:gd name="connsiteX125" fmla="*/ 223915 w 707689"/>
                  <a:gd name="connsiteY125" fmla="*/ 431864 h 688943"/>
                  <a:gd name="connsiteX126" fmla="*/ 227058 w 707689"/>
                  <a:gd name="connsiteY126" fmla="*/ 423005 h 688943"/>
                  <a:gd name="connsiteX127" fmla="*/ 233345 w 707689"/>
                  <a:gd name="connsiteY127" fmla="*/ 418624 h 688943"/>
                  <a:gd name="connsiteX128" fmla="*/ 235345 w 707689"/>
                  <a:gd name="connsiteY128" fmla="*/ 417671 h 688943"/>
                  <a:gd name="connsiteX129" fmla="*/ 242679 w 707689"/>
                  <a:gd name="connsiteY129" fmla="*/ 408813 h 688943"/>
                  <a:gd name="connsiteX130" fmla="*/ 228773 w 707689"/>
                  <a:gd name="connsiteY130" fmla="*/ 393383 h 688943"/>
                  <a:gd name="connsiteX131" fmla="*/ 228392 w 707689"/>
                  <a:gd name="connsiteY131" fmla="*/ 393097 h 688943"/>
                  <a:gd name="connsiteX132" fmla="*/ 219057 w 707689"/>
                  <a:gd name="connsiteY132" fmla="*/ 382334 h 688943"/>
                  <a:gd name="connsiteX133" fmla="*/ 219057 w 707689"/>
                  <a:gd name="connsiteY133" fmla="*/ 382334 h 688943"/>
                  <a:gd name="connsiteX134" fmla="*/ 216200 w 707689"/>
                  <a:gd name="connsiteY134" fmla="*/ 357664 h 688943"/>
                  <a:gd name="connsiteX135" fmla="*/ 183719 w 707689"/>
                  <a:gd name="connsiteY135" fmla="*/ 339471 h 688943"/>
                  <a:gd name="connsiteX136" fmla="*/ 175814 w 707689"/>
                  <a:gd name="connsiteY136" fmla="*/ 332327 h 688943"/>
                  <a:gd name="connsiteX137" fmla="*/ 149715 w 707689"/>
                  <a:gd name="connsiteY137" fmla="*/ 315563 h 688943"/>
                  <a:gd name="connsiteX138" fmla="*/ 138190 w 707689"/>
                  <a:gd name="connsiteY138" fmla="*/ 311658 h 688943"/>
                  <a:gd name="connsiteX139" fmla="*/ 145048 w 707689"/>
                  <a:gd name="connsiteY139" fmla="*/ 323945 h 688943"/>
                  <a:gd name="connsiteX140" fmla="*/ 147239 w 707689"/>
                  <a:gd name="connsiteY140" fmla="*/ 328327 h 688943"/>
                  <a:gd name="connsiteX141" fmla="*/ 45988 w 707689"/>
                  <a:gd name="connsiteY141" fmla="*/ 394811 h 688943"/>
                  <a:gd name="connsiteX142" fmla="*/ 80087 w 707689"/>
                  <a:gd name="connsiteY142" fmla="*/ 538353 h 688943"/>
                  <a:gd name="connsiteX143" fmla="*/ 8078 w 707689"/>
                  <a:gd name="connsiteY143" fmla="*/ 593408 h 688943"/>
                  <a:gd name="connsiteX144" fmla="*/ 744 w 707689"/>
                  <a:gd name="connsiteY144" fmla="*/ 644747 h 688943"/>
                  <a:gd name="connsiteX145" fmla="*/ 48274 w 707689"/>
                  <a:gd name="connsiteY145" fmla="*/ 651415 h 688943"/>
                  <a:gd name="connsiteX146" fmla="*/ 73610 w 707689"/>
                  <a:gd name="connsiteY146" fmla="*/ 655796 h 688943"/>
                  <a:gd name="connsiteX147" fmla="*/ 109139 w 707689"/>
                  <a:gd name="connsiteY147" fmla="*/ 663035 h 688943"/>
                  <a:gd name="connsiteX148" fmla="*/ 146000 w 707689"/>
                  <a:gd name="connsiteY148" fmla="*/ 672084 h 688943"/>
                  <a:gd name="connsiteX149" fmla="*/ 201055 w 707689"/>
                  <a:gd name="connsiteY149" fmla="*/ 688943 h 688943"/>
                  <a:gd name="connsiteX150" fmla="*/ 210485 w 707689"/>
                  <a:gd name="connsiteY150" fmla="*/ 628460 h 688943"/>
                  <a:gd name="connsiteX151" fmla="*/ 359075 w 707689"/>
                  <a:gd name="connsiteY151" fmla="*/ 610934 h 688943"/>
                  <a:gd name="connsiteX152" fmla="*/ 387840 w 707689"/>
                  <a:gd name="connsiteY152" fmla="*/ 494538 h 688943"/>
                  <a:gd name="connsiteX153" fmla="*/ 392698 w 707689"/>
                  <a:gd name="connsiteY153" fmla="*/ 494919 h 688943"/>
                  <a:gd name="connsiteX154" fmla="*/ 406795 w 707689"/>
                  <a:gd name="connsiteY154" fmla="*/ 497015 h 688943"/>
                  <a:gd name="connsiteX155" fmla="*/ 399080 w 707689"/>
                  <a:gd name="connsiteY155" fmla="*/ 487680 h 688943"/>
                  <a:gd name="connsiteX156" fmla="*/ 374124 w 707689"/>
                  <a:gd name="connsiteY156" fmla="*/ 469202 h 688943"/>
                  <a:gd name="connsiteX157" fmla="*/ 365075 w 707689"/>
                  <a:gd name="connsiteY157" fmla="*/ 464820 h 688943"/>
                  <a:gd name="connsiteX158" fmla="*/ 326595 w 707689"/>
                  <a:gd name="connsiteY158" fmla="*/ 438245 h 688943"/>
                  <a:gd name="connsiteX159" fmla="*/ 311640 w 707689"/>
                  <a:gd name="connsiteY159" fmla="*/ 446342 h 688943"/>
                  <a:gd name="connsiteX160" fmla="*/ 298210 w 707689"/>
                  <a:gd name="connsiteY160" fmla="*/ 441389 h 688943"/>
                  <a:gd name="connsiteX161" fmla="*/ 297829 w 707689"/>
                  <a:gd name="connsiteY161" fmla="*/ 441103 h 688943"/>
                  <a:gd name="connsiteX162" fmla="*/ 281827 w 707689"/>
                  <a:gd name="connsiteY162" fmla="*/ 432911 h 688943"/>
                  <a:gd name="connsiteX163" fmla="*/ 272397 w 707689"/>
                  <a:gd name="connsiteY163" fmla="*/ 443389 h 688943"/>
                  <a:gd name="connsiteX164" fmla="*/ 272207 w 707689"/>
                  <a:gd name="connsiteY164" fmla="*/ 445484 h 688943"/>
                  <a:gd name="connsiteX165" fmla="*/ 270206 w 707689"/>
                  <a:gd name="connsiteY165" fmla="*/ 452819 h 688943"/>
                  <a:gd name="connsiteX166" fmla="*/ 262777 w 707689"/>
                  <a:gd name="connsiteY166" fmla="*/ 458724 h 688943"/>
                  <a:gd name="connsiteX167" fmla="*/ 272016 w 707689"/>
                  <a:gd name="connsiteY167" fmla="*/ 461010 h 688943"/>
                  <a:gd name="connsiteX168" fmla="*/ 273635 w 707689"/>
                  <a:gd name="connsiteY168" fmla="*/ 461486 h 688943"/>
                  <a:gd name="connsiteX169" fmla="*/ 271064 w 707689"/>
                  <a:gd name="connsiteY169" fmla="*/ 462439 h 688943"/>
                  <a:gd name="connsiteX170" fmla="*/ 264587 w 707689"/>
                  <a:gd name="connsiteY170" fmla="*/ 468821 h 688943"/>
                  <a:gd name="connsiteX171" fmla="*/ 266492 w 707689"/>
                  <a:gd name="connsiteY171" fmla="*/ 480822 h 688943"/>
                  <a:gd name="connsiteX172" fmla="*/ 299543 w 707689"/>
                  <a:gd name="connsiteY172" fmla="*/ 506159 h 688943"/>
                  <a:gd name="connsiteX173" fmla="*/ 332786 w 707689"/>
                  <a:gd name="connsiteY173" fmla="*/ 529971 h 688943"/>
                  <a:gd name="connsiteX174" fmla="*/ 311259 w 707689"/>
                  <a:gd name="connsiteY174" fmla="*/ 578834 h 688943"/>
                  <a:gd name="connsiteX175" fmla="*/ 275921 w 707689"/>
                  <a:gd name="connsiteY175" fmla="*/ 589121 h 688943"/>
                  <a:gd name="connsiteX176" fmla="*/ 183624 w 707689"/>
                  <a:gd name="connsiteY176" fmla="*/ 560832 h 688943"/>
                  <a:gd name="connsiteX177" fmla="*/ 317641 w 707689"/>
                  <a:gd name="connsiteY177" fmla="*/ 377095 h 688943"/>
                  <a:gd name="connsiteX178" fmla="*/ 316879 w 707689"/>
                  <a:gd name="connsiteY178" fmla="*/ 379286 h 688943"/>
                  <a:gd name="connsiteX179" fmla="*/ 316212 w 707689"/>
                  <a:gd name="connsiteY179" fmla="*/ 381476 h 688943"/>
                  <a:gd name="connsiteX180" fmla="*/ 315164 w 707689"/>
                  <a:gd name="connsiteY180" fmla="*/ 397669 h 688943"/>
                  <a:gd name="connsiteX181" fmla="*/ 322022 w 707689"/>
                  <a:gd name="connsiteY181" fmla="*/ 410909 h 688943"/>
                  <a:gd name="connsiteX182" fmla="*/ 324213 w 707689"/>
                  <a:gd name="connsiteY182" fmla="*/ 413385 h 688943"/>
                  <a:gd name="connsiteX183" fmla="*/ 328785 w 707689"/>
                  <a:gd name="connsiteY183" fmla="*/ 411575 h 688943"/>
                  <a:gd name="connsiteX184" fmla="*/ 339453 w 707689"/>
                  <a:gd name="connsiteY184" fmla="*/ 405860 h 688943"/>
                  <a:gd name="connsiteX185" fmla="*/ 342120 w 707689"/>
                  <a:gd name="connsiteY185" fmla="*/ 415957 h 688943"/>
                  <a:gd name="connsiteX186" fmla="*/ 352598 w 707689"/>
                  <a:gd name="connsiteY186" fmla="*/ 427101 h 688943"/>
                  <a:gd name="connsiteX187" fmla="*/ 355265 w 707689"/>
                  <a:gd name="connsiteY187" fmla="*/ 428435 h 688943"/>
                  <a:gd name="connsiteX188" fmla="*/ 358599 w 707689"/>
                  <a:gd name="connsiteY188" fmla="*/ 426053 h 688943"/>
                  <a:gd name="connsiteX189" fmla="*/ 365933 w 707689"/>
                  <a:gd name="connsiteY189" fmla="*/ 439579 h 688943"/>
                  <a:gd name="connsiteX190" fmla="*/ 392507 w 707689"/>
                  <a:gd name="connsiteY190" fmla="*/ 450247 h 688943"/>
                  <a:gd name="connsiteX191" fmla="*/ 445943 w 707689"/>
                  <a:gd name="connsiteY191" fmla="*/ 469106 h 688943"/>
                  <a:gd name="connsiteX192" fmla="*/ 464135 w 707689"/>
                  <a:gd name="connsiteY192" fmla="*/ 474345 h 688943"/>
                  <a:gd name="connsiteX193" fmla="*/ 480233 w 707689"/>
                  <a:gd name="connsiteY193" fmla="*/ 476726 h 688943"/>
                  <a:gd name="connsiteX194" fmla="*/ 499187 w 707689"/>
                  <a:gd name="connsiteY194" fmla="*/ 472154 h 688943"/>
                  <a:gd name="connsiteX195" fmla="*/ 510999 w 707689"/>
                  <a:gd name="connsiteY195" fmla="*/ 475393 h 688943"/>
                  <a:gd name="connsiteX196" fmla="*/ 523857 w 707689"/>
                  <a:gd name="connsiteY196" fmla="*/ 477203 h 688943"/>
                  <a:gd name="connsiteX197" fmla="*/ 549384 w 707689"/>
                  <a:gd name="connsiteY197" fmla="*/ 468821 h 688943"/>
                  <a:gd name="connsiteX198" fmla="*/ 557480 w 707689"/>
                  <a:gd name="connsiteY198" fmla="*/ 470726 h 688943"/>
                  <a:gd name="connsiteX199" fmla="*/ 571673 w 707689"/>
                  <a:gd name="connsiteY199" fmla="*/ 472250 h 688943"/>
                  <a:gd name="connsiteX200" fmla="*/ 606629 w 707689"/>
                  <a:gd name="connsiteY200" fmla="*/ 460915 h 688943"/>
                  <a:gd name="connsiteX201" fmla="*/ 652635 w 707689"/>
                  <a:gd name="connsiteY201" fmla="*/ 440341 h 688943"/>
                  <a:gd name="connsiteX202" fmla="*/ 699974 w 707689"/>
                  <a:gd name="connsiteY202" fmla="*/ 417195 h 688943"/>
                  <a:gd name="connsiteX203" fmla="*/ 707690 w 707689"/>
                  <a:gd name="connsiteY203" fmla="*/ 409385 h 688943"/>
                  <a:gd name="connsiteX204" fmla="*/ 696641 w 707689"/>
                  <a:gd name="connsiteY204" fmla="*/ 409385 h 688943"/>
                  <a:gd name="connsiteX205" fmla="*/ 584341 w 707689"/>
                  <a:gd name="connsiteY205" fmla="*/ 365951 h 688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</a:cxnLst>
                <a:rect l="l" t="t" r="r" b="b"/>
                <a:pathLst>
                  <a:path w="707689" h="688943">
                    <a:moveTo>
                      <a:pt x="584817" y="365474"/>
                    </a:moveTo>
                    <a:lnTo>
                      <a:pt x="587960" y="363569"/>
                    </a:lnTo>
                    <a:lnTo>
                      <a:pt x="581579" y="359569"/>
                    </a:lnTo>
                    <a:cubicBezTo>
                      <a:pt x="570720" y="352711"/>
                      <a:pt x="563958" y="347282"/>
                      <a:pt x="551670" y="337376"/>
                    </a:cubicBezTo>
                    <a:lnTo>
                      <a:pt x="537478" y="325946"/>
                    </a:lnTo>
                    <a:lnTo>
                      <a:pt x="540050" y="324993"/>
                    </a:lnTo>
                    <a:lnTo>
                      <a:pt x="537002" y="320231"/>
                    </a:lnTo>
                    <a:cubicBezTo>
                      <a:pt x="529953" y="309182"/>
                      <a:pt x="520809" y="299466"/>
                      <a:pt x="509284" y="290608"/>
                    </a:cubicBezTo>
                    <a:lnTo>
                      <a:pt x="511094" y="289655"/>
                    </a:lnTo>
                    <a:lnTo>
                      <a:pt x="507760" y="285274"/>
                    </a:lnTo>
                    <a:cubicBezTo>
                      <a:pt x="501664" y="277273"/>
                      <a:pt x="493758" y="267938"/>
                      <a:pt x="481661" y="260414"/>
                    </a:cubicBezTo>
                    <a:cubicBezTo>
                      <a:pt x="473565" y="255365"/>
                      <a:pt x="465945" y="252413"/>
                      <a:pt x="459182" y="251841"/>
                    </a:cubicBezTo>
                    <a:cubicBezTo>
                      <a:pt x="447276" y="250984"/>
                      <a:pt x="426607" y="261461"/>
                      <a:pt x="413843" y="279749"/>
                    </a:cubicBezTo>
                    <a:lnTo>
                      <a:pt x="407938" y="290036"/>
                    </a:lnTo>
                    <a:lnTo>
                      <a:pt x="403747" y="297847"/>
                    </a:lnTo>
                    <a:cubicBezTo>
                      <a:pt x="392317" y="317659"/>
                      <a:pt x="381458" y="322136"/>
                      <a:pt x="366695" y="315659"/>
                    </a:cubicBezTo>
                    <a:lnTo>
                      <a:pt x="363647" y="314135"/>
                    </a:lnTo>
                    <a:lnTo>
                      <a:pt x="420225" y="236411"/>
                    </a:lnTo>
                    <a:cubicBezTo>
                      <a:pt x="435179" y="244602"/>
                      <a:pt x="448324" y="249174"/>
                      <a:pt x="456706" y="249174"/>
                    </a:cubicBezTo>
                    <a:cubicBezTo>
                      <a:pt x="462802" y="249174"/>
                      <a:pt x="465850" y="246698"/>
                      <a:pt x="467374" y="244697"/>
                    </a:cubicBezTo>
                    <a:lnTo>
                      <a:pt x="478042" y="229743"/>
                    </a:lnTo>
                    <a:lnTo>
                      <a:pt x="479375" y="220885"/>
                    </a:lnTo>
                    <a:cubicBezTo>
                      <a:pt x="482424" y="216694"/>
                      <a:pt x="484424" y="211741"/>
                      <a:pt x="485471" y="206502"/>
                    </a:cubicBezTo>
                    <a:lnTo>
                      <a:pt x="486329" y="206978"/>
                    </a:lnTo>
                    <a:lnTo>
                      <a:pt x="490901" y="209836"/>
                    </a:lnTo>
                    <a:lnTo>
                      <a:pt x="492425" y="206502"/>
                    </a:lnTo>
                    <a:lnTo>
                      <a:pt x="494520" y="207645"/>
                    </a:lnTo>
                    <a:lnTo>
                      <a:pt x="507093" y="210693"/>
                    </a:lnTo>
                    <a:lnTo>
                      <a:pt x="517285" y="208217"/>
                    </a:lnTo>
                    <a:cubicBezTo>
                      <a:pt x="525667" y="215360"/>
                      <a:pt x="540431" y="225552"/>
                      <a:pt x="556433" y="229743"/>
                    </a:cubicBezTo>
                    <a:lnTo>
                      <a:pt x="565196" y="230981"/>
                    </a:lnTo>
                    <a:cubicBezTo>
                      <a:pt x="571578" y="230981"/>
                      <a:pt x="577102" y="229172"/>
                      <a:pt x="581198" y="225743"/>
                    </a:cubicBezTo>
                    <a:cubicBezTo>
                      <a:pt x="588246" y="226314"/>
                      <a:pt x="596152" y="222409"/>
                      <a:pt x="602724" y="215646"/>
                    </a:cubicBezTo>
                    <a:cubicBezTo>
                      <a:pt x="607582" y="215456"/>
                      <a:pt x="616440" y="213551"/>
                      <a:pt x="625489" y="203454"/>
                    </a:cubicBezTo>
                    <a:lnTo>
                      <a:pt x="631871" y="196215"/>
                    </a:lnTo>
                    <a:lnTo>
                      <a:pt x="622155" y="195644"/>
                    </a:lnTo>
                    <a:cubicBezTo>
                      <a:pt x="613297" y="195167"/>
                      <a:pt x="591008" y="183833"/>
                      <a:pt x="573101" y="172403"/>
                    </a:cubicBezTo>
                    <a:lnTo>
                      <a:pt x="575578" y="170783"/>
                    </a:lnTo>
                    <a:lnTo>
                      <a:pt x="568910" y="166973"/>
                    </a:lnTo>
                    <a:cubicBezTo>
                      <a:pt x="563386" y="163830"/>
                      <a:pt x="559862" y="161354"/>
                      <a:pt x="552623" y="156210"/>
                    </a:cubicBezTo>
                    <a:lnTo>
                      <a:pt x="542621" y="149066"/>
                    </a:lnTo>
                    <a:cubicBezTo>
                      <a:pt x="534239" y="140113"/>
                      <a:pt x="517952" y="125159"/>
                      <a:pt x="503569" y="125159"/>
                    </a:cubicBezTo>
                    <a:cubicBezTo>
                      <a:pt x="498140" y="125159"/>
                      <a:pt x="493377" y="127349"/>
                      <a:pt x="489758" y="131445"/>
                    </a:cubicBezTo>
                    <a:cubicBezTo>
                      <a:pt x="480709" y="141827"/>
                      <a:pt x="482424" y="153257"/>
                      <a:pt x="485281" y="162973"/>
                    </a:cubicBezTo>
                    <a:cubicBezTo>
                      <a:pt x="487186" y="169450"/>
                      <a:pt x="485281" y="172974"/>
                      <a:pt x="484328" y="174117"/>
                    </a:cubicBezTo>
                    <a:lnTo>
                      <a:pt x="480709" y="175832"/>
                    </a:lnTo>
                    <a:lnTo>
                      <a:pt x="480709" y="175832"/>
                    </a:lnTo>
                    <a:cubicBezTo>
                      <a:pt x="475375" y="164878"/>
                      <a:pt x="466517" y="154686"/>
                      <a:pt x="455468" y="147066"/>
                    </a:cubicBezTo>
                    <a:cubicBezTo>
                      <a:pt x="444133" y="139256"/>
                      <a:pt x="431179" y="134493"/>
                      <a:pt x="418606" y="133541"/>
                    </a:cubicBezTo>
                    <a:lnTo>
                      <a:pt x="418225" y="132493"/>
                    </a:lnTo>
                    <a:lnTo>
                      <a:pt x="418606" y="129159"/>
                    </a:lnTo>
                    <a:cubicBezTo>
                      <a:pt x="420225" y="126492"/>
                      <a:pt x="424035" y="124682"/>
                      <a:pt x="429083" y="124397"/>
                    </a:cubicBezTo>
                    <a:cubicBezTo>
                      <a:pt x="439370" y="123635"/>
                      <a:pt x="450896" y="121349"/>
                      <a:pt x="457658" y="109442"/>
                    </a:cubicBezTo>
                    <a:cubicBezTo>
                      <a:pt x="460230" y="104775"/>
                      <a:pt x="460706" y="99727"/>
                      <a:pt x="458992" y="94869"/>
                    </a:cubicBezTo>
                    <a:cubicBezTo>
                      <a:pt x="454325" y="81344"/>
                      <a:pt x="434322" y="71247"/>
                      <a:pt x="422797" y="66485"/>
                    </a:cubicBezTo>
                    <a:lnTo>
                      <a:pt x="411843" y="59246"/>
                    </a:lnTo>
                    <a:cubicBezTo>
                      <a:pt x="405176" y="54769"/>
                      <a:pt x="401556" y="52388"/>
                      <a:pt x="396603" y="48292"/>
                    </a:cubicBezTo>
                    <a:lnTo>
                      <a:pt x="390793" y="43529"/>
                    </a:lnTo>
                    <a:lnTo>
                      <a:pt x="390031" y="46387"/>
                    </a:lnTo>
                    <a:cubicBezTo>
                      <a:pt x="372981" y="33719"/>
                      <a:pt x="354598" y="16859"/>
                      <a:pt x="351074" y="8858"/>
                    </a:cubicBezTo>
                    <a:lnTo>
                      <a:pt x="347264" y="0"/>
                    </a:lnTo>
                    <a:lnTo>
                      <a:pt x="342596" y="8477"/>
                    </a:lnTo>
                    <a:cubicBezTo>
                      <a:pt x="336024" y="20098"/>
                      <a:pt x="337167" y="28956"/>
                      <a:pt x="338691" y="33719"/>
                    </a:cubicBezTo>
                    <a:cubicBezTo>
                      <a:pt x="333929" y="43148"/>
                      <a:pt x="334024" y="51721"/>
                      <a:pt x="336405" y="57055"/>
                    </a:cubicBezTo>
                    <a:cubicBezTo>
                      <a:pt x="332881" y="66199"/>
                      <a:pt x="336977" y="76295"/>
                      <a:pt x="340882" y="81058"/>
                    </a:cubicBezTo>
                    <a:cubicBezTo>
                      <a:pt x="350502" y="94583"/>
                      <a:pt x="365266" y="104870"/>
                      <a:pt x="374886" y="110204"/>
                    </a:cubicBezTo>
                    <a:lnTo>
                      <a:pt x="376124" y="120777"/>
                    </a:lnTo>
                    <a:lnTo>
                      <a:pt x="382697" y="130778"/>
                    </a:lnTo>
                    <a:lnTo>
                      <a:pt x="385078" y="132588"/>
                    </a:lnTo>
                    <a:lnTo>
                      <a:pt x="382411" y="135255"/>
                    </a:lnTo>
                    <a:lnTo>
                      <a:pt x="386697" y="138494"/>
                    </a:lnTo>
                    <a:lnTo>
                      <a:pt x="388316" y="139827"/>
                    </a:lnTo>
                    <a:cubicBezTo>
                      <a:pt x="383745" y="142494"/>
                      <a:pt x="379744" y="146114"/>
                      <a:pt x="376791" y="150400"/>
                    </a:cubicBezTo>
                    <a:lnTo>
                      <a:pt x="368790" y="154686"/>
                    </a:lnTo>
                    <a:lnTo>
                      <a:pt x="358027" y="169736"/>
                    </a:lnTo>
                    <a:cubicBezTo>
                      <a:pt x="350312" y="180689"/>
                      <a:pt x="370124" y="200216"/>
                      <a:pt x="382030" y="210407"/>
                    </a:cubicBezTo>
                    <a:lnTo>
                      <a:pt x="327356" y="289465"/>
                    </a:lnTo>
                    <a:lnTo>
                      <a:pt x="324975" y="287274"/>
                    </a:lnTo>
                    <a:cubicBezTo>
                      <a:pt x="313355" y="275368"/>
                      <a:pt x="314498" y="263557"/>
                      <a:pt x="329166" y="246698"/>
                    </a:cubicBezTo>
                    <a:lnTo>
                      <a:pt x="335167" y="240221"/>
                    </a:lnTo>
                    <a:lnTo>
                      <a:pt x="342978" y="231172"/>
                    </a:lnTo>
                    <a:cubicBezTo>
                      <a:pt x="356027" y="212979"/>
                      <a:pt x="358884" y="190214"/>
                      <a:pt x="353836" y="179261"/>
                    </a:cubicBezTo>
                    <a:cubicBezTo>
                      <a:pt x="351169" y="173641"/>
                      <a:pt x="345740" y="167450"/>
                      <a:pt x="338120" y="161735"/>
                    </a:cubicBezTo>
                    <a:cubicBezTo>
                      <a:pt x="326785" y="153067"/>
                      <a:pt x="315260" y="148971"/>
                      <a:pt x="305449" y="146018"/>
                    </a:cubicBezTo>
                    <a:lnTo>
                      <a:pt x="300115" y="144399"/>
                    </a:lnTo>
                    <a:lnTo>
                      <a:pt x="299829" y="146399"/>
                    </a:lnTo>
                    <a:cubicBezTo>
                      <a:pt x="287542" y="138779"/>
                      <a:pt x="275159" y="133731"/>
                      <a:pt x="262110" y="130874"/>
                    </a:cubicBezTo>
                    <a:lnTo>
                      <a:pt x="256681" y="129731"/>
                    </a:lnTo>
                    <a:lnTo>
                      <a:pt x="256490" y="132398"/>
                    </a:lnTo>
                    <a:lnTo>
                      <a:pt x="241441" y="123539"/>
                    </a:lnTo>
                    <a:cubicBezTo>
                      <a:pt x="227439" y="115348"/>
                      <a:pt x="219819" y="110871"/>
                      <a:pt x="209342" y="103061"/>
                    </a:cubicBezTo>
                    <a:lnTo>
                      <a:pt x="203341" y="98489"/>
                    </a:lnTo>
                    <a:lnTo>
                      <a:pt x="202579" y="102108"/>
                    </a:lnTo>
                    <a:cubicBezTo>
                      <a:pt x="173051" y="76581"/>
                      <a:pt x="131141" y="34385"/>
                      <a:pt x="122855" y="12954"/>
                    </a:cubicBezTo>
                    <a:lnTo>
                      <a:pt x="118949" y="2858"/>
                    </a:lnTo>
                    <a:lnTo>
                      <a:pt x="114187" y="12668"/>
                    </a:lnTo>
                    <a:cubicBezTo>
                      <a:pt x="101900" y="37624"/>
                      <a:pt x="105424" y="56007"/>
                      <a:pt x="108281" y="64389"/>
                    </a:cubicBezTo>
                    <a:cubicBezTo>
                      <a:pt x="98566" y="85058"/>
                      <a:pt x="99137" y="103537"/>
                      <a:pt x="104471" y="114014"/>
                    </a:cubicBezTo>
                    <a:cubicBezTo>
                      <a:pt x="97328" y="131540"/>
                      <a:pt x="105043" y="153067"/>
                      <a:pt x="111806" y="162687"/>
                    </a:cubicBezTo>
                    <a:lnTo>
                      <a:pt x="116473" y="169831"/>
                    </a:lnTo>
                    <a:cubicBezTo>
                      <a:pt x="111139" y="184023"/>
                      <a:pt x="117425" y="199930"/>
                      <a:pt x="123045" y="207264"/>
                    </a:cubicBezTo>
                    <a:lnTo>
                      <a:pt x="130475" y="217361"/>
                    </a:lnTo>
                    <a:cubicBezTo>
                      <a:pt x="127617" y="228219"/>
                      <a:pt x="134856" y="243935"/>
                      <a:pt x="140000" y="250127"/>
                    </a:cubicBezTo>
                    <a:cubicBezTo>
                      <a:pt x="144381" y="256604"/>
                      <a:pt x="148001" y="261461"/>
                      <a:pt x="151525" y="265557"/>
                    </a:cubicBezTo>
                    <a:cubicBezTo>
                      <a:pt x="151715" y="282416"/>
                      <a:pt x="167336" y="301276"/>
                      <a:pt x="187720" y="308610"/>
                    </a:cubicBezTo>
                    <a:cubicBezTo>
                      <a:pt x="191816" y="318516"/>
                      <a:pt x="203912" y="334042"/>
                      <a:pt x="222581" y="331756"/>
                    </a:cubicBezTo>
                    <a:lnTo>
                      <a:pt x="221438" y="335661"/>
                    </a:lnTo>
                    <a:lnTo>
                      <a:pt x="223629" y="337661"/>
                    </a:lnTo>
                    <a:cubicBezTo>
                      <a:pt x="227249" y="340805"/>
                      <a:pt x="232678" y="343090"/>
                      <a:pt x="237821" y="343567"/>
                    </a:cubicBezTo>
                    <a:lnTo>
                      <a:pt x="248394" y="342710"/>
                    </a:lnTo>
                    <a:lnTo>
                      <a:pt x="246489" y="354521"/>
                    </a:lnTo>
                    <a:lnTo>
                      <a:pt x="246299" y="359283"/>
                    </a:lnTo>
                    <a:lnTo>
                      <a:pt x="249442" y="360521"/>
                    </a:lnTo>
                    <a:cubicBezTo>
                      <a:pt x="251918" y="361474"/>
                      <a:pt x="258110" y="363188"/>
                      <a:pt x="264396" y="362331"/>
                    </a:cubicBezTo>
                    <a:cubicBezTo>
                      <a:pt x="269730" y="361569"/>
                      <a:pt x="274969" y="359283"/>
                      <a:pt x="279446" y="355854"/>
                    </a:cubicBezTo>
                    <a:lnTo>
                      <a:pt x="281160" y="354616"/>
                    </a:lnTo>
                    <a:lnTo>
                      <a:pt x="283065" y="353187"/>
                    </a:lnTo>
                    <a:lnTo>
                      <a:pt x="153716" y="540068"/>
                    </a:lnTo>
                    <a:cubicBezTo>
                      <a:pt x="123998" y="513017"/>
                      <a:pt x="80849" y="465677"/>
                      <a:pt x="93041" y="428054"/>
                    </a:cubicBezTo>
                    <a:cubicBezTo>
                      <a:pt x="101614" y="401669"/>
                      <a:pt x="119140" y="390430"/>
                      <a:pt x="132189" y="391382"/>
                    </a:cubicBezTo>
                    <a:cubicBezTo>
                      <a:pt x="135713" y="397478"/>
                      <a:pt x="142857" y="409004"/>
                      <a:pt x="166289" y="414052"/>
                    </a:cubicBezTo>
                    <a:cubicBezTo>
                      <a:pt x="178862" y="426244"/>
                      <a:pt x="197626" y="434435"/>
                      <a:pt x="202484" y="436150"/>
                    </a:cubicBezTo>
                    <a:cubicBezTo>
                      <a:pt x="211151" y="437579"/>
                      <a:pt x="217438" y="432721"/>
                      <a:pt x="217533" y="425386"/>
                    </a:cubicBezTo>
                    <a:lnTo>
                      <a:pt x="217533" y="422815"/>
                    </a:lnTo>
                    <a:cubicBezTo>
                      <a:pt x="217533" y="422815"/>
                      <a:pt x="218581" y="424053"/>
                      <a:pt x="218581" y="424053"/>
                    </a:cubicBezTo>
                    <a:lnTo>
                      <a:pt x="223915" y="431864"/>
                    </a:lnTo>
                    <a:lnTo>
                      <a:pt x="227058" y="423005"/>
                    </a:lnTo>
                    <a:lnTo>
                      <a:pt x="233345" y="418624"/>
                    </a:lnTo>
                    <a:lnTo>
                      <a:pt x="235345" y="417671"/>
                    </a:lnTo>
                    <a:cubicBezTo>
                      <a:pt x="240012" y="415481"/>
                      <a:pt x="242489" y="412528"/>
                      <a:pt x="242679" y="408813"/>
                    </a:cubicBezTo>
                    <a:cubicBezTo>
                      <a:pt x="243060" y="401860"/>
                      <a:pt x="234773" y="396907"/>
                      <a:pt x="228773" y="393383"/>
                    </a:cubicBezTo>
                    <a:lnTo>
                      <a:pt x="228392" y="393097"/>
                    </a:lnTo>
                    <a:cubicBezTo>
                      <a:pt x="227249" y="388906"/>
                      <a:pt x="224010" y="385191"/>
                      <a:pt x="219057" y="382334"/>
                    </a:cubicBezTo>
                    <a:lnTo>
                      <a:pt x="219057" y="382334"/>
                    </a:lnTo>
                    <a:cubicBezTo>
                      <a:pt x="222867" y="376428"/>
                      <a:pt x="225534" y="367665"/>
                      <a:pt x="216200" y="357664"/>
                    </a:cubicBezTo>
                    <a:cubicBezTo>
                      <a:pt x="210104" y="351282"/>
                      <a:pt x="199245" y="345281"/>
                      <a:pt x="183719" y="339471"/>
                    </a:cubicBezTo>
                    <a:lnTo>
                      <a:pt x="175814" y="332327"/>
                    </a:lnTo>
                    <a:cubicBezTo>
                      <a:pt x="172004" y="327279"/>
                      <a:pt x="167622" y="321659"/>
                      <a:pt x="149715" y="315563"/>
                    </a:cubicBezTo>
                    <a:lnTo>
                      <a:pt x="138190" y="311658"/>
                    </a:lnTo>
                    <a:lnTo>
                      <a:pt x="145048" y="323945"/>
                    </a:lnTo>
                    <a:lnTo>
                      <a:pt x="147239" y="328327"/>
                    </a:lnTo>
                    <a:cubicBezTo>
                      <a:pt x="105043" y="321945"/>
                      <a:pt x="68753" y="346043"/>
                      <a:pt x="45988" y="394811"/>
                    </a:cubicBezTo>
                    <a:cubicBezTo>
                      <a:pt x="25509" y="438245"/>
                      <a:pt x="37034" y="486442"/>
                      <a:pt x="80087" y="538353"/>
                    </a:cubicBezTo>
                    <a:cubicBezTo>
                      <a:pt x="47417" y="544830"/>
                      <a:pt x="21509" y="564642"/>
                      <a:pt x="8078" y="593408"/>
                    </a:cubicBezTo>
                    <a:cubicBezTo>
                      <a:pt x="77" y="610934"/>
                      <a:pt x="-1066" y="628745"/>
                      <a:pt x="744" y="644747"/>
                    </a:cubicBezTo>
                    <a:cubicBezTo>
                      <a:pt x="16365" y="646557"/>
                      <a:pt x="32272" y="648748"/>
                      <a:pt x="48274" y="651415"/>
                    </a:cubicBezTo>
                    <a:cubicBezTo>
                      <a:pt x="56751" y="652844"/>
                      <a:pt x="65133" y="654272"/>
                      <a:pt x="73610" y="655796"/>
                    </a:cubicBezTo>
                    <a:cubicBezTo>
                      <a:pt x="85421" y="658082"/>
                      <a:pt x="97328" y="660464"/>
                      <a:pt x="109139" y="663035"/>
                    </a:cubicBezTo>
                    <a:cubicBezTo>
                      <a:pt x="121521" y="665893"/>
                      <a:pt x="133808" y="668846"/>
                      <a:pt x="146000" y="672084"/>
                    </a:cubicBezTo>
                    <a:cubicBezTo>
                      <a:pt x="164765" y="677132"/>
                      <a:pt x="183148" y="682657"/>
                      <a:pt x="201055" y="688943"/>
                    </a:cubicBezTo>
                    <a:cubicBezTo>
                      <a:pt x="210389" y="670846"/>
                      <a:pt x="213914" y="649986"/>
                      <a:pt x="210485" y="628460"/>
                    </a:cubicBezTo>
                    <a:cubicBezTo>
                      <a:pt x="274397" y="650462"/>
                      <a:pt x="324880" y="644557"/>
                      <a:pt x="359075" y="610934"/>
                    </a:cubicBezTo>
                    <a:cubicBezTo>
                      <a:pt x="388793" y="582073"/>
                      <a:pt x="411176" y="536829"/>
                      <a:pt x="387840" y="494538"/>
                    </a:cubicBezTo>
                    <a:lnTo>
                      <a:pt x="392698" y="494919"/>
                    </a:lnTo>
                    <a:lnTo>
                      <a:pt x="406795" y="497015"/>
                    </a:lnTo>
                    <a:lnTo>
                      <a:pt x="399080" y="487680"/>
                    </a:lnTo>
                    <a:cubicBezTo>
                      <a:pt x="387269" y="473202"/>
                      <a:pt x="380316" y="471107"/>
                      <a:pt x="374124" y="469202"/>
                    </a:cubicBezTo>
                    <a:lnTo>
                      <a:pt x="365075" y="464820"/>
                    </a:lnTo>
                    <a:cubicBezTo>
                      <a:pt x="349169" y="446627"/>
                      <a:pt x="336977" y="438245"/>
                      <a:pt x="326595" y="438245"/>
                    </a:cubicBezTo>
                    <a:cubicBezTo>
                      <a:pt x="320594" y="438245"/>
                      <a:pt x="315641" y="440912"/>
                      <a:pt x="311640" y="446342"/>
                    </a:cubicBezTo>
                    <a:cubicBezTo>
                      <a:pt x="307925" y="443198"/>
                      <a:pt x="303068" y="440817"/>
                      <a:pt x="298210" y="441389"/>
                    </a:cubicBezTo>
                    <a:lnTo>
                      <a:pt x="297829" y="441103"/>
                    </a:lnTo>
                    <a:cubicBezTo>
                      <a:pt x="293447" y="437579"/>
                      <a:pt x="287351" y="432911"/>
                      <a:pt x="281827" y="432911"/>
                    </a:cubicBezTo>
                    <a:cubicBezTo>
                      <a:pt x="279350" y="432911"/>
                      <a:pt x="273350" y="433959"/>
                      <a:pt x="272397" y="443389"/>
                    </a:cubicBezTo>
                    <a:lnTo>
                      <a:pt x="272207" y="445484"/>
                    </a:lnTo>
                    <a:lnTo>
                      <a:pt x="270206" y="452819"/>
                    </a:lnTo>
                    <a:lnTo>
                      <a:pt x="262777" y="458724"/>
                    </a:lnTo>
                    <a:lnTo>
                      <a:pt x="272016" y="461010"/>
                    </a:lnTo>
                    <a:lnTo>
                      <a:pt x="273635" y="461486"/>
                    </a:lnTo>
                    <a:lnTo>
                      <a:pt x="271064" y="462439"/>
                    </a:lnTo>
                    <a:lnTo>
                      <a:pt x="264587" y="468821"/>
                    </a:lnTo>
                    <a:lnTo>
                      <a:pt x="266492" y="480822"/>
                    </a:lnTo>
                    <a:cubicBezTo>
                      <a:pt x="269254" y="484156"/>
                      <a:pt x="283541" y="498634"/>
                      <a:pt x="299543" y="506159"/>
                    </a:cubicBezTo>
                    <a:cubicBezTo>
                      <a:pt x="312307" y="526161"/>
                      <a:pt x="325642" y="528828"/>
                      <a:pt x="332786" y="529971"/>
                    </a:cubicBezTo>
                    <a:cubicBezTo>
                      <a:pt x="338405" y="542258"/>
                      <a:pt x="332976" y="562261"/>
                      <a:pt x="311259" y="578834"/>
                    </a:cubicBezTo>
                    <a:cubicBezTo>
                      <a:pt x="302210" y="585692"/>
                      <a:pt x="290399" y="589121"/>
                      <a:pt x="275921" y="589121"/>
                    </a:cubicBezTo>
                    <a:cubicBezTo>
                      <a:pt x="246013" y="589121"/>
                      <a:pt x="210008" y="574262"/>
                      <a:pt x="183624" y="560832"/>
                    </a:cubicBezTo>
                    <a:lnTo>
                      <a:pt x="317641" y="377095"/>
                    </a:lnTo>
                    <a:lnTo>
                      <a:pt x="316879" y="379286"/>
                    </a:lnTo>
                    <a:lnTo>
                      <a:pt x="316212" y="381476"/>
                    </a:lnTo>
                    <a:cubicBezTo>
                      <a:pt x="314403" y="386810"/>
                      <a:pt x="314117" y="392430"/>
                      <a:pt x="315164" y="397669"/>
                    </a:cubicBezTo>
                    <a:lnTo>
                      <a:pt x="322022" y="410909"/>
                    </a:lnTo>
                    <a:lnTo>
                      <a:pt x="324213" y="413385"/>
                    </a:lnTo>
                    <a:lnTo>
                      <a:pt x="328785" y="411575"/>
                    </a:lnTo>
                    <a:lnTo>
                      <a:pt x="339453" y="405860"/>
                    </a:lnTo>
                    <a:lnTo>
                      <a:pt x="342120" y="415957"/>
                    </a:lnTo>
                    <a:cubicBezTo>
                      <a:pt x="344406" y="420624"/>
                      <a:pt x="348407" y="424910"/>
                      <a:pt x="352598" y="427101"/>
                    </a:cubicBezTo>
                    <a:lnTo>
                      <a:pt x="355265" y="428435"/>
                    </a:lnTo>
                    <a:lnTo>
                      <a:pt x="358599" y="426053"/>
                    </a:lnTo>
                    <a:cubicBezTo>
                      <a:pt x="359837" y="431292"/>
                      <a:pt x="362313" y="435864"/>
                      <a:pt x="365933" y="439579"/>
                    </a:cubicBezTo>
                    <a:cubicBezTo>
                      <a:pt x="374410" y="448247"/>
                      <a:pt x="386697" y="449961"/>
                      <a:pt x="392507" y="450247"/>
                    </a:cubicBezTo>
                    <a:cubicBezTo>
                      <a:pt x="405461" y="465773"/>
                      <a:pt x="430036" y="474726"/>
                      <a:pt x="445943" y="469106"/>
                    </a:cubicBezTo>
                    <a:cubicBezTo>
                      <a:pt x="451086" y="471011"/>
                      <a:pt x="456992" y="472726"/>
                      <a:pt x="464135" y="474345"/>
                    </a:cubicBezTo>
                    <a:cubicBezTo>
                      <a:pt x="468422" y="475869"/>
                      <a:pt x="474422" y="476726"/>
                      <a:pt x="480233" y="476726"/>
                    </a:cubicBezTo>
                    <a:cubicBezTo>
                      <a:pt x="484995" y="476726"/>
                      <a:pt x="493282" y="476155"/>
                      <a:pt x="499187" y="472154"/>
                    </a:cubicBezTo>
                    <a:lnTo>
                      <a:pt x="510999" y="475393"/>
                    </a:lnTo>
                    <a:lnTo>
                      <a:pt x="523857" y="477203"/>
                    </a:lnTo>
                    <a:cubicBezTo>
                      <a:pt x="529858" y="477203"/>
                      <a:pt x="540812" y="476155"/>
                      <a:pt x="549384" y="468821"/>
                    </a:cubicBezTo>
                    <a:lnTo>
                      <a:pt x="557480" y="470726"/>
                    </a:lnTo>
                    <a:cubicBezTo>
                      <a:pt x="561386" y="471678"/>
                      <a:pt x="566529" y="472250"/>
                      <a:pt x="571673" y="472250"/>
                    </a:cubicBezTo>
                    <a:cubicBezTo>
                      <a:pt x="580150" y="472250"/>
                      <a:pt x="595485" y="470726"/>
                      <a:pt x="606629" y="460915"/>
                    </a:cubicBezTo>
                    <a:cubicBezTo>
                      <a:pt x="617488" y="462058"/>
                      <a:pt x="635204" y="457295"/>
                      <a:pt x="652635" y="440341"/>
                    </a:cubicBezTo>
                    <a:cubicBezTo>
                      <a:pt x="662160" y="440246"/>
                      <a:pt x="680543" y="437007"/>
                      <a:pt x="699974" y="417195"/>
                    </a:cubicBezTo>
                    <a:lnTo>
                      <a:pt x="707690" y="409385"/>
                    </a:lnTo>
                    <a:lnTo>
                      <a:pt x="696641" y="409385"/>
                    </a:lnTo>
                    <a:cubicBezTo>
                      <a:pt x="673304" y="409004"/>
                      <a:pt x="618726" y="384619"/>
                      <a:pt x="584341" y="365951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32" name="Полилиния: фигура 31">
                <a:extLst>
                  <a:ext uri="{FF2B5EF4-FFF2-40B4-BE49-F238E27FC236}">
                    <a16:creationId xmlns:a16="http://schemas.microsoft.com/office/drawing/2014/main" id="{18F17347-A457-F7A4-FF07-153FBF1DB099}"/>
                  </a:ext>
                </a:extLst>
              </p:cNvPr>
              <p:cNvSpPr/>
              <p:nvPr/>
            </p:nvSpPr>
            <p:spPr>
              <a:xfrm>
                <a:off x="12716210" y="3582602"/>
                <a:ext cx="109251" cy="80581"/>
              </a:xfrm>
              <a:custGeom>
                <a:avLst/>
                <a:gdLst>
                  <a:gd name="connsiteX0" fmla="*/ 0 w 109251"/>
                  <a:gd name="connsiteY0" fmla="*/ 51245 h 80581"/>
                  <a:gd name="connsiteX1" fmla="*/ 16764 w 109251"/>
                  <a:gd name="connsiteY1" fmla="*/ 73628 h 80581"/>
                  <a:gd name="connsiteX2" fmla="*/ 42005 w 109251"/>
                  <a:gd name="connsiteY2" fmla="*/ 80582 h 80581"/>
                  <a:gd name="connsiteX3" fmla="*/ 109252 w 109251"/>
                  <a:gd name="connsiteY3" fmla="*/ 62484 h 80581"/>
                  <a:gd name="connsiteX4" fmla="*/ 63722 w 109251"/>
                  <a:gd name="connsiteY4" fmla="*/ 0 h 80581"/>
                  <a:gd name="connsiteX5" fmla="*/ 29813 w 109251"/>
                  <a:gd name="connsiteY5" fmla="*/ 26956 h 80581"/>
                  <a:gd name="connsiteX6" fmla="*/ 95 w 109251"/>
                  <a:gd name="connsiteY6" fmla="*/ 51149 h 80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251" h="80581">
                    <a:moveTo>
                      <a:pt x="0" y="51245"/>
                    </a:moveTo>
                    <a:cubicBezTo>
                      <a:pt x="1334" y="57341"/>
                      <a:pt x="6286" y="65723"/>
                      <a:pt x="16764" y="73628"/>
                    </a:cubicBezTo>
                    <a:cubicBezTo>
                      <a:pt x="22765" y="78296"/>
                      <a:pt x="31337" y="80582"/>
                      <a:pt x="42005" y="80582"/>
                    </a:cubicBezTo>
                    <a:cubicBezTo>
                      <a:pt x="63056" y="80582"/>
                      <a:pt x="88011" y="72009"/>
                      <a:pt x="109252" y="62484"/>
                    </a:cubicBezTo>
                    <a:lnTo>
                      <a:pt x="63722" y="0"/>
                    </a:lnTo>
                    <a:cubicBezTo>
                      <a:pt x="58674" y="5620"/>
                      <a:pt x="45530" y="18574"/>
                      <a:pt x="29813" y="26956"/>
                    </a:cubicBezTo>
                    <a:cubicBezTo>
                      <a:pt x="19907" y="40958"/>
                      <a:pt x="9334" y="47816"/>
                      <a:pt x="95" y="5114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33" name="Полилиния: фигура 32">
                <a:extLst>
                  <a:ext uri="{FF2B5EF4-FFF2-40B4-BE49-F238E27FC236}">
                    <a16:creationId xmlns:a16="http://schemas.microsoft.com/office/drawing/2014/main" id="{11B4470B-F88F-FAE3-3FCE-3956EB67D057}"/>
                  </a:ext>
                </a:extLst>
              </p:cNvPr>
              <p:cNvSpPr/>
              <p:nvPr/>
            </p:nvSpPr>
            <p:spPr>
              <a:xfrm>
                <a:off x="13443158" y="3582602"/>
                <a:ext cx="109156" cy="80581"/>
              </a:xfrm>
              <a:custGeom>
                <a:avLst/>
                <a:gdLst>
                  <a:gd name="connsiteX0" fmla="*/ 67151 w 109156"/>
                  <a:gd name="connsiteY0" fmla="*/ 80582 h 80581"/>
                  <a:gd name="connsiteX1" fmla="*/ 92392 w 109156"/>
                  <a:gd name="connsiteY1" fmla="*/ 73628 h 80581"/>
                  <a:gd name="connsiteX2" fmla="*/ 109156 w 109156"/>
                  <a:gd name="connsiteY2" fmla="*/ 51149 h 80581"/>
                  <a:gd name="connsiteX3" fmla="*/ 79438 w 109156"/>
                  <a:gd name="connsiteY3" fmla="*/ 26956 h 80581"/>
                  <a:gd name="connsiteX4" fmla="*/ 45529 w 109156"/>
                  <a:gd name="connsiteY4" fmla="*/ 0 h 80581"/>
                  <a:gd name="connsiteX5" fmla="*/ 0 w 109156"/>
                  <a:gd name="connsiteY5" fmla="*/ 62484 h 80581"/>
                  <a:gd name="connsiteX6" fmla="*/ 67151 w 109156"/>
                  <a:gd name="connsiteY6" fmla="*/ 80582 h 80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156" h="80581">
                    <a:moveTo>
                      <a:pt x="67151" y="80582"/>
                    </a:moveTo>
                    <a:cubicBezTo>
                      <a:pt x="77915" y="80582"/>
                      <a:pt x="86392" y="78296"/>
                      <a:pt x="92392" y="73628"/>
                    </a:cubicBezTo>
                    <a:cubicBezTo>
                      <a:pt x="102775" y="65723"/>
                      <a:pt x="107823" y="57245"/>
                      <a:pt x="109156" y="51149"/>
                    </a:cubicBezTo>
                    <a:cubicBezTo>
                      <a:pt x="99917" y="47720"/>
                      <a:pt x="89344" y="40958"/>
                      <a:pt x="79438" y="26956"/>
                    </a:cubicBezTo>
                    <a:cubicBezTo>
                      <a:pt x="63151" y="18193"/>
                      <a:pt x="49435" y="4572"/>
                      <a:pt x="45529" y="0"/>
                    </a:cubicBezTo>
                    <a:lnTo>
                      <a:pt x="0" y="62484"/>
                    </a:lnTo>
                    <a:cubicBezTo>
                      <a:pt x="21241" y="71914"/>
                      <a:pt x="46196" y="80582"/>
                      <a:pt x="67151" y="8058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34" name="Полилиния: фигура 33">
                <a:extLst>
                  <a:ext uri="{FF2B5EF4-FFF2-40B4-BE49-F238E27FC236}">
                    <a16:creationId xmlns:a16="http://schemas.microsoft.com/office/drawing/2014/main" id="{8AB577A9-5EEE-774E-67FC-964BDFDF6765}"/>
                  </a:ext>
                </a:extLst>
              </p:cNvPr>
              <p:cNvSpPr/>
              <p:nvPr/>
            </p:nvSpPr>
            <p:spPr>
              <a:xfrm>
                <a:off x="13345622" y="3310282"/>
                <a:ext cx="34290" cy="94107"/>
              </a:xfrm>
              <a:custGeom>
                <a:avLst/>
                <a:gdLst>
                  <a:gd name="connsiteX0" fmla="*/ 32004 w 34290"/>
                  <a:gd name="connsiteY0" fmla="*/ 76391 h 94107"/>
                  <a:gd name="connsiteX1" fmla="*/ 34290 w 34290"/>
                  <a:gd name="connsiteY1" fmla="*/ 77153 h 94107"/>
                  <a:gd name="connsiteX2" fmla="*/ 24098 w 34290"/>
                  <a:gd name="connsiteY2" fmla="*/ 52578 h 94107"/>
                  <a:gd name="connsiteX3" fmla="*/ 15240 w 34290"/>
                  <a:gd name="connsiteY3" fmla="*/ 40481 h 94107"/>
                  <a:gd name="connsiteX4" fmla="*/ 1810 w 34290"/>
                  <a:gd name="connsiteY4" fmla="*/ 2667 h 94107"/>
                  <a:gd name="connsiteX5" fmla="*/ 0 w 34290"/>
                  <a:gd name="connsiteY5" fmla="*/ 0 h 94107"/>
                  <a:gd name="connsiteX6" fmla="*/ 0 w 34290"/>
                  <a:gd name="connsiteY6" fmla="*/ 94107 h 94107"/>
                  <a:gd name="connsiteX7" fmla="*/ 10192 w 34290"/>
                  <a:gd name="connsiteY7" fmla="*/ 92012 h 94107"/>
                  <a:gd name="connsiteX8" fmla="*/ 14002 w 34290"/>
                  <a:gd name="connsiteY8" fmla="*/ 81534 h 94107"/>
                  <a:gd name="connsiteX9" fmla="*/ 32004 w 34290"/>
                  <a:gd name="connsiteY9" fmla="*/ 76391 h 94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290" h="94107">
                    <a:moveTo>
                      <a:pt x="32004" y="76391"/>
                    </a:moveTo>
                    <a:lnTo>
                      <a:pt x="34290" y="77153"/>
                    </a:lnTo>
                    <a:cubicBezTo>
                      <a:pt x="28956" y="69628"/>
                      <a:pt x="25337" y="61150"/>
                      <a:pt x="24098" y="52578"/>
                    </a:cubicBezTo>
                    <a:cubicBezTo>
                      <a:pt x="21336" y="49244"/>
                      <a:pt x="18479" y="45244"/>
                      <a:pt x="15240" y="40481"/>
                    </a:cubicBezTo>
                    <a:cubicBezTo>
                      <a:pt x="8763" y="32385"/>
                      <a:pt x="1619" y="17145"/>
                      <a:pt x="1810" y="2667"/>
                    </a:cubicBezTo>
                    <a:lnTo>
                      <a:pt x="0" y="0"/>
                    </a:lnTo>
                    <a:lnTo>
                      <a:pt x="0" y="94107"/>
                    </a:lnTo>
                    <a:lnTo>
                      <a:pt x="10192" y="92012"/>
                    </a:lnTo>
                    <a:lnTo>
                      <a:pt x="14002" y="81534"/>
                    </a:lnTo>
                    <a:cubicBezTo>
                      <a:pt x="18383" y="76295"/>
                      <a:pt x="25527" y="74295"/>
                      <a:pt x="32004" y="76391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35" name="Полилиния: фигура 34">
                <a:extLst>
                  <a:ext uri="{FF2B5EF4-FFF2-40B4-BE49-F238E27FC236}">
                    <a16:creationId xmlns:a16="http://schemas.microsoft.com/office/drawing/2014/main" id="{9E0A91E1-76D1-4D9E-5899-B23E7291F262}"/>
                  </a:ext>
                </a:extLst>
              </p:cNvPr>
              <p:cNvSpPr/>
              <p:nvPr/>
            </p:nvSpPr>
            <p:spPr>
              <a:xfrm>
                <a:off x="12888422" y="3307234"/>
                <a:ext cx="36385" cy="97345"/>
              </a:xfrm>
              <a:custGeom>
                <a:avLst/>
                <a:gdLst>
                  <a:gd name="connsiteX0" fmla="*/ 18859 w 36385"/>
                  <a:gd name="connsiteY0" fmla="*/ 43910 h 97345"/>
                  <a:gd name="connsiteX1" fmla="*/ 10287 w 36385"/>
                  <a:gd name="connsiteY1" fmla="*/ 55531 h 97345"/>
                  <a:gd name="connsiteX2" fmla="*/ 0 w 36385"/>
                  <a:gd name="connsiteY2" fmla="*/ 80201 h 97345"/>
                  <a:gd name="connsiteX3" fmla="*/ 2381 w 36385"/>
                  <a:gd name="connsiteY3" fmla="*/ 79343 h 97345"/>
                  <a:gd name="connsiteX4" fmla="*/ 20479 w 36385"/>
                  <a:gd name="connsiteY4" fmla="*/ 84487 h 97345"/>
                  <a:gd name="connsiteX5" fmla="*/ 24289 w 36385"/>
                  <a:gd name="connsiteY5" fmla="*/ 94964 h 97345"/>
                  <a:gd name="connsiteX6" fmla="*/ 36385 w 36385"/>
                  <a:gd name="connsiteY6" fmla="*/ 97346 h 97345"/>
                  <a:gd name="connsiteX7" fmla="*/ 36385 w 36385"/>
                  <a:gd name="connsiteY7" fmla="*/ 0 h 97345"/>
                  <a:gd name="connsiteX8" fmla="*/ 35719 w 36385"/>
                  <a:gd name="connsiteY8" fmla="*/ 1048 h 97345"/>
                  <a:gd name="connsiteX9" fmla="*/ 32575 w 36385"/>
                  <a:gd name="connsiteY9" fmla="*/ 5620 h 97345"/>
                  <a:gd name="connsiteX10" fmla="*/ 18859 w 36385"/>
                  <a:gd name="connsiteY10" fmla="*/ 43815 h 97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6385" h="97345">
                    <a:moveTo>
                      <a:pt x="18859" y="43910"/>
                    </a:moveTo>
                    <a:lnTo>
                      <a:pt x="10287" y="55531"/>
                    </a:lnTo>
                    <a:cubicBezTo>
                      <a:pt x="9049" y="64103"/>
                      <a:pt x="5334" y="72485"/>
                      <a:pt x="0" y="80201"/>
                    </a:cubicBezTo>
                    <a:lnTo>
                      <a:pt x="2381" y="79343"/>
                    </a:lnTo>
                    <a:cubicBezTo>
                      <a:pt x="8953" y="77152"/>
                      <a:pt x="16002" y="79153"/>
                      <a:pt x="20479" y="84487"/>
                    </a:cubicBezTo>
                    <a:lnTo>
                      <a:pt x="24289" y="94964"/>
                    </a:lnTo>
                    <a:lnTo>
                      <a:pt x="36385" y="97346"/>
                    </a:lnTo>
                    <a:lnTo>
                      <a:pt x="36385" y="0"/>
                    </a:lnTo>
                    <a:lnTo>
                      <a:pt x="35719" y="1048"/>
                    </a:lnTo>
                    <a:lnTo>
                      <a:pt x="32575" y="5620"/>
                    </a:lnTo>
                    <a:cubicBezTo>
                      <a:pt x="32766" y="20574"/>
                      <a:pt x="25051" y="36005"/>
                      <a:pt x="18859" y="43815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36" name="Полилиния: фигура 35">
                <a:extLst>
                  <a:ext uri="{FF2B5EF4-FFF2-40B4-BE49-F238E27FC236}">
                    <a16:creationId xmlns:a16="http://schemas.microsoft.com/office/drawing/2014/main" id="{4C3842A9-2149-F67E-5231-0F340987C546}"/>
                  </a:ext>
                </a:extLst>
              </p:cNvPr>
              <p:cNvSpPr/>
              <p:nvPr/>
            </p:nvSpPr>
            <p:spPr>
              <a:xfrm>
                <a:off x="12839178" y="3502783"/>
                <a:ext cx="87453" cy="102584"/>
              </a:xfrm>
              <a:custGeom>
                <a:avLst/>
                <a:gdLst>
                  <a:gd name="connsiteX0" fmla="*/ 85630 w 87453"/>
                  <a:gd name="connsiteY0" fmla="*/ 41148 h 102584"/>
                  <a:gd name="connsiteX1" fmla="*/ 86297 w 87453"/>
                  <a:gd name="connsiteY1" fmla="*/ 20955 h 102584"/>
                  <a:gd name="connsiteX2" fmla="*/ 85630 w 87453"/>
                  <a:gd name="connsiteY2" fmla="*/ 19336 h 102584"/>
                  <a:gd name="connsiteX3" fmla="*/ 70199 w 87453"/>
                  <a:gd name="connsiteY3" fmla="*/ 0 h 102584"/>
                  <a:gd name="connsiteX4" fmla="*/ 36862 w 87453"/>
                  <a:gd name="connsiteY4" fmla="*/ 17050 h 102584"/>
                  <a:gd name="connsiteX5" fmla="*/ 21336 w 87453"/>
                  <a:gd name="connsiteY5" fmla="*/ 28289 h 102584"/>
                  <a:gd name="connsiteX6" fmla="*/ 0 w 87453"/>
                  <a:gd name="connsiteY6" fmla="*/ 39052 h 102584"/>
                  <a:gd name="connsiteX7" fmla="*/ 21336 w 87453"/>
                  <a:gd name="connsiteY7" fmla="*/ 69913 h 102584"/>
                  <a:gd name="connsiteX8" fmla="*/ 43910 w 87453"/>
                  <a:gd name="connsiteY8" fmla="*/ 102584 h 102584"/>
                  <a:gd name="connsiteX9" fmla="*/ 85630 w 87453"/>
                  <a:gd name="connsiteY9" fmla="*/ 41243 h 10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7453" h="102584">
                    <a:moveTo>
                      <a:pt x="85630" y="41148"/>
                    </a:moveTo>
                    <a:cubicBezTo>
                      <a:pt x="87725" y="33623"/>
                      <a:pt x="88106" y="26765"/>
                      <a:pt x="86297" y="20955"/>
                    </a:cubicBezTo>
                    <a:lnTo>
                      <a:pt x="85630" y="19336"/>
                    </a:lnTo>
                    <a:cubicBezTo>
                      <a:pt x="81439" y="7429"/>
                      <a:pt x="75343" y="2953"/>
                      <a:pt x="70199" y="0"/>
                    </a:cubicBezTo>
                    <a:cubicBezTo>
                      <a:pt x="63722" y="7429"/>
                      <a:pt x="53721" y="12573"/>
                      <a:pt x="36862" y="17050"/>
                    </a:cubicBezTo>
                    <a:cubicBezTo>
                      <a:pt x="31909" y="21336"/>
                      <a:pt x="26575" y="25146"/>
                      <a:pt x="21336" y="28289"/>
                    </a:cubicBezTo>
                    <a:cubicBezTo>
                      <a:pt x="12478" y="33718"/>
                      <a:pt x="4191" y="37433"/>
                      <a:pt x="0" y="39052"/>
                    </a:cubicBezTo>
                    <a:lnTo>
                      <a:pt x="21336" y="69913"/>
                    </a:lnTo>
                    <a:lnTo>
                      <a:pt x="43910" y="102584"/>
                    </a:lnTo>
                    <a:cubicBezTo>
                      <a:pt x="66580" y="79629"/>
                      <a:pt x="80867" y="58388"/>
                      <a:pt x="85630" y="41243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BAEFFDF0-C81E-CE53-8E0B-F3298BF086B4}"/>
                  </a:ext>
                </a:extLst>
              </p:cNvPr>
              <p:cNvSpPr/>
              <p:nvPr/>
            </p:nvSpPr>
            <p:spPr>
              <a:xfrm>
                <a:off x="12947858" y="3217128"/>
                <a:ext cx="372998" cy="413099"/>
              </a:xfrm>
              <a:custGeom>
                <a:avLst/>
                <a:gdLst>
                  <a:gd name="connsiteX0" fmla="*/ 244221 w 372998"/>
                  <a:gd name="connsiteY0" fmla="*/ 18574 h 413099"/>
                  <a:gd name="connsiteX1" fmla="*/ 316516 w 372998"/>
                  <a:gd name="connsiteY1" fmla="*/ 28670 h 413099"/>
                  <a:gd name="connsiteX2" fmla="*/ 372999 w 372998"/>
                  <a:gd name="connsiteY2" fmla="*/ 17717 h 413099"/>
                  <a:gd name="connsiteX3" fmla="*/ 371475 w 372998"/>
                  <a:gd name="connsiteY3" fmla="*/ 762 h 413099"/>
                  <a:gd name="connsiteX4" fmla="*/ 315563 w 372998"/>
                  <a:gd name="connsiteY4" fmla="*/ 12192 h 413099"/>
                  <a:gd name="connsiteX5" fmla="*/ 313563 w 372998"/>
                  <a:gd name="connsiteY5" fmla="*/ 12192 h 413099"/>
                  <a:gd name="connsiteX6" fmla="*/ 280511 w 372998"/>
                  <a:gd name="connsiteY6" fmla="*/ 7429 h 413099"/>
                  <a:gd name="connsiteX7" fmla="*/ 244983 w 372998"/>
                  <a:gd name="connsiteY7" fmla="*/ 2096 h 413099"/>
                  <a:gd name="connsiteX8" fmla="*/ 194119 w 372998"/>
                  <a:gd name="connsiteY8" fmla="*/ 13145 h 413099"/>
                  <a:gd name="connsiteX9" fmla="*/ 180689 w 372998"/>
                  <a:gd name="connsiteY9" fmla="*/ 13145 h 413099"/>
                  <a:gd name="connsiteX10" fmla="*/ 129826 w 372998"/>
                  <a:gd name="connsiteY10" fmla="*/ 2096 h 413099"/>
                  <a:gd name="connsiteX11" fmla="*/ 94298 w 372998"/>
                  <a:gd name="connsiteY11" fmla="*/ 7429 h 413099"/>
                  <a:gd name="connsiteX12" fmla="*/ 61246 w 372998"/>
                  <a:gd name="connsiteY12" fmla="*/ 12287 h 413099"/>
                  <a:gd name="connsiteX13" fmla="*/ 59150 w 372998"/>
                  <a:gd name="connsiteY13" fmla="*/ 12287 h 413099"/>
                  <a:gd name="connsiteX14" fmla="*/ 1333 w 372998"/>
                  <a:gd name="connsiteY14" fmla="*/ 0 h 413099"/>
                  <a:gd name="connsiteX15" fmla="*/ 0 w 372998"/>
                  <a:gd name="connsiteY15" fmla="*/ 17145 h 413099"/>
                  <a:gd name="connsiteX16" fmla="*/ 58388 w 372998"/>
                  <a:gd name="connsiteY16" fmla="*/ 28766 h 413099"/>
                  <a:gd name="connsiteX17" fmla="*/ 130683 w 372998"/>
                  <a:gd name="connsiteY17" fmla="*/ 18669 h 413099"/>
                  <a:gd name="connsiteX18" fmla="*/ 174498 w 372998"/>
                  <a:gd name="connsiteY18" fmla="*/ 28099 h 413099"/>
                  <a:gd name="connsiteX19" fmla="*/ 174498 w 372998"/>
                  <a:gd name="connsiteY19" fmla="*/ 362807 h 413099"/>
                  <a:gd name="connsiteX20" fmla="*/ 62008 w 372998"/>
                  <a:gd name="connsiteY20" fmla="*/ 347091 h 413099"/>
                  <a:gd name="connsiteX21" fmla="*/ 34099 w 372998"/>
                  <a:gd name="connsiteY21" fmla="*/ 403193 h 413099"/>
                  <a:gd name="connsiteX22" fmla="*/ 47530 w 372998"/>
                  <a:gd name="connsiteY22" fmla="*/ 410337 h 413099"/>
                  <a:gd name="connsiteX23" fmla="*/ 137731 w 372998"/>
                  <a:gd name="connsiteY23" fmla="*/ 390430 h 413099"/>
                  <a:gd name="connsiteX24" fmla="*/ 145542 w 372998"/>
                  <a:gd name="connsiteY24" fmla="*/ 393668 h 413099"/>
                  <a:gd name="connsiteX25" fmla="*/ 147256 w 372998"/>
                  <a:gd name="connsiteY25" fmla="*/ 402908 h 413099"/>
                  <a:gd name="connsiteX26" fmla="*/ 148399 w 372998"/>
                  <a:gd name="connsiteY26" fmla="*/ 408622 h 413099"/>
                  <a:gd name="connsiteX27" fmla="*/ 172212 w 372998"/>
                  <a:gd name="connsiteY27" fmla="*/ 413099 h 413099"/>
                  <a:gd name="connsiteX28" fmla="*/ 202787 w 372998"/>
                  <a:gd name="connsiteY28" fmla="*/ 413099 h 413099"/>
                  <a:gd name="connsiteX29" fmla="*/ 226600 w 372998"/>
                  <a:gd name="connsiteY29" fmla="*/ 408622 h 413099"/>
                  <a:gd name="connsiteX30" fmla="*/ 227743 w 372998"/>
                  <a:gd name="connsiteY30" fmla="*/ 402908 h 413099"/>
                  <a:gd name="connsiteX31" fmla="*/ 229457 w 372998"/>
                  <a:gd name="connsiteY31" fmla="*/ 393668 h 413099"/>
                  <a:gd name="connsiteX32" fmla="*/ 236220 w 372998"/>
                  <a:gd name="connsiteY32" fmla="*/ 390334 h 413099"/>
                  <a:gd name="connsiteX33" fmla="*/ 237173 w 372998"/>
                  <a:gd name="connsiteY33" fmla="*/ 390334 h 413099"/>
                  <a:gd name="connsiteX34" fmla="*/ 326326 w 372998"/>
                  <a:gd name="connsiteY34" fmla="*/ 410051 h 413099"/>
                  <a:gd name="connsiteX35" fmla="*/ 339090 w 372998"/>
                  <a:gd name="connsiteY35" fmla="*/ 403288 h 413099"/>
                  <a:gd name="connsiteX36" fmla="*/ 311182 w 372998"/>
                  <a:gd name="connsiteY36" fmla="*/ 346900 h 413099"/>
                  <a:gd name="connsiteX37" fmla="*/ 200882 w 372998"/>
                  <a:gd name="connsiteY37" fmla="*/ 363093 h 413099"/>
                  <a:gd name="connsiteX38" fmla="*/ 200882 w 372998"/>
                  <a:gd name="connsiteY38" fmla="*/ 28004 h 413099"/>
                  <a:gd name="connsiteX39" fmla="*/ 244507 w 372998"/>
                  <a:gd name="connsiteY39" fmla="*/ 18669 h 413099"/>
                  <a:gd name="connsiteX40" fmla="*/ 214694 w 372998"/>
                  <a:gd name="connsiteY40" fmla="*/ 399859 h 413099"/>
                  <a:gd name="connsiteX41" fmla="*/ 159925 w 372998"/>
                  <a:gd name="connsiteY41" fmla="*/ 399859 h 413099"/>
                  <a:gd name="connsiteX42" fmla="*/ 185928 w 372998"/>
                  <a:gd name="connsiteY42" fmla="*/ 379667 h 413099"/>
                  <a:gd name="connsiteX43" fmla="*/ 188976 w 372998"/>
                  <a:gd name="connsiteY43" fmla="*/ 379667 h 413099"/>
                  <a:gd name="connsiteX44" fmla="*/ 214694 w 372998"/>
                  <a:gd name="connsiteY44" fmla="*/ 399859 h 413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72998" h="413099">
                    <a:moveTo>
                      <a:pt x="244221" y="18574"/>
                    </a:moveTo>
                    <a:cubicBezTo>
                      <a:pt x="265748" y="19526"/>
                      <a:pt x="296894" y="29718"/>
                      <a:pt x="316516" y="28670"/>
                    </a:cubicBezTo>
                    <a:cubicBezTo>
                      <a:pt x="329755" y="28004"/>
                      <a:pt x="353092" y="24860"/>
                      <a:pt x="372999" y="17717"/>
                    </a:cubicBezTo>
                    <a:cubicBezTo>
                      <a:pt x="371856" y="12383"/>
                      <a:pt x="371284" y="6668"/>
                      <a:pt x="371475" y="762"/>
                    </a:cubicBezTo>
                    <a:cubicBezTo>
                      <a:pt x="354330" y="7715"/>
                      <a:pt x="330803" y="11335"/>
                      <a:pt x="315563" y="12192"/>
                    </a:cubicBezTo>
                    <a:lnTo>
                      <a:pt x="313563" y="12192"/>
                    </a:lnTo>
                    <a:cubicBezTo>
                      <a:pt x="304800" y="12192"/>
                      <a:pt x="292417" y="9811"/>
                      <a:pt x="280511" y="7429"/>
                    </a:cubicBezTo>
                    <a:cubicBezTo>
                      <a:pt x="268415" y="5048"/>
                      <a:pt x="255937" y="2667"/>
                      <a:pt x="244983" y="2096"/>
                    </a:cubicBezTo>
                    <a:cubicBezTo>
                      <a:pt x="227552" y="1429"/>
                      <a:pt x="209074" y="5810"/>
                      <a:pt x="194119" y="13145"/>
                    </a:cubicBezTo>
                    <a:lnTo>
                      <a:pt x="180689" y="13145"/>
                    </a:lnTo>
                    <a:cubicBezTo>
                      <a:pt x="165640" y="5715"/>
                      <a:pt x="147066" y="1238"/>
                      <a:pt x="129826" y="2096"/>
                    </a:cubicBezTo>
                    <a:cubicBezTo>
                      <a:pt x="118872" y="2572"/>
                      <a:pt x="106394" y="5048"/>
                      <a:pt x="94298" y="7429"/>
                    </a:cubicBezTo>
                    <a:cubicBezTo>
                      <a:pt x="82296" y="9811"/>
                      <a:pt x="69913" y="12287"/>
                      <a:pt x="61246" y="12287"/>
                    </a:cubicBezTo>
                    <a:lnTo>
                      <a:pt x="59150" y="12287"/>
                    </a:lnTo>
                    <a:cubicBezTo>
                      <a:pt x="43339" y="11430"/>
                      <a:pt x="18669" y="7525"/>
                      <a:pt x="1333" y="0"/>
                    </a:cubicBezTo>
                    <a:cubicBezTo>
                      <a:pt x="1619" y="6001"/>
                      <a:pt x="1048" y="11716"/>
                      <a:pt x="0" y="17145"/>
                    </a:cubicBezTo>
                    <a:cubicBezTo>
                      <a:pt x="20288" y="24860"/>
                      <a:pt x="44672" y="28004"/>
                      <a:pt x="58388" y="28766"/>
                    </a:cubicBezTo>
                    <a:cubicBezTo>
                      <a:pt x="78010" y="29813"/>
                      <a:pt x="109156" y="19621"/>
                      <a:pt x="130683" y="18669"/>
                    </a:cubicBezTo>
                    <a:cubicBezTo>
                      <a:pt x="146018" y="17907"/>
                      <a:pt x="162115" y="21812"/>
                      <a:pt x="174498" y="28099"/>
                    </a:cubicBezTo>
                    <a:lnTo>
                      <a:pt x="174498" y="362807"/>
                    </a:lnTo>
                    <a:cubicBezTo>
                      <a:pt x="150114" y="337757"/>
                      <a:pt x="104775" y="338328"/>
                      <a:pt x="62008" y="347091"/>
                    </a:cubicBezTo>
                    <a:cubicBezTo>
                      <a:pt x="56769" y="365379"/>
                      <a:pt x="47434" y="384048"/>
                      <a:pt x="34099" y="403193"/>
                    </a:cubicBezTo>
                    <a:cubicBezTo>
                      <a:pt x="38767" y="405194"/>
                      <a:pt x="43148" y="407765"/>
                      <a:pt x="47530" y="410337"/>
                    </a:cubicBezTo>
                    <a:lnTo>
                      <a:pt x="137731" y="390430"/>
                    </a:lnTo>
                    <a:lnTo>
                      <a:pt x="145542" y="393668"/>
                    </a:lnTo>
                    <a:lnTo>
                      <a:pt x="147256" y="402908"/>
                    </a:lnTo>
                    <a:lnTo>
                      <a:pt x="148399" y="408622"/>
                    </a:lnTo>
                    <a:cubicBezTo>
                      <a:pt x="151448" y="412337"/>
                      <a:pt x="158782" y="413099"/>
                      <a:pt x="172212" y="413099"/>
                    </a:cubicBezTo>
                    <a:lnTo>
                      <a:pt x="202787" y="413099"/>
                    </a:lnTo>
                    <a:cubicBezTo>
                      <a:pt x="216217" y="413099"/>
                      <a:pt x="223647" y="412337"/>
                      <a:pt x="226600" y="408622"/>
                    </a:cubicBezTo>
                    <a:lnTo>
                      <a:pt x="227743" y="402908"/>
                    </a:lnTo>
                    <a:lnTo>
                      <a:pt x="229457" y="393668"/>
                    </a:lnTo>
                    <a:lnTo>
                      <a:pt x="236220" y="390334"/>
                    </a:lnTo>
                    <a:lnTo>
                      <a:pt x="237173" y="390334"/>
                    </a:lnTo>
                    <a:cubicBezTo>
                      <a:pt x="237173" y="390334"/>
                      <a:pt x="326326" y="410051"/>
                      <a:pt x="326326" y="410051"/>
                    </a:cubicBezTo>
                    <a:lnTo>
                      <a:pt x="339090" y="403288"/>
                    </a:lnTo>
                    <a:cubicBezTo>
                      <a:pt x="325660" y="384048"/>
                      <a:pt x="316421" y="365284"/>
                      <a:pt x="311182" y="346900"/>
                    </a:cubicBezTo>
                    <a:cubicBezTo>
                      <a:pt x="268986" y="338423"/>
                      <a:pt x="224885" y="338519"/>
                      <a:pt x="200882" y="363093"/>
                    </a:cubicBezTo>
                    <a:lnTo>
                      <a:pt x="200882" y="28004"/>
                    </a:lnTo>
                    <a:cubicBezTo>
                      <a:pt x="213169" y="21812"/>
                      <a:pt x="229267" y="18002"/>
                      <a:pt x="244507" y="18669"/>
                    </a:cubicBezTo>
                    <a:moveTo>
                      <a:pt x="214694" y="399859"/>
                    </a:moveTo>
                    <a:lnTo>
                      <a:pt x="159925" y="399859"/>
                    </a:lnTo>
                    <a:cubicBezTo>
                      <a:pt x="161734" y="394907"/>
                      <a:pt x="166211" y="380429"/>
                      <a:pt x="185928" y="379667"/>
                    </a:cubicBezTo>
                    <a:lnTo>
                      <a:pt x="188976" y="379667"/>
                    </a:lnTo>
                    <a:cubicBezTo>
                      <a:pt x="208502" y="380524"/>
                      <a:pt x="212884" y="394907"/>
                      <a:pt x="214694" y="39985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38" name="Полилиния: фигура 37">
                <a:extLst>
                  <a:ext uri="{FF2B5EF4-FFF2-40B4-BE49-F238E27FC236}">
                    <a16:creationId xmlns:a16="http://schemas.microsoft.com/office/drawing/2014/main" id="{654D3FC2-09EA-4875-BE2F-D4567307D2A9}"/>
                  </a:ext>
                </a:extLst>
              </p:cNvPr>
              <p:cNvSpPr/>
              <p:nvPr/>
            </p:nvSpPr>
            <p:spPr>
              <a:xfrm>
                <a:off x="13345717" y="3502783"/>
                <a:ext cx="83820" cy="102488"/>
              </a:xfrm>
              <a:custGeom>
                <a:avLst/>
                <a:gdLst>
                  <a:gd name="connsiteX0" fmla="*/ 13525 w 83820"/>
                  <a:gd name="connsiteY0" fmla="*/ 0 h 102488"/>
                  <a:gd name="connsiteX1" fmla="*/ 0 w 83820"/>
                  <a:gd name="connsiteY1" fmla="*/ 14668 h 102488"/>
                  <a:gd name="connsiteX2" fmla="*/ 0 w 83820"/>
                  <a:gd name="connsiteY2" fmla="*/ 47339 h 102488"/>
                  <a:gd name="connsiteX3" fmla="*/ 39815 w 83820"/>
                  <a:gd name="connsiteY3" fmla="*/ 102489 h 102488"/>
                  <a:gd name="connsiteX4" fmla="*/ 64294 w 83820"/>
                  <a:gd name="connsiteY4" fmla="*/ 67151 h 102488"/>
                  <a:gd name="connsiteX5" fmla="*/ 83820 w 83820"/>
                  <a:gd name="connsiteY5" fmla="*/ 38957 h 102488"/>
                  <a:gd name="connsiteX6" fmla="*/ 64294 w 83820"/>
                  <a:gd name="connsiteY6" fmla="*/ 29242 h 102488"/>
                  <a:gd name="connsiteX7" fmla="*/ 46863 w 83820"/>
                  <a:gd name="connsiteY7" fmla="*/ 17050 h 102488"/>
                  <a:gd name="connsiteX8" fmla="*/ 13525 w 83820"/>
                  <a:gd name="connsiteY8" fmla="*/ 0 h 102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3820" h="102488">
                    <a:moveTo>
                      <a:pt x="13525" y="0"/>
                    </a:moveTo>
                    <a:cubicBezTo>
                      <a:pt x="9049" y="2572"/>
                      <a:pt x="4000" y="5715"/>
                      <a:pt x="0" y="14668"/>
                    </a:cubicBezTo>
                    <a:lnTo>
                      <a:pt x="0" y="47339"/>
                    </a:lnTo>
                    <a:cubicBezTo>
                      <a:pt x="6191" y="63341"/>
                      <a:pt x="19717" y="82296"/>
                      <a:pt x="39815" y="102489"/>
                    </a:cubicBezTo>
                    <a:lnTo>
                      <a:pt x="64294" y="67151"/>
                    </a:lnTo>
                    <a:lnTo>
                      <a:pt x="83820" y="38957"/>
                    </a:lnTo>
                    <a:cubicBezTo>
                      <a:pt x="79534" y="37338"/>
                      <a:pt x="72200" y="33909"/>
                      <a:pt x="64294" y="29242"/>
                    </a:cubicBezTo>
                    <a:cubicBezTo>
                      <a:pt x="58483" y="25813"/>
                      <a:pt x="52483" y="21812"/>
                      <a:pt x="46863" y="17050"/>
                    </a:cubicBezTo>
                    <a:cubicBezTo>
                      <a:pt x="30004" y="12573"/>
                      <a:pt x="20002" y="7429"/>
                      <a:pt x="13525" y="0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39" name="Полилиния: фигура 38">
                <a:extLst>
                  <a:ext uri="{FF2B5EF4-FFF2-40B4-BE49-F238E27FC236}">
                    <a16:creationId xmlns:a16="http://schemas.microsoft.com/office/drawing/2014/main" id="{3956CF27-171F-F7A4-9E36-E46E3475F460}"/>
                  </a:ext>
                </a:extLst>
              </p:cNvPr>
              <p:cNvSpPr/>
              <p:nvPr/>
            </p:nvSpPr>
            <p:spPr>
              <a:xfrm>
                <a:off x="13015009" y="2597431"/>
                <a:ext cx="239172" cy="317087"/>
              </a:xfrm>
              <a:custGeom>
                <a:avLst/>
                <a:gdLst>
                  <a:gd name="connsiteX0" fmla="*/ 0 w 239172"/>
                  <a:gd name="connsiteY0" fmla="*/ 0 h 317087"/>
                  <a:gd name="connsiteX1" fmla="*/ 286 w 239172"/>
                  <a:gd name="connsiteY1" fmla="*/ 239935 h 317087"/>
                  <a:gd name="connsiteX2" fmla="*/ 39148 w 239172"/>
                  <a:gd name="connsiteY2" fmla="*/ 283655 h 317087"/>
                  <a:gd name="connsiteX3" fmla="*/ 78867 w 239172"/>
                  <a:gd name="connsiteY3" fmla="*/ 283655 h 317087"/>
                  <a:gd name="connsiteX4" fmla="*/ 119729 w 239172"/>
                  <a:gd name="connsiteY4" fmla="*/ 317087 h 317087"/>
                  <a:gd name="connsiteX5" fmla="*/ 160306 w 239172"/>
                  <a:gd name="connsiteY5" fmla="*/ 283655 h 317087"/>
                  <a:gd name="connsiteX6" fmla="*/ 200025 w 239172"/>
                  <a:gd name="connsiteY6" fmla="*/ 283655 h 317087"/>
                  <a:gd name="connsiteX7" fmla="*/ 239173 w 239172"/>
                  <a:gd name="connsiteY7" fmla="*/ 239935 h 317087"/>
                  <a:gd name="connsiteX8" fmla="*/ 239173 w 239172"/>
                  <a:gd name="connsiteY8" fmla="*/ 0 h 317087"/>
                  <a:gd name="connsiteX9" fmla="*/ 0 w 239172"/>
                  <a:gd name="connsiteY9" fmla="*/ 0 h 317087"/>
                  <a:gd name="connsiteX10" fmla="*/ 61436 w 239172"/>
                  <a:gd name="connsiteY10" fmla="*/ 17145 h 317087"/>
                  <a:gd name="connsiteX11" fmla="*/ 65437 w 239172"/>
                  <a:gd name="connsiteY11" fmla="*/ 25432 h 317087"/>
                  <a:gd name="connsiteX12" fmla="*/ 63913 w 239172"/>
                  <a:gd name="connsiteY12" fmla="*/ 26003 h 317087"/>
                  <a:gd name="connsiteX13" fmla="*/ 61341 w 239172"/>
                  <a:gd name="connsiteY13" fmla="*/ 17145 h 317087"/>
                  <a:gd name="connsiteX14" fmla="*/ 51626 w 239172"/>
                  <a:gd name="connsiteY14" fmla="*/ 55531 h 317087"/>
                  <a:gd name="connsiteX15" fmla="*/ 54769 w 239172"/>
                  <a:gd name="connsiteY15" fmla="*/ 51435 h 317087"/>
                  <a:gd name="connsiteX16" fmla="*/ 56483 w 239172"/>
                  <a:gd name="connsiteY16" fmla="*/ 72866 h 317087"/>
                  <a:gd name="connsiteX17" fmla="*/ 62484 w 239172"/>
                  <a:gd name="connsiteY17" fmla="*/ 78200 h 317087"/>
                  <a:gd name="connsiteX18" fmla="*/ 84106 w 239172"/>
                  <a:gd name="connsiteY18" fmla="*/ 76676 h 317087"/>
                  <a:gd name="connsiteX19" fmla="*/ 81248 w 239172"/>
                  <a:gd name="connsiteY19" fmla="*/ 70866 h 317087"/>
                  <a:gd name="connsiteX20" fmla="*/ 69533 w 239172"/>
                  <a:gd name="connsiteY20" fmla="*/ 72580 h 317087"/>
                  <a:gd name="connsiteX21" fmla="*/ 62579 w 239172"/>
                  <a:gd name="connsiteY21" fmla="*/ 71723 h 317087"/>
                  <a:gd name="connsiteX22" fmla="*/ 61436 w 239172"/>
                  <a:gd name="connsiteY22" fmla="*/ 64294 h 317087"/>
                  <a:gd name="connsiteX23" fmla="*/ 60579 w 239172"/>
                  <a:gd name="connsiteY23" fmla="*/ 43434 h 317087"/>
                  <a:gd name="connsiteX24" fmla="*/ 60579 w 239172"/>
                  <a:gd name="connsiteY24" fmla="*/ 36671 h 317087"/>
                  <a:gd name="connsiteX25" fmla="*/ 61151 w 239172"/>
                  <a:gd name="connsiteY25" fmla="*/ 29718 h 317087"/>
                  <a:gd name="connsiteX26" fmla="*/ 67818 w 239172"/>
                  <a:gd name="connsiteY26" fmla="*/ 26575 h 317087"/>
                  <a:gd name="connsiteX27" fmla="*/ 69818 w 239172"/>
                  <a:gd name="connsiteY27" fmla="*/ 26575 h 317087"/>
                  <a:gd name="connsiteX28" fmla="*/ 69818 w 239172"/>
                  <a:gd name="connsiteY28" fmla="*/ 26670 h 317087"/>
                  <a:gd name="connsiteX29" fmla="*/ 72771 w 239172"/>
                  <a:gd name="connsiteY29" fmla="*/ 28194 h 317087"/>
                  <a:gd name="connsiteX30" fmla="*/ 73533 w 239172"/>
                  <a:gd name="connsiteY30" fmla="*/ 33814 h 317087"/>
                  <a:gd name="connsiteX31" fmla="*/ 73819 w 239172"/>
                  <a:gd name="connsiteY31" fmla="*/ 34957 h 317087"/>
                  <a:gd name="connsiteX32" fmla="*/ 72676 w 239172"/>
                  <a:gd name="connsiteY32" fmla="*/ 38100 h 317087"/>
                  <a:gd name="connsiteX33" fmla="*/ 71819 w 239172"/>
                  <a:gd name="connsiteY33" fmla="*/ 36100 h 317087"/>
                  <a:gd name="connsiteX34" fmla="*/ 71819 w 239172"/>
                  <a:gd name="connsiteY34" fmla="*/ 36100 h 317087"/>
                  <a:gd name="connsiteX35" fmla="*/ 70771 w 239172"/>
                  <a:gd name="connsiteY35" fmla="*/ 36004 h 317087"/>
                  <a:gd name="connsiteX36" fmla="*/ 68390 w 239172"/>
                  <a:gd name="connsiteY36" fmla="*/ 37243 h 317087"/>
                  <a:gd name="connsiteX37" fmla="*/ 66866 w 239172"/>
                  <a:gd name="connsiteY37" fmla="*/ 42577 h 317087"/>
                  <a:gd name="connsiteX38" fmla="*/ 70676 w 239172"/>
                  <a:gd name="connsiteY38" fmla="*/ 60674 h 317087"/>
                  <a:gd name="connsiteX39" fmla="*/ 75152 w 239172"/>
                  <a:gd name="connsiteY39" fmla="*/ 59626 h 317087"/>
                  <a:gd name="connsiteX40" fmla="*/ 73533 w 239172"/>
                  <a:gd name="connsiteY40" fmla="*/ 53340 h 317087"/>
                  <a:gd name="connsiteX41" fmla="*/ 71628 w 239172"/>
                  <a:gd name="connsiteY41" fmla="*/ 47720 h 317087"/>
                  <a:gd name="connsiteX42" fmla="*/ 68771 w 239172"/>
                  <a:gd name="connsiteY42" fmla="*/ 40957 h 317087"/>
                  <a:gd name="connsiteX43" fmla="*/ 71533 w 239172"/>
                  <a:gd name="connsiteY43" fmla="*/ 39815 h 317087"/>
                  <a:gd name="connsiteX44" fmla="*/ 142208 w 239172"/>
                  <a:gd name="connsiteY44" fmla="*/ 210026 h 317087"/>
                  <a:gd name="connsiteX45" fmla="*/ 156686 w 239172"/>
                  <a:gd name="connsiteY45" fmla="*/ 247745 h 317087"/>
                  <a:gd name="connsiteX46" fmla="*/ 139446 w 239172"/>
                  <a:gd name="connsiteY46" fmla="*/ 211265 h 317087"/>
                  <a:gd name="connsiteX47" fmla="*/ 133541 w 239172"/>
                  <a:gd name="connsiteY47" fmla="*/ 196977 h 317087"/>
                  <a:gd name="connsiteX48" fmla="*/ 130397 w 239172"/>
                  <a:gd name="connsiteY48" fmla="*/ 189357 h 317087"/>
                  <a:gd name="connsiteX49" fmla="*/ 94202 w 239172"/>
                  <a:gd name="connsiteY49" fmla="*/ 102298 h 317087"/>
                  <a:gd name="connsiteX50" fmla="*/ 84011 w 239172"/>
                  <a:gd name="connsiteY50" fmla="*/ 97917 h 317087"/>
                  <a:gd name="connsiteX51" fmla="*/ 73914 w 239172"/>
                  <a:gd name="connsiteY51" fmla="*/ 106680 h 317087"/>
                  <a:gd name="connsiteX52" fmla="*/ 68104 w 239172"/>
                  <a:gd name="connsiteY52" fmla="*/ 105251 h 317087"/>
                  <a:gd name="connsiteX53" fmla="*/ 65532 w 239172"/>
                  <a:gd name="connsiteY53" fmla="*/ 105823 h 317087"/>
                  <a:gd name="connsiteX54" fmla="*/ 65532 w 239172"/>
                  <a:gd name="connsiteY54" fmla="*/ 105823 h 317087"/>
                  <a:gd name="connsiteX55" fmla="*/ 65056 w 239172"/>
                  <a:gd name="connsiteY55" fmla="*/ 106680 h 317087"/>
                  <a:gd name="connsiteX56" fmla="*/ 61913 w 239172"/>
                  <a:gd name="connsiteY56" fmla="*/ 105537 h 317087"/>
                  <a:gd name="connsiteX57" fmla="*/ 57912 w 239172"/>
                  <a:gd name="connsiteY57" fmla="*/ 105156 h 317087"/>
                  <a:gd name="connsiteX58" fmla="*/ 56102 w 239172"/>
                  <a:gd name="connsiteY58" fmla="*/ 104966 h 317087"/>
                  <a:gd name="connsiteX59" fmla="*/ 52102 w 239172"/>
                  <a:gd name="connsiteY59" fmla="*/ 107537 h 317087"/>
                  <a:gd name="connsiteX60" fmla="*/ 47625 w 239172"/>
                  <a:gd name="connsiteY60" fmla="*/ 105727 h 317087"/>
                  <a:gd name="connsiteX61" fmla="*/ 39053 w 239172"/>
                  <a:gd name="connsiteY61" fmla="*/ 103061 h 317087"/>
                  <a:gd name="connsiteX62" fmla="*/ 43148 w 239172"/>
                  <a:gd name="connsiteY62" fmla="*/ 97155 h 317087"/>
                  <a:gd name="connsiteX63" fmla="*/ 43625 w 239172"/>
                  <a:gd name="connsiteY63" fmla="*/ 93917 h 317087"/>
                  <a:gd name="connsiteX64" fmla="*/ 36100 w 239172"/>
                  <a:gd name="connsiteY64" fmla="*/ 88964 h 317087"/>
                  <a:gd name="connsiteX65" fmla="*/ 39053 w 239172"/>
                  <a:gd name="connsiteY65" fmla="*/ 82582 h 317087"/>
                  <a:gd name="connsiteX66" fmla="*/ 39053 w 239172"/>
                  <a:gd name="connsiteY66" fmla="*/ 82582 h 317087"/>
                  <a:gd name="connsiteX67" fmla="*/ 36576 w 239172"/>
                  <a:gd name="connsiteY67" fmla="*/ 80867 h 317087"/>
                  <a:gd name="connsiteX68" fmla="*/ 34957 w 239172"/>
                  <a:gd name="connsiteY68" fmla="*/ 79534 h 317087"/>
                  <a:gd name="connsiteX69" fmla="*/ 35243 w 239172"/>
                  <a:gd name="connsiteY69" fmla="*/ 79153 h 317087"/>
                  <a:gd name="connsiteX70" fmla="*/ 34576 w 239172"/>
                  <a:gd name="connsiteY70" fmla="*/ 77629 h 317087"/>
                  <a:gd name="connsiteX71" fmla="*/ 34100 w 239172"/>
                  <a:gd name="connsiteY71" fmla="*/ 78105 h 317087"/>
                  <a:gd name="connsiteX72" fmla="*/ 30956 w 239172"/>
                  <a:gd name="connsiteY72" fmla="*/ 74962 h 317087"/>
                  <a:gd name="connsiteX73" fmla="*/ 51816 w 239172"/>
                  <a:gd name="connsiteY73" fmla="*/ 55531 h 317087"/>
                  <a:gd name="connsiteX74" fmla="*/ 79629 w 239172"/>
                  <a:gd name="connsiteY74" fmla="*/ 47720 h 317087"/>
                  <a:gd name="connsiteX75" fmla="*/ 109061 w 239172"/>
                  <a:gd name="connsiteY75" fmla="*/ 59722 h 317087"/>
                  <a:gd name="connsiteX76" fmla="*/ 111252 w 239172"/>
                  <a:gd name="connsiteY76" fmla="*/ 69056 h 317087"/>
                  <a:gd name="connsiteX77" fmla="*/ 109061 w 239172"/>
                  <a:gd name="connsiteY77" fmla="*/ 63913 h 317087"/>
                  <a:gd name="connsiteX78" fmla="*/ 94679 w 239172"/>
                  <a:gd name="connsiteY78" fmla="*/ 53435 h 317087"/>
                  <a:gd name="connsiteX79" fmla="*/ 81534 w 239172"/>
                  <a:gd name="connsiteY79" fmla="*/ 53245 h 317087"/>
                  <a:gd name="connsiteX80" fmla="*/ 79534 w 239172"/>
                  <a:gd name="connsiteY80" fmla="*/ 47625 h 317087"/>
                  <a:gd name="connsiteX81" fmla="*/ 131826 w 239172"/>
                  <a:gd name="connsiteY81" fmla="*/ 238220 h 317087"/>
                  <a:gd name="connsiteX82" fmla="*/ 132302 w 239172"/>
                  <a:gd name="connsiteY82" fmla="*/ 237934 h 317087"/>
                  <a:gd name="connsiteX83" fmla="*/ 131064 w 239172"/>
                  <a:gd name="connsiteY83" fmla="*/ 236315 h 317087"/>
                  <a:gd name="connsiteX84" fmla="*/ 121158 w 239172"/>
                  <a:gd name="connsiteY84" fmla="*/ 232315 h 317087"/>
                  <a:gd name="connsiteX85" fmla="*/ 115919 w 239172"/>
                  <a:gd name="connsiteY85" fmla="*/ 225457 h 317087"/>
                  <a:gd name="connsiteX86" fmla="*/ 95060 w 239172"/>
                  <a:gd name="connsiteY86" fmla="*/ 208312 h 317087"/>
                  <a:gd name="connsiteX87" fmla="*/ 97060 w 239172"/>
                  <a:gd name="connsiteY87" fmla="*/ 199739 h 317087"/>
                  <a:gd name="connsiteX88" fmla="*/ 95060 w 239172"/>
                  <a:gd name="connsiteY88" fmla="*/ 190405 h 317087"/>
                  <a:gd name="connsiteX89" fmla="*/ 92583 w 239172"/>
                  <a:gd name="connsiteY89" fmla="*/ 186214 h 317087"/>
                  <a:gd name="connsiteX90" fmla="*/ 90678 w 239172"/>
                  <a:gd name="connsiteY90" fmla="*/ 189167 h 317087"/>
                  <a:gd name="connsiteX91" fmla="*/ 66866 w 239172"/>
                  <a:gd name="connsiteY91" fmla="*/ 204311 h 317087"/>
                  <a:gd name="connsiteX92" fmla="*/ 55912 w 239172"/>
                  <a:gd name="connsiteY92" fmla="*/ 234315 h 317087"/>
                  <a:gd name="connsiteX93" fmla="*/ 56388 w 239172"/>
                  <a:gd name="connsiteY93" fmla="*/ 241459 h 317087"/>
                  <a:gd name="connsiteX94" fmla="*/ 58674 w 239172"/>
                  <a:gd name="connsiteY94" fmla="*/ 251365 h 317087"/>
                  <a:gd name="connsiteX95" fmla="*/ 58674 w 239172"/>
                  <a:gd name="connsiteY95" fmla="*/ 251650 h 317087"/>
                  <a:gd name="connsiteX96" fmla="*/ 60103 w 239172"/>
                  <a:gd name="connsiteY96" fmla="*/ 253841 h 317087"/>
                  <a:gd name="connsiteX97" fmla="*/ 74104 w 239172"/>
                  <a:gd name="connsiteY97" fmla="*/ 250888 h 317087"/>
                  <a:gd name="connsiteX98" fmla="*/ 82296 w 239172"/>
                  <a:gd name="connsiteY98" fmla="*/ 265271 h 317087"/>
                  <a:gd name="connsiteX99" fmla="*/ 71152 w 239172"/>
                  <a:gd name="connsiteY99" fmla="*/ 266700 h 317087"/>
                  <a:gd name="connsiteX100" fmla="*/ 30861 w 239172"/>
                  <a:gd name="connsiteY100" fmla="*/ 258699 h 317087"/>
                  <a:gd name="connsiteX101" fmla="*/ 27527 w 239172"/>
                  <a:gd name="connsiteY101" fmla="*/ 235077 h 317087"/>
                  <a:gd name="connsiteX102" fmla="*/ 21622 w 239172"/>
                  <a:gd name="connsiteY102" fmla="*/ 227267 h 317087"/>
                  <a:gd name="connsiteX103" fmla="*/ 32576 w 239172"/>
                  <a:gd name="connsiteY103" fmla="*/ 227267 h 317087"/>
                  <a:gd name="connsiteX104" fmla="*/ 34862 w 239172"/>
                  <a:gd name="connsiteY104" fmla="*/ 237077 h 317087"/>
                  <a:gd name="connsiteX105" fmla="*/ 45434 w 239172"/>
                  <a:gd name="connsiteY105" fmla="*/ 253175 h 317087"/>
                  <a:gd name="connsiteX106" fmla="*/ 47435 w 239172"/>
                  <a:gd name="connsiteY106" fmla="*/ 253936 h 317087"/>
                  <a:gd name="connsiteX107" fmla="*/ 47244 w 239172"/>
                  <a:gd name="connsiteY107" fmla="*/ 253079 h 317087"/>
                  <a:gd name="connsiteX108" fmla="*/ 50197 w 239172"/>
                  <a:gd name="connsiteY108" fmla="*/ 242792 h 317087"/>
                  <a:gd name="connsiteX109" fmla="*/ 44672 w 239172"/>
                  <a:gd name="connsiteY109" fmla="*/ 240221 h 317087"/>
                  <a:gd name="connsiteX110" fmla="*/ 53340 w 239172"/>
                  <a:gd name="connsiteY110" fmla="*/ 213646 h 317087"/>
                  <a:gd name="connsiteX111" fmla="*/ 55054 w 239172"/>
                  <a:gd name="connsiteY111" fmla="*/ 191167 h 317087"/>
                  <a:gd name="connsiteX112" fmla="*/ 65532 w 239172"/>
                  <a:gd name="connsiteY112" fmla="*/ 182023 h 317087"/>
                  <a:gd name="connsiteX113" fmla="*/ 62579 w 239172"/>
                  <a:gd name="connsiteY113" fmla="*/ 167450 h 317087"/>
                  <a:gd name="connsiteX114" fmla="*/ 63532 w 239172"/>
                  <a:gd name="connsiteY114" fmla="*/ 146875 h 317087"/>
                  <a:gd name="connsiteX115" fmla="*/ 62294 w 239172"/>
                  <a:gd name="connsiteY115" fmla="*/ 144018 h 317087"/>
                  <a:gd name="connsiteX116" fmla="*/ 49816 w 239172"/>
                  <a:gd name="connsiteY116" fmla="*/ 144304 h 317087"/>
                  <a:gd name="connsiteX117" fmla="*/ 49530 w 239172"/>
                  <a:gd name="connsiteY117" fmla="*/ 164592 h 317087"/>
                  <a:gd name="connsiteX118" fmla="*/ 44863 w 239172"/>
                  <a:gd name="connsiteY118" fmla="*/ 180594 h 317087"/>
                  <a:gd name="connsiteX119" fmla="*/ 42577 w 239172"/>
                  <a:gd name="connsiteY119" fmla="*/ 156305 h 317087"/>
                  <a:gd name="connsiteX120" fmla="*/ 42005 w 239172"/>
                  <a:gd name="connsiteY120" fmla="*/ 176213 h 317087"/>
                  <a:gd name="connsiteX121" fmla="*/ 35624 w 239172"/>
                  <a:gd name="connsiteY121" fmla="*/ 189071 h 317087"/>
                  <a:gd name="connsiteX122" fmla="*/ 35909 w 239172"/>
                  <a:gd name="connsiteY122" fmla="*/ 169450 h 317087"/>
                  <a:gd name="connsiteX123" fmla="*/ 24956 w 239172"/>
                  <a:gd name="connsiteY123" fmla="*/ 197929 h 317087"/>
                  <a:gd name="connsiteX124" fmla="*/ 30385 w 239172"/>
                  <a:gd name="connsiteY124" fmla="*/ 161639 h 317087"/>
                  <a:gd name="connsiteX125" fmla="*/ 24384 w 239172"/>
                  <a:gd name="connsiteY125" fmla="*/ 178784 h 317087"/>
                  <a:gd name="connsiteX126" fmla="*/ 25813 w 239172"/>
                  <a:gd name="connsiteY126" fmla="*/ 170498 h 317087"/>
                  <a:gd name="connsiteX127" fmla="*/ 35338 w 239172"/>
                  <a:gd name="connsiteY127" fmla="*/ 129350 h 317087"/>
                  <a:gd name="connsiteX128" fmla="*/ 61913 w 239172"/>
                  <a:gd name="connsiteY128" fmla="*/ 133731 h 317087"/>
                  <a:gd name="connsiteX129" fmla="*/ 65151 w 239172"/>
                  <a:gd name="connsiteY129" fmla="*/ 138208 h 317087"/>
                  <a:gd name="connsiteX130" fmla="*/ 66961 w 239172"/>
                  <a:gd name="connsiteY130" fmla="*/ 139636 h 317087"/>
                  <a:gd name="connsiteX131" fmla="*/ 73819 w 239172"/>
                  <a:gd name="connsiteY131" fmla="*/ 133064 h 317087"/>
                  <a:gd name="connsiteX132" fmla="*/ 91821 w 239172"/>
                  <a:gd name="connsiteY132" fmla="*/ 125635 h 317087"/>
                  <a:gd name="connsiteX133" fmla="*/ 92678 w 239172"/>
                  <a:gd name="connsiteY133" fmla="*/ 123444 h 317087"/>
                  <a:gd name="connsiteX134" fmla="*/ 89535 w 239172"/>
                  <a:gd name="connsiteY134" fmla="*/ 119634 h 317087"/>
                  <a:gd name="connsiteX135" fmla="*/ 86392 w 239172"/>
                  <a:gd name="connsiteY135" fmla="*/ 112490 h 317087"/>
                  <a:gd name="connsiteX136" fmla="*/ 94774 w 239172"/>
                  <a:gd name="connsiteY136" fmla="*/ 110109 h 317087"/>
                  <a:gd name="connsiteX137" fmla="*/ 123920 w 239172"/>
                  <a:gd name="connsiteY137" fmla="*/ 178784 h 317087"/>
                  <a:gd name="connsiteX138" fmla="*/ 125063 w 239172"/>
                  <a:gd name="connsiteY138" fmla="*/ 182118 h 317087"/>
                  <a:gd name="connsiteX139" fmla="*/ 120491 w 239172"/>
                  <a:gd name="connsiteY139" fmla="*/ 186023 h 317087"/>
                  <a:gd name="connsiteX140" fmla="*/ 120396 w 239172"/>
                  <a:gd name="connsiteY140" fmla="*/ 186023 h 317087"/>
                  <a:gd name="connsiteX141" fmla="*/ 117824 w 239172"/>
                  <a:gd name="connsiteY141" fmla="*/ 193548 h 317087"/>
                  <a:gd name="connsiteX142" fmla="*/ 106490 w 239172"/>
                  <a:gd name="connsiteY142" fmla="*/ 204788 h 317087"/>
                  <a:gd name="connsiteX143" fmla="*/ 137731 w 239172"/>
                  <a:gd name="connsiteY143" fmla="*/ 234410 h 317087"/>
                  <a:gd name="connsiteX144" fmla="*/ 137731 w 239172"/>
                  <a:gd name="connsiteY144" fmla="*/ 234410 h 317087"/>
                  <a:gd name="connsiteX145" fmla="*/ 142780 w 239172"/>
                  <a:gd name="connsiteY145" fmla="*/ 240030 h 317087"/>
                  <a:gd name="connsiteX146" fmla="*/ 142589 w 239172"/>
                  <a:gd name="connsiteY146" fmla="*/ 240030 h 317087"/>
                  <a:gd name="connsiteX147" fmla="*/ 144685 w 239172"/>
                  <a:gd name="connsiteY147" fmla="*/ 244126 h 317087"/>
                  <a:gd name="connsiteX148" fmla="*/ 151924 w 239172"/>
                  <a:gd name="connsiteY148" fmla="*/ 242697 h 317087"/>
                  <a:gd name="connsiteX149" fmla="*/ 156877 w 239172"/>
                  <a:gd name="connsiteY149" fmla="*/ 254603 h 317087"/>
                  <a:gd name="connsiteX150" fmla="*/ 148209 w 239172"/>
                  <a:gd name="connsiteY150" fmla="*/ 255079 h 317087"/>
                  <a:gd name="connsiteX151" fmla="*/ 110109 w 239172"/>
                  <a:gd name="connsiteY151" fmla="*/ 251460 h 317087"/>
                  <a:gd name="connsiteX152" fmla="*/ 129254 w 239172"/>
                  <a:gd name="connsiteY152" fmla="*/ 258699 h 317087"/>
                  <a:gd name="connsiteX153" fmla="*/ 110585 w 239172"/>
                  <a:gd name="connsiteY153" fmla="*/ 262604 h 317087"/>
                  <a:gd name="connsiteX154" fmla="*/ 101156 w 239172"/>
                  <a:gd name="connsiteY154" fmla="*/ 266319 h 317087"/>
                  <a:gd name="connsiteX155" fmla="*/ 86582 w 239172"/>
                  <a:gd name="connsiteY155" fmla="*/ 259556 h 317087"/>
                  <a:gd name="connsiteX156" fmla="*/ 77343 w 239172"/>
                  <a:gd name="connsiteY156" fmla="*/ 238030 h 317087"/>
                  <a:gd name="connsiteX157" fmla="*/ 97631 w 239172"/>
                  <a:gd name="connsiteY157" fmla="*/ 226886 h 317087"/>
                  <a:gd name="connsiteX158" fmla="*/ 132207 w 239172"/>
                  <a:gd name="connsiteY158" fmla="*/ 239744 h 317087"/>
                  <a:gd name="connsiteX159" fmla="*/ 131826 w 239172"/>
                  <a:gd name="connsiteY159" fmla="*/ 238220 h 317087"/>
                  <a:gd name="connsiteX160" fmla="*/ 153734 w 239172"/>
                  <a:gd name="connsiteY160" fmla="*/ 274796 h 317087"/>
                  <a:gd name="connsiteX161" fmla="*/ 137827 w 239172"/>
                  <a:gd name="connsiteY161" fmla="*/ 282226 h 317087"/>
                  <a:gd name="connsiteX162" fmla="*/ 120301 w 239172"/>
                  <a:gd name="connsiteY162" fmla="*/ 279749 h 317087"/>
                  <a:gd name="connsiteX163" fmla="*/ 95250 w 239172"/>
                  <a:gd name="connsiteY163" fmla="*/ 274320 h 317087"/>
                  <a:gd name="connsiteX164" fmla="*/ 141923 w 239172"/>
                  <a:gd name="connsiteY164" fmla="*/ 259175 h 317087"/>
                  <a:gd name="connsiteX165" fmla="*/ 168783 w 239172"/>
                  <a:gd name="connsiteY165" fmla="*/ 261175 h 317087"/>
                  <a:gd name="connsiteX166" fmla="*/ 181928 w 239172"/>
                  <a:gd name="connsiteY166" fmla="*/ 266509 h 317087"/>
                  <a:gd name="connsiteX167" fmla="*/ 153638 w 239172"/>
                  <a:gd name="connsiteY167" fmla="*/ 274796 h 317087"/>
                  <a:gd name="connsiteX168" fmla="*/ 133541 w 239172"/>
                  <a:gd name="connsiteY168" fmla="*/ 50578 h 317087"/>
                  <a:gd name="connsiteX169" fmla="*/ 127159 w 239172"/>
                  <a:gd name="connsiteY169" fmla="*/ 51435 h 317087"/>
                  <a:gd name="connsiteX170" fmla="*/ 127159 w 239172"/>
                  <a:gd name="connsiteY170" fmla="*/ 50959 h 317087"/>
                  <a:gd name="connsiteX171" fmla="*/ 123254 w 239172"/>
                  <a:gd name="connsiteY171" fmla="*/ 55531 h 317087"/>
                  <a:gd name="connsiteX172" fmla="*/ 119825 w 239172"/>
                  <a:gd name="connsiteY172" fmla="*/ 59436 h 317087"/>
                  <a:gd name="connsiteX173" fmla="*/ 118967 w 239172"/>
                  <a:gd name="connsiteY173" fmla="*/ 60293 h 317087"/>
                  <a:gd name="connsiteX174" fmla="*/ 118777 w 239172"/>
                  <a:gd name="connsiteY174" fmla="*/ 60293 h 317087"/>
                  <a:gd name="connsiteX175" fmla="*/ 117634 w 239172"/>
                  <a:gd name="connsiteY175" fmla="*/ 60769 h 317087"/>
                  <a:gd name="connsiteX176" fmla="*/ 123158 w 239172"/>
                  <a:gd name="connsiteY176" fmla="*/ 66580 h 317087"/>
                  <a:gd name="connsiteX177" fmla="*/ 128397 w 239172"/>
                  <a:gd name="connsiteY177" fmla="*/ 76867 h 317087"/>
                  <a:gd name="connsiteX178" fmla="*/ 124682 w 239172"/>
                  <a:gd name="connsiteY178" fmla="*/ 106299 h 317087"/>
                  <a:gd name="connsiteX179" fmla="*/ 124492 w 239172"/>
                  <a:gd name="connsiteY179" fmla="*/ 116395 h 317087"/>
                  <a:gd name="connsiteX180" fmla="*/ 135827 w 239172"/>
                  <a:gd name="connsiteY180" fmla="*/ 143732 h 317087"/>
                  <a:gd name="connsiteX181" fmla="*/ 136589 w 239172"/>
                  <a:gd name="connsiteY181" fmla="*/ 177736 h 317087"/>
                  <a:gd name="connsiteX182" fmla="*/ 142685 w 239172"/>
                  <a:gd name="connsiteY182" fmla="*/ 187166 h 317087"/>
                  <a:gd name="connsiteX183" fmla="*/ 143256 w 239172"/>
                  <a:gd name="connsiteY183" fmla="*/ 185547 h 317087"/>
                  <a:gd name="connsiteX184" fmla="*/ 143828 w 239172"/>
                  <a:gd name="connsiteY184" fmla="*/ 178784 h 317087"/>
                  <a:gd name="connsiteX185" fmla="*/ 143542 w 239172"/>
                  <a:gd name="connsiteY185" fmla="*/ 176117 h 317087"/>
                  <a:gd name="connsiteX186" fmla="*/ 140875 w 239172"/>
                  <a:gd name="connsiteY186" fmla="*/ 176594 h 317087"/>
                  <a:gd name="connsiteX187" fmla="*/ 141256 w 239172"/>
                  <a:gd name="connsiteY187" fmla="*/ 142304 h 317087"/>
                  <a:gd name="connsiteX188" fmla="*/ 129826 w 239172"/>
                  <a:gd name="connsiteY188" fmla="*/ 111728 h 317087"/>
                  <a:gd name="connsiteX189" fmla="*/ 128683 w 239172"/>
                  <a:gd name="connsiteY189" fmla="*/ 107347 h 317087"/>
                  <a:gd name="connsiteX190" fmla="*/ 132493 w 239172"/>
                  <a:gd name="connsiteY190" fmla="*/ 104489 h 317087"/>
                  <a:gd name="connsiteX191" fmla="*/ 135446 w 239172"/>
                  <a:gd name="connsiteY191" fmla="*/ 103918 h 317087"/>
                  <a:gd name="connsiteX192" fmla="*/ 136398 w 239172"/>
                  <a:gd name="connsiteY192" fmla="*/ 98107 h 317087"/>
                  <a:gd name="connsiteX193" fmla="*/ 134017 w 239172"/>
                  <a:gd name="connsiteY193" fmla="*/ 93440 h 317087"/>
                  <a:gd name="connsiteX194" fmla="*/ 132874 w 239172"/>
                  <a:gd name="connsiteY194" fmla="*/ 93917 h 317087"/>
                  <a:gd name="connsiteX195" fmla="*/ 130874 w 239172"/>
                  <a:gd name="connsiteY195" fmla="*/ 84487 h 317087"/>
                  <a:gd name="connsiteX196" fmla="*/ 137255 w 239172"/>
                  <a:gd name="connsiteY196" fmla="*/ 82487 h 317087"/>
                  <a:gd name="connsiteX197" fmla="*/ 140208 w 239172"/>
                  <a:gd name="connsiteY197" fmla="*/ 87058 h 317087"/>
                  <a:gd name="connsiteX198" fmla="*/ 145637 w 239172"/>
                  <a:gd name="connsiteY198" fmla="*/ 80772 h 317087"/>
                  <a:gd name="connsiteX199" fmla="*/ 142113 w 239172"/>
                  <a:gd name="connsiteY199" fmla="*/ 81343 h 317087"/>
                  <a:gd name="connsiteX200" fmla="*/ 148495 w 239172"/>
                  <a:gd name="connsiteY200" fmla="*/ 73628 h 317087"/>
                  <a:gd name="connsiteX201" fmla="*/ 142970 w 239172"/>
                  <a:gd name="connsiteY201" fmla="*/ 73057 h 317087"/>
                  <a:gd name="connsiteX202" fmla="*/ 152305 w 239172"/>
                  <a:gd name="connsiteY202" fmla="*/ 67342 h 317087"/>
                  <a:gd name="connsiteX203" fmla="*/ 149352 w 239172"/>
                  <a:gd name="connsiteY203" fmla="*/ 66770 h 317087"/>
                  <a:gd name="connsiteX204" fmla="*/ 158687 w 239172"/>
                  <a:gd name="connsiteY204" fmla="*/ 61055 h 317087"/>
                  <a:gd name="connsiteX205" fmla="*/ 150876 w 239172"/>
                  <a:gd name="connsiteY205" fmla="*/ 60769 h 317087"/>
                  <a:gd name="connsiteX206" fmla="*/ 168021 w 239172"/>
                  <a:gd name="connsiteY206" fmla="*/ 55912 h 317087"/>
                  <a:gd name="connsiteX207" fmla="*/ 160782 w 239172"/>
                  <a:gd name="connsiteY207" fmla="*/ 52959 h 317087"/>
                  <a:gd name="connsiteX208" fmla="*/ 174117 w 239172"/>
                  <a:gd name="connsiteY208" fmla="*/ 51244 h 317087"/>
                  <a:gd name="connsiteX209" fmla="*/ 170593 w 239172"/>
                  <a:gd name="connsiteY209" fmla="*/ 43529 h 317087"/>
                  <a:gd name="connsiteX210" fmla="*/ 195739 w 239172"/>
                  <a:gd name="connsiteY210" fmla="*/ 54959 h 317087"/>
                  <a:gd name="connsiteX211" fmla="*/ 196691 w 239172"/>
                  <a:gd name="connsiteY211" fmla="*/ 56578 h 317087"/>
                  <a:gd name="connsiteX212" fmla="*/ 199739 w 239172"/>
                  <a:gd name="connsiteY212" fmla="*/ 55817 h 317087"/>
                  <a:gd name="connsiteX213" fmla="*/ 197739 w 239172"/>
                  <a:gd name="connsiteY213" fmla="*/ 58388 h 317087"/>
                  <a:gd name="connsiteX214" fmla="*/ 199263 w 239172"/>
                  <a:gd name="connsiteY214" fmla="*/ 60579 h 317087"/>
                  <a:gd name="connsiteX215" fmla="*/ 203359 w 239172"/>
                  <a:gd name="connsiteY215" fmla="*/ 62389 h 317087"/>
                  <a:gd name="connsiteX216" fmla="*/ 211074 w 239172"/>
                  <a:gd name="connsiteY216" fmla="*/ 64103 h 317087"/>
                  <a:gd name="connsiteX217" fmla="*/ 206693 w 239172"/>
                  <a:gd name="connsiteY217" fmla="*/ 65151 h 317087"/>
                  <a:gd name="connsiteX218" fmla="*/ 206693 w 239172"/>
                  <a:gd name="connsiteY218" fmla="*/ 65342 h 317087"/>
                  <a:gd name="connsiteX219" fmla="*/ 204121 w 239172"/>
                  <a:gd name="connsiteY219" fmla="*/ 67627 h 317087"/>
                  <a:gd name="connsiteX220" fmla="*/ 206978 w 239172"/>
                  <a:gd name="connsiteY220" fmla="*/ 72771 h 317087"/>
                  <a:gd name="connsiteX221" fmla="*/ 207359 w 239172"/>
                  <a:gd name="connsiteY221" fmla="*/ 73628 h 317087"/>
                  <a:gd name="connsiteX222" fmla="*/ 207359 w 239172"/>
                  <a:gd name="connsiteY222" fmla="*/ 73914 h 317087"/>
                  <a:gd name="connsiteX223" fmla="*/ 207931 w 239172"/>
                  <a:gd name="connsiteY223" fmla="*/ 75438 h 317087"/>
                  <a:gd name="connsiteX224" fmla="*/ 207454 w 239172"/>
                  <a:gd name="connsiteY224" fmla="*/ 75438 h 317087"/>
                  <a:gd name="connsiteX225" fmla="*/ 207931 w 239172"/>
                  <a:gd name="connsiteY225" fmla="*/ 81248 h 317087"/>
                  <a:gd name="connsiteX226" fmla="*/ 207931 w 239172"/>
                  <a:gd name="connsiteY226" fmla="*/ 81248 h 317087"/>
                  <a:gd name="connsiteX227" fmla="*/ 215170 w 239172"/>
                  <a:gd name="connsiteY227" fmla="*/ 104870 h 317087"/>
                  <a:gd name="connsiteX228" fmla="*/ 213455 w 239172"/>
                  <a:gd name="connsiteY228" fmla="*/ 111442 h 317087"/>
                  <a:gd name="connsiteX229" fmla="*/ 203549 w 239172"/>
                  <a:gd name="connsiteY229" fmla="*/ 114967 h 317087"/>
                  <a:gd name="connsiteX230" fmla="*/ 198120 w 239172"/>
                  <a:gd name="connsiteY230" fmla="*/ 108014 h 317087"/>
                  <a:gd name="connsiteX231" fmla="*/ 196977 w 239172"/>
                  <a:gd name="connsiteY231" fmla="*/ 103727 h 317087"/>
                  <a:gd name="connsiteX232" fmla="*/ 181928 w 239172"/>
                  <a:gd name="connsiteY232" fmla="*/ 92583 h 317087"/>
                  <a:gd name="connsiteX233" fmla="*/ 181928 w 239172"/>
                  <a:gd name="connsiteY233" fmla="*/ 77152 h 317087"/>
                  <a:gd name="connsiteX234" fmla="*/ 178975 w 239172"/>
                  <a:gd name="connsiteY234" fmla="*/ 98107 h 317087"/>
                  <a:gd name="connsiteX235" fmla="*/ 185642 w 239172"/>
                  <a:gd name="connsiteY235" fmla="*/ 110299 h 317087"/>
                  <a:gd name="connsiteX236" fmla="*/ 191357 w 239172"/>
                  <a:gd name="connsiteY236" fmla="*/ 116015 h 317087"/>
                  <a:gd name="connsiteX237" fmla="*/ 192977 w 239172"/>
                  <a:gd name="connsiteY237" fmla="*/ 116586 h 317087"/>
                  <a:gd name="connsiteX238" fmla="*/ 189167 w 239172"/>
                  <a:gd name="connsiteY238" fmla="*/ 122396 h 317087"/>
                  <a:gd name="connsiteX239" fmla="*/ 196596 w 239172"/>
                  <a:gd name="connsiteY239" fmla="*/ 138208 h 317087"/>
                  <a:gd name="connsiteX240" fmla="*/ 195548 w 239172"/>
                  <a:gd name="connsiteY240" fmla="*/ 150971 h 317087"/>
                  <a:gd name="connsiteX241" fmla="*/ 194310 w 239172"/>
                  <a:gd name="connsiteY241" fmla="*/ 158591 h 317087"/>
                  <a:gd name="connsiteX242" fmla="*/ 198501 w 239172"/>
                  <a:gd name="connsiteY242" fmla="*/ 159353 h 317087"/>
                  <a:gd name="connsiteX243" fmla="*/ 221742 w 239172"/>
                  <a:gd name="connsiteY243" fmla="*/ 154019 h 317087"/>
                  <a:gd name="connsiteX244" fmla="*/ 228695 w 239172"/>
                  <a:gd name="connsiteY244" fmla="*/ 157734 h 317087"/>
                  <a:gd name="connsiteX245" fmla="*/ 228981 w 239172"/>
                  <a:gd name="connsiteY245" fmla="*/ 163449 h 317087"/>
                  <a:gd name="connsiteX246" fmla="*/ 224600 w 239172"/>
                  <a:gd name="connsiteY246" fmla="*/ 174879 h 317087"/>
                  <a:gd name="connsiteX247" fmla="*/ 217361 w 239172"/>
                  <a:gd name="connsiteY247" fmla="*/ 196596 h 317087"/>
                  <a:gd name="connsiteX248" fmla="*/ 213074 w 239172"/>
                  <a:gd name="connsiteY248" fmla="*/ 200596 h 317087"/>
                  <a:gd name="connsiteX249" fmla="*/ 213074 w 239172"/>
                  <a:gd name="connsiteY249" fmla="*/ 200596 h 317087"/>
                  <a:gd name="connsiteX250" fmla="*/ 211360 w 239172"/>
                  <a:gd name="connsiteY250" fmla="*/ 201454 h 317087"/>
                  <a:gd name="connsiteX251" fmla="*/ 209550 w 239172"/>
                  <a:gd name="connsiteY251" fmla="*/ 202406 h 317087"/>
                  <a:gd name="connsiteX252" fmla="*/ 209550 w 239172"/>
                  <a:gd name="connsiteY252" fmla="*/ 202216 h 317087"/>
                  <a:gd name="connsiteX253" fmla="*/ 207264 w 239172"/>
                  <a:gd name="connsiteY253" fmla="*/ 203263 h 317087"/>
                  <a:gd name="connsiteX254" fmla="*/ 200882 w 239172"/>
                  <a:gd name="connsiteY254" fmla="*/ 202692 h 317087"/>
                  <a:gd name="connsiteX255" fmla="*/ 206026 w 239172"/>
                  <a:gd name="connsiteY255" fmla="*/ 190500 h 317087"/>
                  <a:gd name="connsiteX256" fmla="*/ 211169 w 239172"/>
                  <a:gd name="connsiteY256" fmla="*/ 192215 h 317087"/>
                  <a:gd name="connsiteX257" fmla="*/ 212693 w 239172"/>
                  <a:gd name="connsiteY257" fmla="*/ 191834 h 317087"/>
                  <a:gd name="connsiteX258" fmla="*/ 213265 w 239172"/>
                  <a:gd name="connsiteY258" fmla="*/ 186500 h 317087"/>
                  <a:gd name="connsiteX259" fmla="*/ 217265 w 239172"/>
                  <a:gd name="connsiteY259" fmla="*/ 184118 h 317087"/>
                  <a:gd name="connsiteX260" fmla="*/ 217837 w 239172"/>
                  <a:gd name="connsiteY260" fmla="*/ 167069 h 317087"/>
                  <a:gd name="connsiteX261" fmla="*/ 188309 w 239172"/>
                  <a:gd name="connsiteY261" fmla="*/ 173355 h 317087"/>
                  <a:gd name="connsiteX262" fmla="*/ 180880 w 239172"/>
                  <a:gd name="connsiteY262" fmla="*/ 174974 h 317087"/>
                  <a:gd name="connsiteX263" fmla="*/ 186023 w 239172"/>
                  <a:gd name="connsiteY263" fmla="*/ 196786 h 317087"/>
                  <a:gd name="connsiteX264" fmla="*/ 189548 w 239172"/>
                  <a:gd name="connsiteY264" fmla="*/ 204788 h 317087"/>
                  <a:gd name="connsiteX265" fmla="*/ 190405 w 239172"/>
                  <a:gd name="connsiteY265" fmla="*/ 215932 h 317087"/>
                  <a:gd name="connsiteX266" fmla="*/ 199644 w 239172"/>
                  <a:gd name="connsiteY266" fmla="*/ 241363 h 317087"/>
                  <a:gd name="connsiteX267" fmla="*/ 200787 w 239172"/>
                  <a:gd name="connsiteY267" fmla="*/ 243173 h 317087"/>
                  <a:gd name="connsiteX268" fmla="*/ 214884 w 239172"/>
                  <a:gd name="connsiteY268" fmla="*/ 242602 h 317087"/>
                  <a:gd name="connsiteX269" fmla="*/ 217742 w 239172"/>
                  <a:gd name="connsiteY269" fmla="*/ 248698 h 317087"/>
                  <a:gd name="connsiteX270" fmla="*/ 215170 w 239172"/>
                  <a:gd name="connsiteY270" fmla="*/ 256508 h 317087"/>
                  <a:gd name="connsiteX271" fmla="*/ 196977 w 239172"/>
                  <a:gd name="connsiteY271" fmla="*/ 262604 h 317087"/>
                  <a:gd name="connsiteX272" fmla="*/ 178879 w 239172"/>
                  <a:gd name="connsiteY272" fmla="*/ 258794 h 317087"/>
                  <a:gd name="connsiteX273" fmla="*/ 166497 w 239172"/>
                  <a:gd name="connsiteY273" fmla="*/ 254222 h 317087"/>
                  <a:gd name="connsiteX274" fmla="*/ 162116 w 239172"/>
                  <a:gd name="connsiteY274" fmla="*/ 237744 h 317087"/>
                  <a:gd name="connsiteX275" fmla="*/ 164497 w 239172"/>
                  <a:gd name="connsiteY275" fmla="*/ 227743 h 317087"/>
                  <a:gd name="connsiteX276" fmla="*/ 178308 w 239172"/>
                  <a:gd name="connsiteY276" fmla="*/ 229934 h 317087"/>
                  <a:gd name="connsiteX277" fmla="*/ 188881 w 239172"/>
                  <a:gd name="connsiteY277" fmla="*/ 229171 h 317087"/>
                  <a:gd name="connsiteX278" fmla="*/ 179261 w 239172"/>
                  <a:gd name="connsiteY278" fmla="*/ 210502 h 317087"/>
                  <a:gd name="connsiteX279" fmla="*/ 176689 w 239172"/>
                  <a:gd name="connsiteY279" fmla="*/ 199263 h 317087"/>
                  <a:gd name="connsiteX280" fmla="*/ 168878 w 239172"/>
                  <a:gd name="connsiteY280" fmla="*/ 186119 h 317087"/>
                  <a:gd name="connsiteX281" fmla="*/ 160401 w 239172"/>
                  <a:gd name="connsiteY281" fmla="*/ 178117 h 317087"/>
                  <a:gd name="connsiteX282" fmla="*/ 156781 w 239172"/>
                  <a:gd name="connsiteY282" fmla="*/ 175831 h 317087"/>
                  <a:gd name="connsiteX283" fmla="*/ 147066 w 239172"/>
                  <a:gd name="connsiteY283" fmla="*/ 176022 h 317087"/>
                  <a:gd name="connsiteX284" fmla="*/ 156877 w 239172"/>
                  <a:gd name="connsiteY284" fmla="*/ 197072 h 317087"/>
                  <a:gd name="connsiteX285" fmla="*/ 142780 w 239172"/>
                  <a:gd name="connsiteY285" fmla="*/ 196215 h 317087"/>
                  <a:gd name="connsiteX286" fmla="*/ 98298 w 239172"/>
                  <a:gd name="connsiteY286" fmla="*/ 87725 h 317087"/>
                  <a:gd name="connsiteX287" fmla="*/ 95155 w 239172"/>
                  <a:gd name="connsiteY287" fmla="*/ 73628 h 317087"/>
                  <a:gd name="connsiteX288" fmla="*/ 100679 w 239172"/>
                  <a:gd name="connsiteY288" fmla="*/ 78772 h 317087"/>
                  <a:gd name="connsiteX289" fmla="*/ 98108 w 239172"/>
                  <a:gd name="connsiteY289" fmla="*/ 71914 h 317087"/>
                  <a:gd name="connsiteX290" fmla="*/ 89726 w 239172"/>
                  <a:gd name="connsiteY290" fmla="*/ 70866 h 317087"/>
                  <a:gd name="connsiteX291" fmla="*/ 84582 w 239172"/>
                  <a:gd name="connsiteY291" fmla="*/ 59055 h 317087"/>
                  <a:gd name="connsiteX292" fmla="*/ 89059 w 239172"/>
                  <a:gd name="connsiteY292" fmla="*/ 57912 h 317087"/>
                  <a:gd name="connsiteX293" fmla="*/ 106680 w 239172"/>
                  <a:gd name="connsiteY293" fmla="*/ 64484 h 317087"/>
                  <a:gd name="connsiteX294" fmla="*/ 108680 w 239172"/>
                  <a:gd name="connsiteY294" fmla="*/ 73628 h 317087"/>
                  <a:gd name="connsiteX295" fmla="*/ 112204 w 239172"/>
                  <a:gd name="connsiteY295" fmla="*/ 75343 h 317087"/>
                  <a:gd name="connsiteX296" fmla="*/ 114395 w 239172"/>
                  <a:gd name="connsiteY296" fmla="*/ 71247 h 317087"/>
                  <a:gd name="connsiteX297" fmla="*/ 114014 w 239172"/>
                  <a:gd name="connsiteY297" fmla="*/ 67151 h 317087"/>
                  <a:gd name="connsiteX298" fmla="*/ 113157 w 239172"/>
                  <a:gd name="connsiteY298" fmla="*/ 64484 h 317087"/>
                  <a:gd name="connsiteX299" fmla="*/ 108204 w 239172"/>
                  <a:gd name="connsiteY299" fmla="*/ 56769 h 317087"/>
                  <a:gd name="connsiteX300" fmla="*/ 110109 w 239172"/>
                  <a:gd name="connsiteY300" fmla="*/ 47053 h 317087"/>
                  <a:gd name="connsiteX301" fmla="*/ 103727 w 239172"/>
                  <a:gd name="connsiteY301" fmla="*/ 47816 h 317087"/>
                  <a:gd name="connsiteX302" fmla="*/ 106680 w 239172"/>
                  <a:gd name="connsiteY302" fmla="*/ 45339 h 317087"/>
                  <a:gd name="connsiteX303" fmla="*/ 99441 w 239172"/>
                  <a:gd name="connsiteY303" fmla="*/ 48482 h 317087"/>
                  <a:gd name="connsiteX304" fmla="*/ 100298 w 239172"/>
                  <a:gd name="connsiteY304" fmla="*/ 46482 h 317087"/>
                  <a:gd name="connsiteX305" fmla="*/ 99441 w 239172"/>
                  <a:gd name="connsiteY305" fmla="*/ 43910 h 317087"/>
                  <a:gd name="connsiteX306" fmla="*/ 95345 w 239172"/>
                  <a:gd name="connsiteY306" fmla="*/ 38767 h 317087"/>
                  <a:gd name="connsiteX307" fmla="*/ 107252 w 239172"/>
                  <a:gd name="connsiteY307" fmla="*/ 30480 h 317087"/>
                  <a:gd name="connsiteX308" fmla="*/ 115157 w 239172"/>
                  <a:gd name="connsiteY308" fmla="*/ 26479 h 317087"/>
                  <a:gd name="connsiteX309" fmla="*/ 127635 w 239172"/>
                  <a:gd name="connsiteY309" fmla="*/ 29623 h 317087"/>
                  <a:gd name="connsiteX310" fmla="*/ 133731 w 239172"/>
                  <a:gd name="connsiteY310" fmla="*/ 50768 h 317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</a:cxnLst>
                <a:rect l="l" t="t" r="r" b="b"/>
                <a:pathLst>
                  <a:path w="239172" h="317087">
                    <a:moveTo>
                      <a:pt x="0" y="0"/>
                    </a:moveTo>
                    <a:lnTo>
                      <a:pt x="286" y="239935"/>
                    </a:lnTo>
                    <a:cubicBezTo>
                      <a:pt x="286" y="269367"/>
                      <a:pt x="13049" y="283655"/>
                      <a:pt x="39148" y="283655"/>
                    </a:cubicBezTo>
                    <a:lnTo>
                      <a:pt x="78867" y="283655"/>
                    </a:lnTo>
                    <a:cubicBezTo>
                      <a:pt x="99727" y="283655"/>
                      <a:pt x="114205" y="298799"/>
                      <a:pt x="119729" y="317087"/>
                    </a:cubicBezTo>
                    <a:cubicBezTo>
                      <a:pt x="124968" y="298799"/>
                      <a:pt x="139446" y="283655"/>
                      <a:pt x="160306" y="283655"/>
                    </a:cubicBezTo>
                    <a:lnTo>
                      <a:pt x="200025" y="283655"/>
                    </a:lnTo>
                    <a:cubicBezTo>
                      <a:pt x="226124" y="283655"/>
                      <a:pt x="239173" y="269462"/>
                      <a:pt x="239173" y="239935"/>
                    </a:cubicBezTo>
                    <a:lnTo>
                      <a:pt x="239173" y="0"/>
                    </a:lnTo>
                    <a:lnTo>
                      <a:pt x="0" y="0"/>
                    </a:lnTo>
                    <a:close/>
                    <a:moveTo>
                      <a:pt x="61436" y="17145"/>
                    </a:moveTo>
                    <a:lnTo>
                      <a:pt x="65437" y="25432"/>
                    </a:lnTo>
                    <a:lnTo>
                      <a:pt x="63913" y="26003"/>
                    </a:lnTo>
                    <a:lnTo>
                      <a:pt x="61341" y="17145"/>
                    </a:lnTo>
                    <a:close/>
                    <a:moveTo>
                      <a:pt x="51626" y="55531"/>
                    </a:moveTo>
                    <a:lnTo>
                      <a:pt x="54769" y="51435"/>
                    </a:lnTo>
                    <a:cubicBezTo>
                      <a:pt x="54769" y="57150"/>
                      <a:pt x="56483" y="71723"/>
                      <a:pt x="56483" y="72866"/>
                    </a:cubicBezTo>
                    <a:lnTo>
                      <a:pt x="62484" y="78200"/>
                    </a:lnTo>
                    <a:cubicBezTo>
                      <a:pt x="67437" y="77724"/>
                      <a:pt x="82582" y="76771"/>
                      <a:pt x="84106" y="76676"/>
                    </a:cubicBezTo>
                    <a:lnTo>
                      <a:pt x="81248" y="70866"/>
                    </a:lnTo>
                    <a:cubicBezTo>
                      <a:pt x="76962" y="70866"/>
                      <a:pt x="74390" y="71723"/>
                      <a:pt x="69533" y="72580"/>
                    </a:cubicBezTo>
                    <a:lnTo>
                      <a:pt x="62579" y="71723"/>
                    </a:lnTo>
                    <a:lnTo>
                      <a:pt x="61436" y="64294"/>
                    </a:lnTo>
                    <a:lnTo>
                      <a:pt x="60579" y="43434"/>
                    </a:lnTo>
                    <a:lnTo>
                      <a:pt x="60579" y="36671"/>
                    </a:lnTo>
                    <a:lnTo>
                      <a:pt x="61151" y="29718"/>
                    </a:lnTo>
                    <a:lnTo>
                      <a:pt x="67818" y="26575"/>
                    </a:lnTo>
                    <a:lnTo>
                      <a:pt x="69818" y="26575"/>
                    </a:lnTo>
                    <a:cubicBezTo>
                      <a:pt x="69818" y="26575"/>
                      <a:pt x="69818" y="26670"/>
                      <a:pt x="69818" y="26670"/>
                    </a:cubicBezTo>
                    <a:lnTo>
                      <a:pt x="72771" y="28194"/>
                    </a:lnTo>
                    <a:lnTo>
                      <a:pt x="73533" y="33814"/>
                    </a:lnTo>
                    <a:lnTo>
                      <a:pt x="73819" y="34957"/>
                    </a:lnTo>
                    <a:lnTo>
                      <a:pt x="72676" y="38100"/>
                    </a:lnTo>
                    <a:lnTo>
                      <a:pt x="71819" y="36100"/>
                    </a:lnTo>
                    <a:lnTo>
                      <a:pt x="71819" y="36100"/>
                    </a:lnTo>
                    <a:cubicBezTo>
                      <a:pt x="71819" y="36100"/>
                      <a:pt x="70771" y="36004"/>
                      <a:pt x="70771" y="36004"/>
                    </a:cubicBezTo>
                    <a:lnTo>
                      <a:pt x="68390" y="37243"/>
                    </a:lnTo>
                    <a:lnTo>
                      <a:pt x="66866" y="42577"/>
                    </a:lnTo>
                    <a:lnTo>
                      <a:pt x="70676" y="60674"/>
                    </a:lnTo>
                    <a:lnTo>
                      <a:pt x="75152" y="59626"/>
                    </a:lnTo>
                    <a:lnTo>
                      <a:pt x="73533" y="53340"/>
                    </a:lnTo>
                    <a:lnTo>
                      <a:pt x="71628" y="47720"/>
                    </a:lnTo>
                    <a:lnTo>
                      <a:pt x="68771" y="40957"/>
                    </a:lnTo>
                    <a:lnTo>
                      <a:pt x="71533" y="39815"/>
                    </a:lnTo>
                    <a:lnTo>
                      <a:pt x="142208" y="210026"/>
                    </a:lnTo>
                    <a:cubicBezTo>
                      <a:pt x="142208" y="210026"/>
                      <a:pt x="154972" y="239459"/>
                      <a:pt x="156686" y="247745"/>
                    </a:cubicBezTo>
                    <a:lnTo>
                      <a:pt x="139446" y="211265"/>
                    </a:lnTo>
                    <a:lnTo>
                      <a:pt x="133541" y="196977"/>
                    </a:lnTo>
                    <a:cubicBezTo>
                      <a:pt x="128111" y="197453"/>
                      <a:pt x="130588" y="193167"/>
                      <a:pt x="130397" y="189357"/>
                    </a:cubicBezTo>
                    <a:lnTo>
                      <a:pt x="94202" y="102298"/>
                    </a:lnTo>
                    <a:cubicBezTo>
                      <a:pt x="93059" y="101441"/>
                      <a:pt x="88583" y="98679"/>
                      <a:pt x="84011" y="97917"/>
                    </a:cubicBezTo>
                    <a:lnTo>
                      <a:pt x="73914" y="106680"/>
                    </a:lnTo>
                    <a:lnTo>
                      <a:pt x="68104" y="105251"/>
                    </a:lnTo>
                    <a:lnTo>
                      <a:pt x="65532" y="105823"/>
                    </a:lnTo>
                    <a:lnTo>
                      <a:pt x="65532" y="105823"/>
                    </a:lnTo>
                    <a:lnTo>
                      <a:pt x="65056" y="106680"/>
                    </a:lnTo>
                    <a:lnTo>
                      <a:pt x="61913" y="105537"/>
                    </a:lnTo>
                    <a:lnTo>
                      <a:pt x="57912" y="105156"/>
                    </a:lnTo>
                    <a:lnTo>
                      <a:pt x="56102" y="104966"/>
                    </a:lnTo>
                    <a:lnTo>
                      <a:pt x="52102" y="107537"/>
                    </a:lnTo>
                    <a:lnTo>
                      <a:pt x="47625" y="105727"/>
                    </a:lnTo>
                    <a:lnTo>
                      <a:pt x="39053" y="103061"/>
                    </a:lnTo>
                    <a:lnTo>
                      <a:pt x="43148" y="97155"/>
                    </a:lnTo>
                    <a:lnTo>
                      <a:pt x="43625" y="93917"/>
                    </a:lnTo>
                    <a:lnTo>
                      <a:pt x="36100" y="88964"/>
                    </a:lnTo>
                    <a:lnTo>
                      <a:pt x="39053" y="82582"/>
                    </a:lnTo>
                    <a:lnTo>
                      <a:pt x="39053" y="82582"/>
                    </a:lnTo>
                    <a:cubicBezTo>
                      <a:pt x="39053" y="82582"/>
                      <a:pt x="36576" y="80867"/>
                      <a:pt x="36576" y="80867"/>
                    </a:cubicBezTo>
                    <a:lnTo>
                      <a:pt x="34957" y="79534"/>
                    </a:lnTo>
                    <a:lnTo>
                      <a:pt x="35243" y="79153"/>
                    </a:lnTo>
                    <a:lnTo>
                      <a:pt x="34576" y="77629"/>
                    </a:lnTo>
                    <a:lnTo>
                      <a:pt x="34100" y="78105"/>
                    </a:lnTo>
                    <a:lnTo>
                      <a:pt x="30956" y="74962"/>
                    </a:lnTo>
                    <a:cubicBezTo>
                      <a:pt x="30956" y="74962"/>
                      <a:pt x="44863" y="60103"/>
                      <a:pt x="51816" y="55531"/>
                    </a:cubicBezTo>
                    <a:moveTo>
                      <a:pt x="79629" y="47720"/>
                    </a:moveTo>
                    <a:cubicBezTo>
                      <a:pt x="94393" y="50101"/>
                      <a:pt x="102108" y="53245"/>
                      <a:pt x="109061" y="59722"/>
                    </a:cubicBezTo>
                    <a:cubicBezTo>
                      <a:pt x="112204" y="66294"/>
                      <a:pt x="111252" y="69056"/>
                      <a:pt x="111252" y="69056"/>
                    </a:cubicBezTo>
                    <a:lnTo>
                      <a:pt x="109061" y="63913"/>
                    </a:lnTo>
                    <a:cubicBezTo>
                      <a:pt x="107537" y="60198"/>
                      <a:pt x="99917" y="54102"/>
                      <a:pt x="94679" y="53435"/>
                    </a:cubicBezTo>
                    <a:cubicBezTo>
                      <a:pt x="88011" y="52292"/>
                      <a:pt x="91440" y="52959"/>
                      <a:pt x="81534" y="53245"/>
                    </a:cubicBezTo>
                    <a:lnTo>
                      <a:pt x="79534" y="47625"/>
                    </a:lnTo>
                    <a:close/>
                    <a:moveTo>
                      <a:pt x="131826" y="238220"/>
                    </a:moveTo>
                    <a:lnTo>
                      <a:pt x="132302" y="237934"/>
                    </a:lnTo>
                    <a:lnTo>
                      <a:pt x="131064" y="236315"/>
                    </a:lnTo>
                    <a:lnTo>
                      <a:pt x="121158" y="232315"/>
                    </a:lnTo>
                    <a:lnTo>
                      <a:pt x="115919" y="225457"/>
                    </a:lnTo>
                    <a:cubicBezTo>
                      <a:pt x="109538" y="219170"/>
                      <a:pt x="102299" y="213169"/>
                      <a:pt x="95060" y="208312"/>
                    </a:cubicBezTo>
                    <a:lnTo>
                      <a:pt x="97060" y="199739"/>
                    </a:lnTo>
                    <a:lnTo>
                      <a:pt x="95060" y="190405"/>
                    </a:lnTo>
                    <a:lnTo>
                      <a:pt x="92583" y="186214"/>
                    </a:lnTo>
                    <a:lnTo>
                      <a:pt x="90678" y="189167"/>
                    </a:lnTo>
                    <a:cubicBezTo>
                      <a:pt x="84296" y="197167"/>
                      <a:pt x="74676" y="198596"/>
                      <a:pt x="66866" y="204311"/>
                    </a:cubicBezTo>
                    <a:cubicBezTo>
                      <a:pt x="60770" y="208883"/>
                      <a:pt x="55912" y="226600"/>
                      <a:pt x="55912" y="234315"/>
                    </a:cubicBezTo>
                    <a:lnTo>
                      <a:pt x="56388" y="241459"/>
                    </a:lnTo>
                    <a:lnTo>
                      <a:pt x="58674" y="251365"/>
                    </a:lnTo>
                    <a:lnTo>
                      <a:pt x="58674" y="251650"/>
                    </a:lnTo>
                    <a:lnTo>
                      <a:pt x="60103" y="253841"/>
                    </a:lnTo>
                    <a:cubicBezTo>
                      <a:pt x="67247" y="252794"/>
                      <a:pt x="74104" y="250888"/>
                      <a:pt x="74104" y="250888"/>
                    </a:cubicBezTo>
                    <a:lnTo>
                      <a:pt x="82296" y="265271"/>
                    </a:lnTo>
                    <a:lnTo>
                      <a:pt x="71152" y="266700"/>
                    </a:lnTo>
                    <a:cubicBezTo>
                      <a:pt x="71152" y="266700"/>
                      <a:pt x="40481" y="265843"/>
                      <a:pt x="30861" y="258699"/>
                    </a:cubicBezTo>
                    <a:cubicBezTo>
                      <a:pt x="21336" y="251555"/>
                      <a:pt x="28099" y="243554"/>
                      <a:pt x="27527" y="235077"/>
                    </a:cubicBezTo>
                    <a:cubicBezTo>
                      <a:pt x="26956" y="226600"/>
                      <a:pt x="21622" y="227267"/>
                      <a:pt x="21622" y="227267"/>
                    </a:cubicBezTo>
                    <a:lnTo>
                      <a:pt x="32576" y="227267"/>
                    </a:lnTo>
                    <a:cubicBezTo>
                      <a:pt x="35433" y="228219"/>
                      <a:pt x="36290" y="231077"/>
                      <a:pt x="34862" y="237077"/>
                    </a:cubicBezTo>
                    <a:cubicBezTo>
                      <a:pt x="33528" y="242983"/>
                      <a:pt x="38767" y="248888"/>
                      <a:pt x="45434" y="253175"/>
                    </a:cubicBezTo>
                    <a:lnTo>
                      <a:pt x="47435" y="253936"/>
                    </a:lnTo>
                    <a:lnTo>
                      <a:pt x="47244" y="253079"/>
                    </a:lnTo>
                    <a:lnTo>
                      <a:pt x="50197" y="242792"/>
                    </a:lnTo>
                    <a:lnTo>
                      <a:pt x="44672" y="240221"/>
                    </a:lnTo>
                    <a:cubicBezTo>
                      <a:pt x="47625" y="233077"/>
                      <a:pt x="52483" y="222028"/>
                      <a:pt x="53340" y="213646"/>
                    </a:cubicBezTo>
                    <a:lnTo>
                      <a:pt x="55054" y="191167"/>
                    </a:lnTo>
                    <a:cubicBezTo>
                      <a:pt x="55626" y="188595"/>
                      <a:pt x="64579" y="187642"/>
                      <a:pt x="65532" y="182023"/>
                    </a:cubicBezTo>
                    <a:cubicBezTo>
                      <a:pt x="66104" y="176594"/>
                      <a:pt x="63532" y="172402"/>
                      <a:pt x="62579" y="167450"/>
                    </a:cubicBezTo>
                    <a:cubicBezTo>
                      <a:pt x="61246" y="160211"/>
                      <a:pt x="61436" y="153162"/>
                      <a:pt x="63532" y="146875"/>
                    </a:cubicBezTo>
                    <a:lnTo>
                      <a:pt x="62294" y="144018"/>
                    </a:lnTo>
                    <a:cubicBezTo>
                      <a:pt x="60579" y="138875"/>
                      <a:pt x="52197" y="138589"/>
                      <a:pt x="49816" y="144304"/>
                    </a:cubicBezTo>
                    <a:cubicBezTo>
                      <a:pt x="47530" y="150304"/>
                      <a:pt x="49530" y="157734"/>
                      <a:pt x="49530" y="164592"/>
                    </a:cubicBezTo>
                    <a:cubicBezTo>
                      <a:pt x="49244" y="170021"/>
                      <a:pt x="47244" y="177165"/>
                      <a:pt x="44863" y="180594"/>
                    </a:cubicBezTo>
                    <a:cubicBezTo>
                      <a:pt x="44863" y="174022"/>
                      <a:pt x="44291" y="161734"/>
                      <a:pt x="42577" y="156305"/>
                    </a:cubicBezTo>
                    <a:cubicBezTo>
                      <a:pt x="42577" y="156305"/>
                      <a:pt x="42863" y="171164"/>
                      <a:pt x="42005" y="176213"/>
                    </a:cubicBezTo>
                    <a:lnTo>
                      <a:pt x="35624" y="189071"/>
                    </a:lnTo>
                    <a:lnTo>
                      <a:pt x="35909" y="169450"/>
                    </a:lnTo>
                    <a:cubicBezTo>
                      <a:pt x="34766" y="185071"/>
                      <a:pt x="30956" y="189643"/>
                      <a:pt x="24956" y="197929"/>
                    </a:cubicBezTo>
                    <a:cubicBezTo>
                      <a:pt x="22955" y="179356"/>
                      <a:pt x="32195" y="173641"/>
                      <a:pt x="30385" y="161639"/>
                    </a:cubicBezTo>
                    <a:lnTo>
                      <a:pt x="24384" y="178784"/>
                    </a:lnTo>
                    <a:lnTo>
                      <a:pt x="25813" y="170498"/>
                    </a:lnTo>
                    <a:cubicBezTo>
                      <a:pt x="26956" y="153352"/>
                      <a:pt x="24098" y="139351"/>
                      <a:pt x="35338" y="129350"/>
                    </a:cubicBezTo>
                    <a:cubicBezTo>
                      <a:pt x="43720" y="121825"/>
                      <a:pt x="55626" y="126873"/>
                      <a:pt x="61913" y="133731"/>
                    </a:cubicBezTo>
                    <a:lnTo>
                      <a:pt x="65151" y="138208"/>
                    </a:lnTo>
                    <a:lnTo>
                      <a:pt x="66961" y="139636"/>
                    </a:lnTo>
                    <a:lnTo>
                      <a:pt x="73819" y="133064"/>
                    </a:lnTo>
                    <a:cubicBezTo>
                      <a:pt x="78772" y="129540"/>
                      <a:pt x="85439" y="127064"/>
                      <a:pt x="91821" y="125635"/>
                    </a:cubicBezTo>
                    <a:lnTo>
                      <a:pt x="92678" y="123444"/>
                    </a:lnTo>
                    <a:lnTo>
                      <a:pt x="89535" y="119634"/>
                    </a:lnTo>
                    <a:lnTo>
                      <a:pt x="86392" y="112490"/>
                    </a:lnTo>
                    <a:lnTo>
                      <a:pt x="94774" y="110109"/>
                    </a:lnTo>
                    <a:lnTo>
                      <a:pt x="123920" y="178784"/>
                    </a:lnTo>
                    <a:lnTo>
                      <a:pt x="125063" y="182118"/>
                    </a:lnTo>
                    <a:lnTo>
                      <a:pt x="120491" y="186023"/>
                    </a:lnTo>
                    <a:lnTo>
                      <a:pt x="120396" y="186023"/>
                    </a:lnTo>
                    <a:cubicBezTo>
                      <a:pt x="120396" y="186023"/>
                      <a:pt x="117824" y="193548"/>
                      <a:pt x="117824" y="193548"/>
                    </a:cubicBezTo>
                    <a:cubicBezTo>
                      <a:pt x="114872" y="198501"/>
                      <a:pt x="109728" y="202406"/>
                      <a:pt x="106490" y="204788"/>
                    </a:cubicBezTo>
                    <a:cubicBezTo>
                      <a:pt x="106966" y="216313"/>
                      <a:pt x="130397" y="227933"/>
                      <a:pt x="137731" y="234410"/>
                    </a:cubicBezTo>
                    <a:lnTo>
                      <a:pt x="137731" y="234410"/>
                    </a:lnTo>
                    <a:lnTo>
                      <a:pt x="142780" y="240030"/>
                    </a:lnTo>
                    <a:lnTo>
                      <a:pt x="142589" y="240030"/>
                    </a:lnTo>
                    <a:cubicBezTo>
                      <a:pt x="142589" y="240030"/>
                      <a:pt x="144685" y="244126"/>
                      <a:pt x="144685" y="244126"/>
                    </a:cubicBezTo>
                    <a:lnTo>
                      <a:pt x="151924" y="242697"/>
                    </a:lnTo>
                    <a:lnTo>
                      <a:pt x="156877" y="254603"/>
                    </a:lnTo>
                    <a:cubicBezTo>
                      <a:pt x="156877" y="254603"/>
                      <a:pt x="158782" y="257651"/>
                      <a:pt x="148209" y="255079"/>
                    </a:cubicBezTo>
                    <a:cubicBezTo>
                      <a:pt x="137541" y="252413"/>
                      <a:pt x="127826" y="252889"/>
                      <a:pt x="110109" y="251460"/>
                    </a:cubicBezTo>
                    <a:cubicBezTo>
                      <a:pt x="92393" y="250031"/>
                      <a:pt x="129254" y="258699"/>
                      <a:pt x="129254" y="258699"/>
                    </a:cubicBezTo>
                    <a:lnTo>
                      <a:pt x="110585" y="262604"/>
                    </a:lnTo>
                    <a:lnTo>
                      <a:pt x="101156" y="266319"/>
                    </a:lnTo>
                    <a:lnTo>
                      <a:pt x="86582" y="259556"/>
                    </a:lnTo>
                    <a:cubicBezTo>
                      <a:pt x="84677" y="257651"/>
                      <a:pt x="77533" y="246888"/>
                      <a:pt x="77343" y="238030"/>
                    </a:cubicBezTo>
                    <a:cubicBezTo>
                      <a:pt x="77153" y="229267"/>
                      <a:pt x="88868" y="226314"/>
                      <a:pt x="97631" y="226886"/>
                    </a:cubicBezTo>
                    <a:cubicBezTo>
                      <a:pt x="105061" y="227362"/>
                      <a:pt x="121253" y="234029"/>
                      <a:pt x="132207" y="239744"/>
                    </a:cubicBezTo>
                    <a:lnTo>
                      <a:pt x="131826" y="238220"/>
                    </a:lnTo>
                    <a:close/>
                    <a:moveTo>
                      <a:pt x="153734" y="274796"/>
                    </a:moveTo>
                    <a:lnTo>
                      <a:pt x="137827" y="282226"/>
                    </a:lnTo>
                    <a:lnTo>
                      <a:pt x="120301" y="279749"/>
                    </a:lnTo>
                    <a:lnTo>
                      <a:pt x="95250" y="274320"/>
                    </a:lnTo>
                    <a:cubicBezTo>
                      <a:pt x="95250" y="274320"/>
                      <a:pt x="127445" y="261175"/>
                      <a:pt x="141923" y="259175"/>
                    </a:cubicBezTo>
                    <a:cubicBezTo>
                      <a:pt x="156401" y="257175"/>
                      <a:pt x="168783" y="261175"/>
                      <a:pt x="168783" y="261175"/>
                    </a:cubicBezTo>
                    <a:lnTo>
                      <a:pt x="181928" y="266509"/>
                    </a:lnTo>
                    <a:lnTo>
                      <a:pt x="153638" y="274796"/>
                    </a:lnTo>
                    <a:close/>
                    <a:moveTo>
                      <a:pt x="133541" y="50578"/>
                    </a:moveTo>
                    <a:lnTo>
                      <a:pt x="127159" y="51435"/>
                    </a:lnTo>
                    <a:lnTo>
                      <a:pt x="127159" y="50959"/>
                    </a:lnTo>
                    <a:lnTo>
                      <a:pt x="123254" y="55531"/>
                    </a:lnTo>
                    <a:lnTo>
                      <a:pt x="119825" y="59436"/>
                    </a:lnTo>
                    <a:lnTo>
                      <a:pt x="118967" y="60293"/>
                    </a:lnTo>
                    <a:lnTo>
                      <a:pt x="118777" y="60293"/>
                    </a:lnTo>
                    <a:cubicBezTo>
                      <a:pt x="118777" y="60293"/>
                      <a:pt x="117634" y="60769"/>
                      <a:pt x="117634" y="60769"/>
                    </a:cubicBezTo>
                    <a:lnTo>
                      <a:pt x="123158" y="66580"/>
                    </a:lnTo>
                    <a:cubicBezTo>
                      <a:pt x="123158" y="66580"/>
                      <a:pt x="126778" y="71723"/>
                      <a:pt x="128397" y="76867"/>
                    </a:cubicBezTo>
                    <a:cubicBezTo>
                      <a:pt x="130016" y="82105"/>
                      <a:pt x="125635" y="98203"/>
                      <a:pt x="124682" y="106299"/>
                    </a:cubicBezTo>
                    <a:lnTo>
                      <a:pt x="124492" y="116395"/>
                    </a:lnTo>
                    <a:cubicBezTo>
                      <a:pt x="126492" y="125444"/>
                      <a:pt x="135827" y="143732"/>
                      <a:pt x="135827" y="143732"/>
                    </a:cubicBezTo>
                    <a:cubicBezTo>
                      <a:pt x="135827" y="143732"/>
                      <a:pt x="133636" y="166592"/>
                      <a:pt x="136589" y="177736"/>
                    </a:cubicBezTo>
                    <a:cubicBezTo>
                      <a:pt x="136589" y="177736"/>
                      <a:pt x="138113" y="183737"/>
                      <a:pt x="142685" y="187166"/>
                    </a:cubicBezTo>
                    <a:lnTo>
                      <a:pt x="143256" y="185547"/>
                    </a:lnTo>
                    <a:lnTo>
                      <a:pt x="143828" y="178784"/>
                    </a:lnTo>
                    <a:lnTo>
                      <a:pt x="143542" y="176117"/>
                    </a:lnTo>
                    <a:lnTo>
                      <a:pt x="140875" y="176594"/>
                    </a:lnTo>
                    <a:lnTo>
                      <a:pt x="141256" y="142304"/>
                    </a:lnTo>
                    <a:lnTo>
                      <a:pt x="129826" y="111728"/>
                    </a:lnTo>
                    <a:lnTo>
                      <a:pt x="128683" y="107347"/>
                    </a:lnTo>
                    <a:lnTo>
                      <a:pt x="132493" y="104489"/>
                    </a:lnTo>
                    <a:lnTo>
                      <a:pt x="135446" y="103918"/>
                    </a:lnTo>
                    <a:lnTo>
                      <a:pt x="136398" y="98107"/>
                    </a:lnTo>
                    <a:lnTo>
                      <a:pt x="134017" y="93440"/>
                    </a:lnTo>
                    <a:lnTo>
                      <a:pt x="132874" y="93917"/>
                    </a:lnTo>
                    <a:cubicBezTo>
                      <a:pt x="128302" y="93631"/>
                      <a:pt x="130302" y="87344"/>
                      <a:pt x="130874" y="84487"/>
                    </a:cubicBezTo>
                    <a:lnTo>
                      <a:pt x="137255" y="82487"/>
                    </a:lnTo>
                    <a:lnTo>
                      <a:pt x="140208" y="87058"/>
                    </a:lnTo>
                    <a:lnTo>
                      <a:pt x="145637" y="80772"/>
                    </a:lnTo>
                    <a:lnTo>
                      <a:pt x="142113" y="81343"/>
                    </a:lnTo>
                    <a:lnTo>
                      <a:pt x="148495" y="73628"/>
                    </a:lnTo>
                    <a:lnTo>
                      <a:pt x="142970" y="73057"/>
                    </a:lnTo>
                    <a:lnTo>
                      <a:pt x="152305" y="67342"/>
                    </a:lnTo>
                    <a:lnTo>
                      <a:pt x="149352" y="66770"/>
                    </a:lnTo>
                    <a:lnTo>
                      <a:pt x="158687" y="61055"/>
                    </a:lnTo>
                    <a:lnTo>
                      <a:pt x="150876" y="60769"/>
                    </a:lnTo>
                    <a:cubicBezTo>
                      <a:pt x="156686" y="57055"/>
                      <a:pt x="163640" y="55912"/>
                      <a:pt x="168021" y="55912"/>
                    </a:cubicBezTo>
                    <a:lnTo>
                      <a:pt x="160782" y="52959"/>
                    </a:lnTo>
                    <a:cubicBezTo>
                      <a:pt x="160782" y="52959"/>
                      <a:pt x="166878" y="50768"/>
                      <a:pt x="174117" y="51244"/>
                    </a:cubicBezTo>
                    <a:lnTo>
                      <a:pt x="170593" y="43529"/>
                    </a:lnTo>
                    <a:cubicBezTo>
                      <a:pt x="184785" y="41815"/>
                      <a:pt x="189071" y="42958"/>
                      <a:pt x="195739" y="54959"/>
                    </a:cubicBezTo>
                    <a:lnTo>
                      <a:pt x="196691" y="56578"/>
                    </a:lnTo>
                    <a:lnTo>
                      <a:pt x="199739" y="55817"/>
                    </a:lnTo>
                    <a:lnTo>
                      <a:pt x="197739" y="58388"/>
                    </a:lnTo>
                    <a:lnTo>
                      <a:pt x="199263" y="60579"/>
                    </a:lnTo>
                    <a:lnTo>
                      <a:pt x="203359" y="62389"/>
                    </a:lnTo>
                    <a:lnTo>
                      <a:pt x="211074" y="64103"/>
                    </a:lnTo>
                    <a:lnTo>
                      <a:pt x="206693" y="65151"/>
                    </a:lnTo>
                    <a:lnTo>
                      <a:pt x="206693" y="65342"/>
                    </a:lnTo>
                    <a:lnTo>
                      <a:pt x="204121" y="67627"/>
                    </a:lnTo>
                    <a:lnTo>
                      <a:pt x="206978" y="72771"/>
                    </a:lnTo>
                    <a:lnTo>
                      <a:pt x="207359" y="73628"/>
                    </a:lnTo>
                    <a:lnTo>
                      <a:pt x="207359" y="73914"/>
                    </a:lnTo>
                    <a:lnTo>
                      <a:pt x="207931" y="75438"/>
                    </a:lnTo>
                    <a:lnTo>
                      <a:pt x="207454" y="75438"/>
                    </a:lnTo>
                    <a:cubicBezTo>
                      <a:pt x="207454" y="75438"/>
                      <a:pt x="207931" y="81248"/>
                      <a:pt x="207931" y="81248"/>
                    </a:cubicBezTo>
                    <a:lnTo>
                      <a:pt x="207931" y="81248"/>
                    </a:lnTo>
                    <a:cubicBezTo>
                      <a:pt x="210217" y="87344"/>
                      <a:pt x="213170" y="97060"/>
                      <a:pt x="215170" y="104870"/>
                    </a:cubicBezTo>
                    <a:lnTo>
                      <a:pt x="213455" y="111442"/>
                    </a:lnTo>
                    <a:lnTo>
                      <a:pt x="203549" y="114967"/>
                    </a:lnTo>
                    <a:lnTo>
                      <a:pt x="198120" y="108014"/>
                    </a:lnTo>
                    <a:lnTo>
                      <a:pt x="196977" y="103727"/>
                    </a:lnTo>
                    <a:cubicBezTo>
                      <a:pt x="192405" y="98869"/>
                      <a:pt x="185071" y="100013"/>
                      <a:pt x="181928" y="92583"/>
                    </a:cubicBezTo>
                    <a:cubicBezTo>
                      <a:pt x="179927" y="87440"/>
                      <a:pt x="182499" y="83439"/>
                      <a:pt x="181928" y="77152"/>
                    </a:cubicBezTo>
                    <a:cubicBezTo>
                      <a:pt x="180023" y="80010"/>
                      <a:pt x="178879" y="89440"/>
                      <a:pt x="178975" y="98107"/>
                    </a:cubicBezTo>
                    <a:lnTo>
                      <a:pt x="185642" y="110299"/>
                    </a:lnTo>
                    <a:lnTo>
                      <a:pt x="191357" y="116015"/>
                    </a:lnTo>
                    <a:lnTo>
                      <a:pt x="192977" y="116586"/>
                    </a:lnTo>
                    <a:lnTo>
                      <a:pt x="189167" y="122396"/>
                    </a:lnTo>
                    <a:lnTo>
                      <a:pt x="196596" y="138208"/>
                    </a:lnTo>
                    <a:lnTo>
                      <a:pt x="195548" y="150971"/>
                    </a:lnTo>
                    <a:lnTo>
                      <a:pt x="194310" y="158591"/>
                    </a:lnTo>
                    <a:lnTo>
                      <a:pt x="198501" y="159353"/>
                    </a:lnTo>
                    <a:cubicBezTo>
                      <a:pt x="205931" y="158115"/>
                      <a:pt x="217170" y="154781"/>
                      <a:pt x="221742" y="154019"/>
                    </a:cubicBezTo>
                    <a:lnTo>
                      <a:pt x="228695" y="157734"/>
                    </a:lnTo>
                    <a:lnTo>
                      <a:pt x="228981" y="163449"/>
                    </a:lnTo>
                    <a:lnTo>
                      <a:pt x="224600" y="174879"/>
                    </a:lnTo>
                    <a:cubicBezTo>
                      <a:pt x="222314" y="182023"/>
                      <a:pt x="221075" y="190024"/>
                      <a:pt x="217361" y="196596"/>
                    </a:cubicBezTo>
                    <a:lnTo>
                      <a:pt x="213074" y="200596"/>
                    </a:lnTo>
                    <a:lnTo>
                      <a:pt x="213074" y="200596"/>
                    </a:lnTo>
                    <a:cubicBezTo>
                      <a:pt x="213074" y="200596"/>
                      <a:pt x="211360" y="201454"/>
                      <a:pt x="211360" y="201454"/>
                    </a:cubicBezTo>
                    <a:lnTo>
                      <a:pt x="209550" y="202406"/>
                    </a:lnTo>
                    <a:lnTo>
                      <a:pt x="209550" y="202216"/>
                    </a:lnTo>
                    <a:cubicBezTo>
                      <a:pt x="209550" y="202216"/>
                      <a:pt x="207264" y="203263"/>
                      <a:pt x="207264" y="203263"/>
                    </a:cubicBezTo>
                    <a:lnTo>
                      <a:pt x="200882" y="202692"/>
                    </a:lnTo>
                    <a:lnTo>
                      <a:pt x="206026" y="190500"/>
                    </a:lnTo>
                    <a:lnTo>
                      <a:pt x="211169" y="192215"/>
                    </a:lnTo>
                    <a:lnTo>
                      <a:pt x="212693" y="191834"/>
                    </a:lnTo>
                    <a:lnTo>
                      <a:pt x="213265" y="186500"/>
                    </a:lnTo>
                    <a:lnTo>
                      <a:pt x="217265" y="184118"/>
                    </a:lnTo>
                    <a:lnTo>
                      <a:pt x="217837" y="167069"/>
                    </a:lnTo>
                    <a:cubicBezTo>
                      <a:pt x="211741" y="163259"/>
                      <a:pt x="198977" y="171926"/>
                      <a:pt x="188309" y="173355"/>
                    </a:cubicBezTo>
                    <a:lnTo>
                      <a:pt x="180880" y="174974"/>
                    </a:lnTo>
                    <a:cubicBezTo>
                      <a:pt x="182118" y="182499"/>
                      <a:pt x="183737" y="189738"/>
                      <a:pt x="186023" y="196786"/>
                    </a:cubicBezTo>
                    <a:lnTo>
                      <a:pt x="189548" y="204788"/>
                    </a:lnTo>
                    <a:lnTo>
                      <a:pt x="190405" y="215932"/>
                    </a:lnTo>
                    <a:cubicBezTo>
                      <a:pt x="192691" y="223742"/>
                      <a:pt x="196501" y="234791"/>
                      <a:pt x="199644" y="241363"/>
                    </a:cubicBezTo>
                    <a:lnTo>
                      <a:pt x="200787" y="243173"/>
                    </a:lnTo>
                    <a:cubicBezTo>
                      <a:pt x="208217" y="240887"/>
                      <a:pt x="209455" y="240602"/>
                      <a:pt x="214884" y="242602"/>
                    </a:cubicBezTo>
                    <a:cubicBezTo>
                      <a:pt x="221361" y="244983"/>
                      <a:pt x="220218" y="246507"/>
                      <a:pt x="217742" y="248698"/>
                    </a:cubicBezTo>
                    <a:lnTo>
                      <a:pt x="215170" y="256508"/>
                    </a:lnTo>
                    <a:cubicBezTo>
                      <a:pt x="215170" y="260794"/>
                      <a:pt x="210598" y="263176"/>
                      <a:pt x="196977" y="262604"/>
                    </a:cubicBezTo>
                    <a:cubicBezTo>
                      <a:pt x="183452" y="262033"/>
                      <a:pt x="187643" y="262128"/>
                      <a:pt x="178879" y="258794"/>
                    </a:cubicBezTo>
                    <a:cubicBezTo>
                      <a:pt x="170117" y="255461"/>
                      <a:pt x="166497" y="254222"/>
                      <a:pt x="166497" y="254222"/>
                    </a:cubicBezTo>
                    <a:lnTo>
                      <a:pt x="162116" y="237744"/>
                    </a:lnTo>
                    <a:cubicBezTo>
                      <a:pt x="162116" y="237744"/>
                      <a:pt x="155258" y="232315"/>
                      <a:pt x="164497" y="227743"/>
                    </a:cubicBezTo>
                    <a:cubicBezTo>
                      <a:pt x="173831" y="223171"/>
                      <a:pt x="178022" y="228124"/>
                      <a:pt x="178308" y="229934"/>
                    </a:cubicBezTo>
                    <a:lnTo>
                      <a:pt x="188881" y="229171"/>
                    </a:lnTo>
                    <a:cubicBezTo>
                      <a:pt x="185642" y="222409"/>
                      <a:pt x="180880" y="214027"/>
                      <a:pt x="179261" y="210502"/>
                    </a:cubicBezTo>
                    <a:lnTo>
                      <a:pt x="176689" y="199263"/>
                    </a:lnTo>
                    <a:lnTo>
                      <a:pt x="168878" y="186119"/>
                    </a:lnTo>
                    <a:lnTo>
                      <a:pt x="160401" y="178117"/>
                    </a:lnTo>
                    <a:lnTo>
                      <a:pt x="156781" y="175831"/>
                    </a:lnTo>
                    <a:lnTo>
                      <a:pt x="147066" y="176022"/>
                    </a:lnTo>
                    <a:lnTo>
                      <a:pt x="156877" y="197072"/>
                    </a:lnTo>
                    <a:lnTo>
                      <a:pt x="142780" y="196215"/>
                    </a:lnTo>
                    <a:lnTo>
                      <a:pt x="98298" y="87725"/>
                    </a:lnTo>
                    <a:cubicBezTo>
                      <a:pt x="96583" y="81724"/>
                      <a:pt x="94869" y="80867"/>
                      <a:pt x="95155" y="73628"/>
                    </a:cubicBezTo>
                    <a:lnTo>
                      <a:pt x="100679" y="78772"/>
                    </a:lnTo>
                    <a:lnTo>
                      <a:pt x="98108" y="71914"/>
                    </a:lnTo>
                    <a:cubicBezTo>
                      <a:pt x="93440" y="70199"/>
                      <a:pt x="94679" y="71152"/>
                      <a:pt x="89726" y="70866"/>
                    </a:cubicBezTo>
                    <a:lnTo>
                      <a:pt x="84582" y="59055"/>
                    </a:lnTo>
                    <a:lnTo>
                      <a:pt x="89059" y="57912"/>
                    </a:lnTo>
                    <a:cubicBezTo>
                      <a:pt x="98108" y="55626"/>
                      <a:pt x="104108" y="58198"/>
                      <a:pt x="106680" y="64484"/>
                    </a:cubicBezTo>
                    <a:lnTo>
                      <a:pt x="108680" y="73628"/>
                    </a:lnTo>
                    <a:lnTo>
                      <a:pt x="112204" y="75343"/>
                    </a:lnTo>
                    <a:lnTo>
                      <a:pt x="114395" y="71247"/>
                    </a:lnTo>
                    <a:lnTo>
                      <a:pt x="114014" y="67151"/>
                    </a:lnTo>
                    <a:lnTo>
                      <a:pt x="113157" y="64484"/>
                    </a:lnTo>
                    <a:lnTo>
                      <a:pt x="108204" y="56769"/>
                    </a:lnTo>
                    <a:lnTo>
                      <a:pt x="110109" y="47053"/>
                    </a:lnTo>
                    <a:lnTo>
                      <a:pt x="103727" y="47816"/>
                    </a:lnTo>
                    <a:lnTo>
                      <a:pt x="106680" y="45339"/>
                    </a:lnTo>
                    <a:lnTo>
                      <a:pt x="99441" y="48482"/>
                    </a:lnTo>
                    <a:lnTo>
                      <a:pt x="100298" y="46482"/>
                    </a:lnTo>
                    <a:lnTo>
                      <a:pt x="99441" y="43910"/>
                    </a:lnTo>
                    <a:cubicBezTo>
                      <a:pt x="94774" y="44196"/>
                      <a:pt x="94488" y="41339"/>
                      <a:pt x="95345" y="38767"/>
                    </a:cubicBezTo>
                    <a:lnTo>
                      <a:pt x="107252" y="30480"/>
                    </a:lnTo>
                    <a:lnTo>
                      <a:pt x="115157" y="26479"/>
                    </a:lnTo>
                    <a:lnTo>
                      <a:pt x="127635" y="29623"/>
                    </a:lnTo>
                    <a:cubicBezTo>
                      <a:pt x="135731" y="34576"/>
                      <a:pt x="140684" y="48196"/>
                      <a:pt x="133731" y="50768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25A4D71E-E0A1-7353-4CF6-70EF963825DD}"/>
                  </a:ext>
                </a:extLst>
              </p:cNvPr>
              <p:cNvSpPr/>
              <p:nvPr/>
            </p:nvSpPr>
            <p:spPr>
              <a:xfrm>
                <a:off x="12672923" y="3752718"/>
                <a:ext cx="918938" cy="386238"/>
              </a:xfrm>
              <a:custGeom>
                <a:avLst/>
                <a:gdLst>
                  <a:gd name="connsiteX0" fmla="*/ 872058 w 918938"/>
                  <a:gd name="connsiteY0" fmla="*/ 105156 h 386238"/>
                  <a:gd name="connsiteX1" fmla="*/ 459435 w 918938"/>
                  <a:gd name="connsiteY1" fmla="*/ 0 h 386238"/>
                  <a:gd name="connsiteX2" fmla="*/ 46812 w 918938"/>
                  <a:gd name="connsiteY2" fmla="*/ 105156 h 386238"/>
                  <a:gd name="connsiteX3" fmla="*/ 2997 w 918938"/>
                  <a:gd name="connsiteY3" fmla="*/ 184975 h 386238"/>
                  <a:gd name="connsiteX4" fmla="*/ 105962 w 918938"/>
                  <a:gd name="connsiteY4" fmla="*/ 386239 h 386238"/>
                  <a:gd name="connsiteX5" fmla="*/ 159397 w 918938"/>
                  <a:gd name="connsiteY5" fmla="*/ 332042 h 386238"/>
                  <a:gd name="connsiteX6" fmla="*/ 459530 w 918938"/>
                  <a:gd name="connsiteY6" fmla="*/ 242507 h 386238"/>
                  <a:gd name="connsiteX7" fmla="*/ 759663 w 918938"/>
                  <a:gd name="connsiteY7" fmla="*/ 332042 h 386238"/>
                  <a:gd name="connsiteX8" fmla="*/ 813098 w 918938"/>
                  <a:gd name="connsiteY8" fmla="*/ 386144 h 386238"/>
                  <a:gd name="connsiteX9" fmla="*/ 915873 w 918938"/>
                  <a:gd name="connsiteY9" fmla="*/ 185261 h 386238"/>
                  <a:gd name="connsiteX10" fmla="*/ 872248 w 918938"/>
                  <a:gd name="connsiteY10" fmla="*/ 105061 h 386238"/>
                  <a:gd name="connsiteX11" fmla="*/ 99580 w 918938"/>
                  <a:gd name="connsiteY11" fmla="*/ 295370 h 386238"/>
                  <a:gd name="connsiteX12" fmla="*/ 95389 w 918938"/>
                  <a:gd name="connsiteY12" fmla="*/ 288798 h 386238"/>
                  <a:gd name="connsiteX13" fmla="*/ 99771 w 918938"/>
                  <a:gd name="connsiteY13" fmla="*/ 285083 h 386238"/>
                  <a:gd name="connsiteX14" fmla="*/ 103295 w 918938"/>
                  <a:gd name="connsiteY14" fmla="*/ 281273 h 386238"/>
                  <a:gd name="connsiteX15" fmla="*/ 104533 w 918938"/>
                  <a:gd name="connsiteY15" fmla="*/ 275939 h 386238"/>
                  <a:gd name="connsiteX16" fmla="*/ 102057 w 918938"/>
                  <a:gd name="connsiteY16" fmla="*/ 269939 h 386238"/>
                  <a:gd name="connsiteX17" fmla="*/ 50145 w 918938"/>
                  <a:gd name="connsiteY17" fmla="*/ 184023 h 386238"/>
                  <a:gd name="connsiteX18" fmla="*/ 46145 w 918938"/>
                  <a:gd name="connsiteY18" fmla="*/ 179356 h 386238"/>
                  <a:gd name="connsiteX19" fmla="*/ 40144 w 918938"/>
                  <a:gd name="connsiteY19" fmla="*/ 178118 h 386238"/>
                  <a:gd name="connsiteX20" fmla="*/ 33477 w 918938"/>
                  <a:gd name="connsiteY20" fmla="*/ 179737 h 386238"/>
                  <a:gd name="connsiteX21" fmla="*/ 27666 w 918938"/>
                  <a:gd name="connsiteY21" fmla="*/ 181928 h 386238"/>
                  <a:gd name="connsiteX22" fmla="*/ 23475 w 918938"/>
                  <a:gd name="connsiteY22" fmla="*/ 175355 h 386238"/>
                  <a:gd name="connsiteX23" fmla="*/ 83102 w 918938"/>
                  <a:gd name="connsiteY23" fmla="*/ 140970 h 386238"/>
                  <a:gd name="connsiteX24" fmla="*/ 118916 w 918938"/>
                  <a:gd name="connsiteY24" fmla="*/ 132969 h 386238"/>
                  <a:gd name="connsiteX25" fmla="*/ 140538 w 918938"/>
                  <a:gd name="connsiteY25" fmla="*/ 152591 h 386238"/>
                  <a:gd name="connsiteX26" fmla="*/ 145395 w 918938"/>
                  <a:gd name="connsiteY26" fmla="*/ 173069 h 386238"/>
                  <a:gd name="connsiteX27" fmla="*/ 141395 w 918938"/>
                  <a:gd name="connsiteY27" fmla="*/ 190500 h 386238"/>
                  <a:gd name="connsiteX28" fmla="*/ 130251 w 918938"/>
                  <a:gd name="connsiteY28" fmla="*/ 204883 h 386238"/>
                  <a:gd name="connsiteX29" fmla="*/ 113201 w 918938"/>
                  <a:gd name="connsiteY29" fmla="*/ 216503 h 386238"/>
                  <a:gd name="connsiteX30" fmla="*/ 105200 w 918938"/>
                  <a:gd name="connsiteY30" fmla="*/ 220885 h 386238"/>
                  <a:gd name="connsiteX31" fmla="*/ 124536 w 918938"/>
                  <a:gd name="connsiteY31" fmla="*/ 255842 h 386238"/>
                  <a:gd name="connsiteX32" fmla="*/ 128441 w 918938"/>
                  <a:gd name="connsiteY32" fmla="*/ 260890 h 386238"/>
                  <a:gd name="connsiteX33" fmla="*/ 133870 w 918938"/>
                  <a:gd name="connsiteY33" fmla="*/ 262795 h 386238"/>
                  <a:gd name="connsiteX34" fmla="*/ 138823 w 918938"/>
                  <a:gd name="connsiteY34" fmla="*/ 262033 h 386238"/>
                  <a:gd name="connsiteX35" fmla="*/ 144348 w 918938"/>
                  <a:gd name="connsiteY35" fmla="*/ 260509 h 386238"/>
                  <a:gd name="connsiteX36" fmla="*/ 147967 w 918938"/>
                  <a:gd name="connsiteY36" fmla="*/ 267462 h 386238"/>
                  <a:gd name="connsiteX37" fmla="*/ 99580 w 918938"/>
                  <a:gd name="connsiteY37" fmla="*/ 295466 h 386238"/>
                  <a:gd name="connsiteX38" fmla="*/ 242265 w 918938"/>
                  <a:gd name="connsiteY38" fmla="*/ 226790 h 386238"/>
                  <a:gd name="connsiteX39" fmla="*/ 239693 w 918938"/>
                  <a:gd name="connsiteY39" fmla="*/ 219361 h 386238"/>
                  <a:gd name="connsiteX40" fmla="*/ 247694 w 918938"/>
                  <a:gd name="connsiteY40" fmla="*/ 214598 h 386238"/>
                  <a:gd name="connsiteX41" fmla="*/ 251504 w 918938"/>
                  <a:gd name="connsiteY41" fmla="*/ 209360 h 386238"/>
                  <a:gd name="connsiteX42" fmla="*/ 250837 w 918938"/>
                  <a:gd name="connsiteY42" fmla="*/ 207645 h 386238"/>
                  <a:gd name="connsiteX43" fmla="*/ 249408 w 918938"/>
                  <a:gd name="connsiteY43" fmla="*/ 205264 h 386238"/>
                  <a:gd name="connsiteX44" fmla="*/ 231692 w 918938"/>
                  <a:gd name="connsiteY44" fmla="*/ 180023 h 386238"/>
                  <a:gd name="connsiteX45" fmla="*/ 196545 w 918938"/>
                  <a:gd name="connsiteY45" fmla="*/ 192786 h 386238"/>
                  <a:gd name="connsiteX46" fmla="*/ 197497 w 918938"/>
                  <a:gd name="connsiteY46" fmla="*/ 202787 h 386238"/>
                  <a:gd name="connsiteX47" fmla="*/ 198640 w 918938"/>
                  <a:gd name="connsiteY47" fmla="*/ 212884 h 386238"/>
                  <a:gd name="connsiteX48" fmla="*/ 200164 w 918938"/>
                  <a:gd name="connsiteY48" fmla="*/ 221075 h 386238"/>
                  <a:gd name="connsiteX49" fmla="*/ 201212 w 918938"/>
                  <a:gd name="connsiteY49" fmla="*/ 224409 h 386238"/>
                  <a:gd name="connsiteX50" fmla="*/ 206546 w 918938"/>
                  <a:gd name="connsiteY50" fmla="*/ 228124 h 386238"/>
                  <a:gd name="connsiteX51" fmla="*/ 218643 w 918938"/>
                  <a:gd name="connsiteY51" fmla="*/ 226981 h 386238"/>
                  <a:gd name="connsiteX52" fmla="*/ 221405 w 918938"/>
                  <a:gd name="connsiteY52" fmla="*/ 234220 h 386238"/>
                  <a:gd name="connsiteX53" fmla="*/ 182924 w 918938"/>
                  <a:gd name="connsiteY53" fmla="*/ 250222 h 386238"/>
                  <a:gd name="connsiteX54" fmla="*/ 179685 w 918938"/>
                  <a:gd name="connsiteY54" fmla="*/ 243078 h 386238"/>
                  <a:gd name="connsiteX55" fmla="*/ 184162 w 918938"/>
                  <a:gd name="connsiteY55" fmla="*/ 239935 h 386238"/>
                  <a:gd name="connsiteX56" fmla="*/ 187591 w 918938"/>
                  <a:gd name="connsiteY56" fmla="*/ 235934 h 386238"/>
                  <a:gd name="connsiteX57" fmla="*/ 189972 w 918938"/>
                  <a:gd name="connsiteY57" fmla="*/ 228505 h 386238"/>
                  <a:gd name="connsiteX58" fmla="*/ 189972 w 918938"/>
                  <a:gd name="connsiteY58" fmla="*/ 219456 h 386238"/>
                  <a:gd name="connsiteX59" fmla="*/ 185400 w 918938"/>
                  <a:gd name="connsiteY59" fmla="*/ 160401 h 386238"/>
                  <a:gd name="connsiteX60" fmla="*/ 183591 w 918938"/>
                  <a:gd name="connsiteY60" fmla="*/ 94488 h 386238"/>
                  <a:gd name="connsiteX61" fmla="*/ 199878 w 918938"/>
                  <a:gd name="connsiteY61" fmla="*/ 88773 h 386238"/>
                  <a:gd name="connsiteX62" fmla="*/ 247122 w 918938"/>
                  <a:gd name="connsiteY62" fmla="*/ 153924 h 386238"/>
                  <a:gd name="connsiteX63" fmla="*/ 273792 w 918938"/>
                  <a:gd name="connsiteY63" fmla="*/ 194596 h 386238"/>
                  <a:gd name="connsiteX64" fmla="*/ 277602 w 918938"/>
                  <a:gd name="connsiteY64" fmla="*/ 199168 h 386238"/>
                  <a:gd name="connsiteX65" fmla="*/ 282746 w 918938"/>
                  <a:gd name="connsiteY65" fmla="*/ 202692 h 386238"/>
                  <a:gd name="connsiteX66" fmla="*/ 287889 w 918938"/>
                  <a:gd name="connsiteY66" fmla="*/ 203740 h 386238"/>
                  <a:gd name="connsiteX67" fmla="*/ 292842 w 918938"/>
                  <a:gd name="connsiteY67" fmla="*/ 203549 h 386238"/>
                  <a:gd name="connsiteX68" fmla="*/ 294747 w 918938"/>
                  <a:gd name="connsiteY68" fmla="*/ 211074 h 386238"/>
                  <a:gd name="connsiteX69" fmla="*/ 242169 w 918938"/>
                  <a:gd name="connsiteY69" fmla="*/ 226695 h 386238"/>
                  <a:gd name="connsiteX70" fmla="*/ 362375 w 918938"/>
                  <a:gd name="connsiteY70" fmla="*/ 197644 h 386238"/>
                  <a:gd name="connsiteX71" fmla="*/ 361232 w 918938"/>
                  <a:gd name="connsiteY71" fmla="*/ 189929 h 386238"/>
                  <a:gd name="connsiteX72" fmla="*/ 366280 w 918938"/>
                  <a:gd name="connsiteY72" fmla="*/ 188595 h 386238"/>
                  <a:gd name="connsiteX73" fmla="*/ 370757 w 918938"/>
                  <a:gd name="connsiteY73" fmla="*/ 186785 h 386238"/>
                  <a:gd name="connsiteX74" fmla="*/ 373900 w 918938"/>
                  <a:gd name="connsiteY74" fmla="*/ 182404 h 386238"/>
                  <a:gd name="connsiteX75" fmla="*/ 374091 w 918938"/>
                  <a:gd name="connsiteY75" fmla="*/ 176022 h 386238"/>
                  <a:gd name="connsiteX76" fmla="*/ 367995 w 918938"/>
                  <a:gd name="connsiteY76" fmla="*/ 127349 h 386238"/>
                  <a:gd name="connsiteX77" fmla="*/ 321513 w 918938"/>
                  <a:gd name="connsiteY77" fmla="*/ 134588 h 386238"/>
                  <a:gd name="connsiteX78" fmla="*/ 330466 w 918938"/>
                  <a:gd name="connsiteY78" fmla="*/ 181737 h 386238"/>
                  <a:gd name="connsiteX79" fmla="*/ 332657 w 918938"/>
                  <a:gd name="connsiteY79" fmla="*/ 187547 h 386238"/>
                  <a:gd name="connsiteX80" fmla="*/ 336943 w 918938"/>
                  <a:gd name="connsiteY80" fmla="*/ 191072 h 386238"/>
                  <a:gd name="connsiteX81" fmla="*/ 341896 w 918938"/>
                  <a:gd name="connsiteY81" fmla="*/ 191929 h 386238"/>
                  <a:gd name="connsiteX82" fmla="*/ 347325 w 918938"/>
                  <a:gd name="connsiteY82" fmla="*/ 192119 h 386238"/>
                  <a:gd name="connsiteX83" fmla="*/ 348659 w 918938"/>
                  <a:gd name="connsiteY83" fmla="*/ 199835 h 386238"/>
                  <a:gd name="connsiteX84" fmla="*/ 295700 w 918938"/>
                  <a:gd name="connsiteY84" fmla="*/ 210979 h 386238"/>
                  <a:gd name="connsiteX85" fmla="*/ 293795 w 918938"/>
                  <a:gd name="connsiteY85" fmla="*/ 203454 h 386238"/>
                  <a:gd name="connsiteX86" fmla="*/ 298748 w 918938"/>
                  <a:gd name="connsiteY86" fmla="*/ 201549 h 386238"/>
                  <a:gd name="connsiteX87" fmla="*/ 303320 w 918938"/>
                  <a:gd name="connsiteY87" fmla="*/ 199073 h 386238"/>
                  <a:gd name="connsiteX88" fmla="*/ 305892 w 918938"/>
                  <a:gd name="connsiteY88" fmla="*/ 194405 h 386238"/>
                  <a:gd name="connsiteX89" fmla="*/ 305511 w 918938"/>
                  <a:gd name="connsiteY89" fmla="*/ 188024 h 386238"/>
                  <a:gd name="connsiteX90" fmla="*/ 283032 w 918938"/>
                  <a:gd name="connsiteY90" fmla="*/ 89821 h 386238"/>
                  <a:gd name="connsiteX91" fmla="*/ 280650 w 918938"/>
                  <a:gd name="connsiteY91" fmla="*/ 84296 h 386238"/>
                  <a:gd name="connsiteX92" fmla="*/ 275507 w 918938"/>
                  <a:gd name="connsiteY92" fmla="*/ 81153 h 386238"/>
                  <a:gd name="connsiteX93" fmla="*/ 268744 w 918938"/>
                  <a:gd name="connsiteY93" fmla="*/ 80391 h 386238"/>
                  <a:gd name="connsiteX94" fmla="*/ 262839 w 918938"/>
                  <a:gd name="connsiteY94" fmla="*/ 80582 h 386238"/>
                  <a:gd name="connsiteX95" fmla="*/ 260934 w 918938"/>
                  <a:gd name="connsiteY95" fmla="*/ 73057 h 386238"/>
                  <a:gd name="connsiteX96" fmla="*/ 325132 w 918938"/>
                  <a:gd name="connsiteY96" fmla="*/ 59627 h 386238"/>
                  <a:gd name="connsiteX97" fmla="*/ 326370 w 918938"/>
                  <a:gd name="connsiteY97" fmla="*/ 67342 h 386238"/>
                  <a:gd name="connsiteX98" fmla="*/ 320370 w 918938"/>
                  <a:gd name="connsiteY98" fmla="*/ 69342 h 386238"/>
                  <a:gd name="connsiteX99" fmla="*/ 315131 w 918938"/>
                  <a:gd name="connsiteY99" fmla="*/ 71819 h 386238"/>
                  <a:gd name="connsiteX100" fmla="*/ 311607 w 918938"/>
                  <a:gd name="connsiteY100" fmla="*/ 76676 h 386238"/>
                  <a:gd name="connsiteX101" fmla="*/ 311607 w 918938"/>
                  <a:gd name="connsiteY101" fmla="*/ 82772 h 386238"/>
                  <a:gd name="connsiteX102" fmla="*/ 319703 w 918938"/>
                  <a:gd name="connsiteY102" fmla="*/ 124587 h 386238"/>
                  <a:gd name="connsiteX103" fmla="*/ 366852 w 918938"/>
                  <a:gd name="connsiteY103" fmla="*/ 117158 h 386238"/>
                  <a:gd name="connsiteX104" fmla="*/ 361708 w 918938"/>
                  <a:gd name="connsiteY104" fmla="*/ 76010 h 386238"/>
                  <a:gd name="connsiteX105" fmla="*/ 359898 w 918938"/>
                  <a:gd name="connsiteY105" fmla="*/ 70199 h 386238"/>
                  <a:gd name="connsiteX106" fmla="*/ 355041 w 918938"/>
                  <a:gd name="connsiteY106" fmla="*/ 66580 h 386238"/>
                  <a:gd name="connsiteX107" fmla="*/ 348945 w 918938"/>
                  <a:gd name="connsiteY107" fmla="*/ 65151 h 386238"/>
                  <a:gd name="connsiteX108" fmla="*/ 342944 w 918938"/>
                  <a:gd name="connsiteY108" fmla="*/ 64579 h 386238"/>
                  <a:gd name="connsiteX109" fmla="*/ 341801 w 918938"/>
                  <a:gd name="connsiteY109" fmla="*/ 56864 h 386238"/>
                  <a:gd name="connsiteX110" fmla="*/ 406761 w 918938"/>
                  <a:gd name="connsiteY110" fmla="*/ 50006 h 386238"/>
                  <a:gd name="connsiteX111" fmla="*/ 407238 w 918938"/>
                  <a:gd name="connsiteY111" fmla="*/ 57817 h 386238"/>
                  <a:gd name="connsiteX112" fmla="*/ 401237 w 918938"/>
                  <a:gd name="connsiteY112" fmla="*/ 59055 h 386238"/>
                  <a:gd name="connsiteX113" fmla="*/ 395331 w 918938"/>
                  <a:gd name="connsiteY113" fmla="*/ 61150 h 386238"/>
                  <a:gd name="connsiteX114" fmla="*/ 391426 w 918938"/>
                  <a:gd name="connsiteY114" fmla="*/ 65627 h 386238"/>
                  <a:gd name="connsiteX115" fmla="*/ 390855 w 918938"/>
                  <a:gd name="connsiteY115" fmla="*/ 71723 h 386238"/>
                  <a:gd name="connsiteX116" fmla="*/ 399618 w 918938"/>
                  <a:gd name="connsiteY116" fmla="*/ 172117 h 386238"/>
                  <a:gd name="connsiteX117" fmla="*/ 401142 w 918938"/>
                  <a:gd name="connsiteY117" fmla="*/ 178118 h 386238"/>
                  <a:gd name="connsiteX118" fmla="*/ 405047 w 918938"/>
                  <a:gd name="connsiteY118" fmla="*/ 182023 h 386238"/>
                  <a:gd name="connsiteX119" fmla="*/ 410190 w 918938"/>
                  <a:gd name="connsiteY119" fmla="*/ 183452 h 386238"/>
                  <a:gd name="connsiteX120" fmla="*/ 415524 w 918938"/>
                  <a:gd name="connsiteY120" fmla="*/ 184118 h 386238"/>
                  <a:gd name="connsiteX121" fmla="*/ 416001 w 918938"/>
                  <a:gd name="connsiteY121" fmla="*/ 191929 h 386238"/>
                  <a:gd name="connsiteX122" fmla="*/ 362375 w 918938"/>
                  <a:gd name="connsiteY122" fmla="*/ 197549 h 386238"/>
                  <a:gd name="connsiteX123" fmla="*/ 537349 w 918938"/>
                  <a:gd name="connsiteY123" fmla="*/ 194977 h 386238"/>
                  <a:gd name="connsiteX124" fmla="*/ 476675 w 918938"/>
                  <a:gd name="connsiteY124" fmla="*/ 190691 h 386238"/>
                  <a:gd name="connsiteX125" fmla="*/ 476865 w 918938"/>
                  <a:gd name="connsiteY125" fmla="*/ 182880 h 386238"/>
                  <a:gd name="connsiteX126" fmla="*/ 488295 w 918938"/>
                  <a:gd name="connsiteY126" fmla="*/ 181070 h 386238"/>
                  <a:gd name="connsiteX127" fmla="*/ 491058 w 918938"/>
                  <a:gd name="connsiteY127" fmla="*/ 177356 h 386238"/>
                  <a:gd name="connsiteX128" fmla="*/ 490296 w 918938"/>
                  <a:gd name="connsiteY128" fmla="*/ 173165 h 386238"/>
                  <a:gd name="connsiteX129" fmla="*/ 487914 w 918938"/>
                  <a:gd name="connsiteY129" fmla="*/ 166497 h 386238"/>
                  <a:gd name="connsiteX130" fmla="*/ 481533 w 918938"/>
                  <a:gd name="connsiteY130" fmla="*/ 151448 h 386238"/>
                  <a:gd name="connsiteX131" fmla="*/ 472865 w 918938"/>
                  <a:gd name="connsiteY131" fmla="*/ 132969 h 386238"/>
                  <a:gd name="connsiteX132" fmla="*/ 452862 w 918938"/>
                  <a:gd name="connsiteY132" fmla="*/ 165259 h 386238"/>
                  <a:gd name="connsiteX133" fmla="*/ 448957 w 918938"/>
                  <a:gd name="connsiteY133" fmla="*/ 175927 h 386238"/>
                  <a:gd name="connsiteX134" fmla="*/ 449338 w 918938"/>
                  <a:gd name="connsiteY134" fmla="*/ 178308 h 386238"/>
                  <a:gd name="connsiteX135" fmla="*/ 451053 w 918938"/>
                  <a:gd name="connsiteY135" fmla="*/ 180118 h 386238"/>
                  <a:gd name="connsiteX136" fmla="*/ 454577 w 918938"/>
                  <a:gd name="connsiteY136" fmla="*/ 181547 h 386238"/>
                  <a:gd name="connsiteX137" fmla="*/ 460292 w 918938"/>
                  <a:gd name="connsiteY137" fmla="*/ 182594 h 386238"/>
                  <a:gd name="connsiteX138" fmla="*/ 460292 w 918938"/>
                  <a:gd name="connsiteY138" fmla="*/ 190405 h 386238"/>
                  <a:gd name="connsiteX139" fmla="*/ 421620 w 918938"/>
                  <a:gd name="connsiteY139" fmla="*/ 191548 h 386238"/>
                  <a:gd name="connsiteX140" fmla="*/ 421144 w 918938"/>
                  <a:gd name="connsiteY140" fmla="*/ 183737 h 386238"/>
                  <a:gd name="connsiteX141" fmla="*/ 425907 w 918938"/>
                  <a:gd name="connsiteY141" fmla="*/ 182594 h 386238"/>
                  <a:gd name="connsiteX142" fmla="*/ 429431 w 918938"/>
                  <a:gd name="connsiteY142" fmla="*/ 180785 h 386238"/>
                  <a:gd name="connsiteX143" fmla="*/ 436575 w 918938"/>
                  <a:gd name="connsiteY143" fmla="*/ 173641 h 386238"/>
                  <a:gd name="connsiteX144" fmla="*/ 443052 w 918938"/>
                  <a:gd name="connsiteY144" fmla="*/ 163735 h 386238"/>
                  <a:gd name="connsiteX145" fmla="*/ 454482 w 918938"/>
                  <a:gd name="connsiteY145" fmla="*/ 145637 h 386238"/>
                  <a:gd name="connsiteX146" fmla="*/ 468579 w 918938"/>
                  <a:gd name="connsiteY146" fmla="*/ 124301 h 386238"/>
                  <a:gd name="connsiteX147" fmla="*/ 454196 w 918938"/>
                  <a:gd name="connsiteY147" fmla="*/ 97250 h 386238"/>
                  <a:gd name="connsiteX148" fmla="*/ 441242 w 918938"/>
                  <a:gd name="connsiteY148" fmla="*/ 75057 h 386238"/>
                  <a:gd name="connsiteX149" fmla="*/ 434384 w 918938"/>
                  <a:gd name="connsiteY149" fmla="*/ 66008 h 386238"/>
                  <a:gd name="connsiteX150" fmla="*/ 425811 w 918938"/>
                  <a:gd name="connsiteY150" fmla="*/ 59722 h 386238"/>
                  <a:gd name="connsiteX151" fmla="*/ 420858 w 918938"/>
                  <a:gd name="connsiteY151" fmla="*/ 58103 h 386238"/>
                  <a:gd name="connsiteX152" fmla="*/ 414286 w 918938"/>
                  <a:gd name="connsiteY152" fmla="*/ 57341 h 386238"/>
                  <a:gd name="connsiteX153" fmla="*/ 413810 w 918938"/>
                  <a:gd name="connsiteY153" fmla="*/ 49530 h 386238"/>
                  <a:gd name="connsiteX154" fmla="*/ 487533 w 918938"/>
                  <a:gd name="connsiteY154" fmla="*/ 48673 h 386238"/>
                  <a:gd name="connsiteX155" fmla="*/ 487248 w 918938"/>
                  <a:gd name="connsiteY155" fmla="*/ 56483 h 386238"/>
                  <a:gd name="connsiteX156" fmla="*/ 474579 w 918938"/>
                  <a:gd name="connsiteY156" fmla="*/ 58007 h 386238"/>
                  <a:gd name="connsiteX157" fmla="*/ 470388 w 918938"/>
                  <a:gd name="connsiteY157" fmla="*/ 62103 h 386238"/>
                  <a:gd name="connsiteX158" fmla="*/ 471150 w 918938"/>
                  <a:gd name="connsiteY158" fmla="*/ 65723 h 386238"/>
                  <a:gd name="connsiteX159" fmla="*/ 474198 w 918938"/>
                  <a:gd name="connsiteY159" fmla="*/ 72485 h 386238"/>
                  <a:gd name="connsiteX160" fmla="*/ 480009 w 918938"/>
                  <a:gd name="connsiteY160" fmla="*/ 84392 h 386238"/>
                  <a:gd name="connsiteX161" fmla="*/ 488676 w 918938"/>
                  <a:gd name="connsiteY161" fmla="*/ 102203 h 386238"/>
                  <a:gd name="connsiteX162" fmla="*/ 509346 w 918938"/>
                  <a:gd name="connsiteY162" fmla="*/ 73724 h 386238"/>
                  <a:gd name="connsiteX163" fmla="*/ 514013 w 918938"/>
                  <a:gd name="connsiteY163" fmla="*/ 64675 h 386238"/>
                  <a:gd name="connsiteX164" fmla="*/ 512013 w 918938"/>
                  <a:gd name="connsiteY164" fmla="*/ 60198 h 386238"/>
                  <a:gd name="connsiteX165" fmla="*/ 501154 w 918938"/>
                  <a:gd name="connsiteY165" fmla="*/ 57150 h 386238"/>
                  <a:gd name="connsiteX166" fmla="*/ 501535 w 918938"/>
                  <a:gd name="connsiteY166" fmla="*/ 49340 h 386238"/>
                  <a:gd name="connsiteX167" fmla="*/ 548398 w 918938"/>
                  <a:gd name="connsiteY167" fmla="*/ 53054 h 386238"/>
                  <a:gd name="connsiteX168" fmla="*/ 547541 w 918938"/>
                  <a:gd name="connsiteY168" fmla="*/ 60865 h 386238"/>
                  <a:gd name="connsiteX169" fmla="*/ 542302 w 918938"/>
                  <a:gd name="connsiteY169" fmla="*/ 61055 h 386238"/>
                  <a:gd name="connsiteX170" fmla="*/ 537349 w 918938"/>
                  <a:gd name="connsiteY170" fmla="*/ 62484 h 386238"/>
                  <a:gd name="connsiteX171" fmla="*/ 528015 w 918938"/>
                  <a:gd name="connsiteY171" fmla="*/ 68580 h 386238"/>
                  <a:gd name="connsiteX172" fmla="*/ 519633 w 918938"/>
                  <a:gd name="connsiteY172" fmla="*/ 77629 h 386238"/>
                  <a:gd name="connsiteX173" fmla="*/ 507060 w 918938"/>
                  <a:gd name="connsiteY173" fmla="*/ 92869 h 386238"/>
                  <a:gd name="connsiteX174" fmla="*/ 492867 w 918938"/>
                  <a:gd name="connsiteY174" fmla="*/ 111157 h 386238"/>
                  <a:gd name="connsiteX175" fmla="*/ 507155 w 918938"/>
                  <a:gd name="connsiteY175" fmla="*/ 142494 h 386238"/>
                  <a:gd name="connsiteX176" fmla="*/ 517537 w 918938"/>
                  <a:gd name="connsiteY176" fmla="*/ 166497 h 386238"/>
                  <a:gd name="connsiteX177" fmla="*/ 522300 w 918938"/>
                  <a:gd name="connsiteY177" fmla="*/ 176213 h 386238"/>
                  <a:gd name="connsiteX178" fmla="*/ 528681 w 918938"/>
                  <a:gd name="connsiteY178" fmla="*/ 183547 h 386238"/>
                  <a:gd name="connsiteX179" fmla="*/ 532396 w 918938"/>
                  <a:gd name="connsiteY179" fmla="*/ 185547 h 386238"/>
                  <a:gd name="connsiteX180" fmla="*/ 538111 w 918938"/>
                  <a:gd name="connsiteY180" fmla="*/ 187357 h 386238"/>
                  <a:gd name="connsiteX181" fmla="*/ 537254 w 918938"/>
                  <a:gd name="connsiteY181" fmla="*/ 195167 h 386238"/>
                  <a:gd name="connsiteX182" fmla="*/ 634504 w 918938"/>
                  <a:gd name="connsiteY182" fmla="*/ 213455 h 386238"/>
                  <a:gd name="connsiteX183" fmla="*/ 592975 w 918938"/>
                  <a:gd name="connsiteY183" fmla="*/ 203740 h 386238"/>
                  <a:gd name="connsiteX184" fmla="*/ 594404 w 918938"/>
                  <a:gd name="connsiteY184" fmla="*/ 196596 h 386238"/>
                  <a:gd name="connsiteX185" fmla="*/ 597452 w 918938"/>
                  <a:gd name="connsiteY185" fmla="*/ 196406 h 386238"/>
                  <a:gd name="connsiteX186" fmla="*/ 600976 w 918938"/>
                  <a:gd name="connsiteY186" fmla="*/ 195453 h 386238"/>
                  <a:gd name="connsiteX187" fmla="*/ 604119 w 918938"/>
                  <a:gd name="connsiteY187" fmla="*/ 192596 h 386238"/>
                  <a:gd name="connsiteX188" fmla="*/ 606024 w 918938"/>
                  <a:gd name="connsiteY188" fmla="*/ 186881 h 386238"/>
                  <a:gd name="connsiteX189" fmla="*/ 615930 w 918938"/>
                  <a:gd name="connsiteY189" fmla="*/ 140684 h 386238"/>
                  <a:gd name="connsiteX190" fmla="*/ 577449 w 918938"/>
                  <a:gd name="connsiteY190" fmla="*/ 181547 h 386238"/>
                  <a:gd name="connsiteX191" fmla="*/ 577449 w 918938"/>
                  <a:gd name="connsiteY191" fmla="*/ 181832 h 386238"/>
                  <a:gd name="connsiteX192" fmla="*/ 577164 w 918938"/>
                  <a:gd name="connsiteY192" fmla="*/ 187643 h 386238"/>
                  <a:gd name="connsiteX193" fmla="*/ 578878 w 918938"/>
                  <a:gd name="connsiteY193" fmla="*/ 191453 h 386238"/>
                  <a:gd name="connsiteX194" fmla="*/ 581450 w 918938"/>
                  <a:gd name="connsiteY194" fmla="*/ 193262 h 386238"/>
                  <a:gd name="connsiteX195" fmla="*/ 584784 w 918938"/>
                  <a:gd name="connsiteY195" fmla="*/ 194596 h 386238"/>
                  <a:gd name="connsiteX196" fmla="*/ 583450 w 918938"/>
                  <a:gd name="connsiteY196" fmla="*/ 201740 h 386238"/>
                  <a:gd name="connsiteX197" fmla="*/ 541445 w 918938"/>
                  <a:gd name="connsiteY197" fmla="*/ 195263 h 386238"/>
                  <a:gd name="connsiteX198" fmla="*/ 542397 w 918938"/>
                  <a:gd name="connsiteY198" fmla="*/ 188024 h 386238"/>
                  <a:gd name="connsiteX199" fmla="*/ 546017 w 918938"/>
                  <a:gd name="connsiteY199" fmla="*/ 188024 h 386238"/>
                  <a:gd name="connsiteX200" fmla="*/ 549160 w 918938"/>
                  <a:gd name="connsiteY200" fmla="*/ 187357 h 386238"/>
                  <a:gd name="connsiteX201" fmla="*/ 552780 w 918938"/>
                  <a:gd name="connsiteY201" fmla="*/ 184404 h 386238"/>
                  <a:gd name="connsiteX202" fmla="*/ 554494 w 918938"/>
                  <a:gd name="connsiteY202" fmla="*/ 178594 h 386238"/>
                  <a:gd name="connsiteX203" fmla="*/ 563067 w 918938"/>
                  <a:gd name="connsiteY203" fmla="*/ 116205 h 386238"/>
                  <a:gd name="connsiteX204" fmla="*/ 562876 w 918938"/>
                  <a:gd name="connsiteY204" fmla="*/ 110109 h 386238"/>
                  <a:gd name="connsiteX205" fmla="*/ 559923 w 918938"/>
                  <a:gd name="connsiteY205" fmla="*/ 106204 h 386238"/>
                  <a:gd name="connsiteX206" fmla="*/ 556209 w 918938"/>
                  <a:gd name="connsiteY206" fmla="*/ 104680 h 386238"/>
                  <a:gd name="connsiteX207" fmla="*/ 552589 w 918938"/>
                  <a:gd name="connsiteY207" fmla="*/ 103823 h 386238"/>
                  <a:gd name="connsiteX208" fmla="*/ 553446 w 918938"/>
                  <a:gd name="connsiteY208" fmla="*/ 96583 h 386238"/>
                  <a:gd name="connsiteX209" fmla="*/ 601643 w 918938"/>
                  <a:gd name="connsiteY209" fmla="*/ 103918 h 386238"/>
                  <a:gd name="connsiteX210" fmla="*/ 600309 w 918938"/>
                  <a:gd name="connsiteY210" fmla="*/ 111157 h 386238"/>
                  <a:gd name="connsiteX211" fmla="*/ 596690 w 918938"/>
                  <a:gd name="connsiteY211" fmla="*/ 111157 h 386238"/>
                  <a:gd name="connsiteX212" fmla="*/ 593070 w 918938"/>
                  <a:gd name="connsiteY212" fmla="*/ 112300 h 386238"/>
                  <a:gd name="connsiteX213" fmla="*/ 589832 w 918938"/>
                  <a:gd name="connsiteY213" fmla="*/ 115443 h 386238"/>
                  <a:gd name="connsiteX214" fmla="*/ 588117 w 918938"/>
                  <a:gd name="connsiteY214" fmla="*/ 120872 h 386238"/>
                  <a:gd name="connsiteX215" fmla="*/ 580116 w 918938"/>
                  <a:gd name="connsiteY215" fmla="*/ 167450 h 386238"/>
                  <a:gd name="connsiteX216" fmla="*/ 619169 w 918938"/>
                  <a:gd name="connsiteY216" fmla="*/ 126778 h 386238"/>
                  <a:gd name="connsiteX217" fmla="*/ 619169 w 918938"/>
                  <a:gd name="connsiteY217" fmla="*/ 126492 h 386238"/>
                  <a:gd name="connsiteX218" fmla="*/ 619740 w 918938"/>
                  <a:gd name="connsiteY218" fmla="*/ 120682 h 386238"/>
                  <a:gd name="connsiteX219" fmla="*/ 617835 w 918938"/>
                  <a:gd name="connsiteY219" fmla="*/ 116777 h 386238"/>
                  <a:gd name="connsiteX220" fmla="*/ 614597 w 918938"/>
                  <a:gd name="connsiteY220" fmla="*/ 114586 h 386238"/>
                  <a:gd name="connsiteX221" fmla="*/ 611263 w 918938"/>
                  <a:gd name="connsiteY221" fmla="*/ 113252 h 386238"/>
                  <a:gd name="connsiteX222" fmla="*/ 612692 w 918938"/>
                  <a:gd name="connsiteY222" fmla="*/ 106108 h 386238"/>
                  <a:gd name="connsiteX223" fmla="*/ 660412 w 918938"/>
                  <a:gd name="connsiteY223" fmla="*/ 117253 h 386238"/>
                  <a:gd name="connsiteX224" fmla="*/ 658507 w 918938"/>
                  <a:gd name="connsiteY224" fmla="*/ 124301 h 386238"/>
                  <a:gd name="connsiteX225" fmla="*/ 654507 w 918938"/>
                  <a:gd name="connsiteY225" fmla="*/ 123730 h 386238"/>
                  <a:gd name="connsiteX226" fmla="*/ 650792 w 918938"/>
                  <a:gd name="connsiteY226" fmla="*/ 123730 h 386238"/>
                  <a:gd name="connsiteX227" fmla="*/ 646696 w 918938"/>
                  <a:gd name="connsiteY227" fmla="*/ 126206 h 386238"/>
                  <a:gd name="connsiteX228" fmla="*/ 644124 w 918938"/>
                  <a:gd name="connsiteY228" fmla="*/ 131921 h 386238"/>
                  <a:gd name="connsiteX229" fmla="*/ 628789 w 918938"/>
                  <a:gd name="connsiteY229" fmla="*/ 192977 h 386238"/>
                  <a:gd name="connsiteX230" fmla="*/ 628218 w 918938"/>
                  <a:gd name="connsiteY230" fmla="*/ 199073 h 386238"/>
                  <a:gd name="connsiteX231" fmla="*/ 630408 w 918938"/>
                  <a:gd name="connsiteY231" fmla="*/ 203073 h 386238"/>
                  <a:gd name="connsiteX232" fmla="*/ 633075 w 918938"/>
                  <a:gd name="connsiteY232" fmla="*/ 204788 h 386238"/>
                  <a:gd name="connsiteX233" fmla="*/ 636504 w 918938"/>
                  <a:gd name="connsiteY233" fmla="*/ 206216 h 386238"/>
                  <a:gd name="connsiteX234" fmla="*/ 634599 w 918938"/>
                  <a:gd name="connsiteY234" fmla="*/ 213265 h 386238"/>
                  <a:gd name="connsiteX235" fmla="*/ 741660 w 918938"/>
                  <a:gd name="connsiteY235" fmla="*/ 108109 h 386238"/>
                  <a:gd name="connsiteX236" fmla="*/ 725373 w 918938"/>
                  <a:gd name="connsiteY236" fmla="*/ 102203 h 386238"/>
                  <a:gd name="connsiteX237" fmla="*/ 688511 w 918938"/>
                  <a:gd name="connsiteY237" fmla="*/ 208217 h 386238"/>
                  <a:gd name="connsiteX238" fmla="*/ 687558 w 918938"/>
                  <a:gd name="connsiteY238" fmla="*/ 214503 h 386238"/>
                  <a:gd name="connsiteX239" fmla="*/ 689654 w 918938"/>
                  <a:gd name="connsiteY239" fmla="*/ 219456 h 386238"/>
                  <a:gd name="connsiteX240" fmla="*/ 693654 w 918938"/>
                  <a:gd name="connsiteY240" fmla="*/ 222599 h 386238"/>
                  <a:gd name="connsiteX241" fmla="*/ 699465 w 918938"/>
                  <a:gd name="connsiteY241" fmla="*/ 226219 h 386238"/>
                  <a:gd name="connsiteX242" fmla="*/ 696798 w 918938"/>
                  <a:gd name="connsiteY242" fmla="*/ 233553 h 386238"/>
                  <a:gd name="connsiteX243" fmla="*/ 643553 w 918938"/>
                  <a:gd name="connsiteY243" fmla="*/ 216122 h 386238"/>
                  <a:gd name="connsiteX244" fmla="*/ 645648 w 918938"/>
                  <a:gd name="connsiteY244" fmla="*/ 208598 h 386238"/>
                  <a:gd name="connsiteX245" fmla="*/ 651268 w 918938"/>
                  <a:gd name="connsiteY245" fmla="*/ 209360 h 386238"/>
                  <a:gd name="connsiteX246" fmla="*/ 656316 w 918938"/>
                  <a:gd name="connsiteY246" fmla="*/ 209360 h 386238"/>
                  <a:gd name="connsiteX247" fmla="*/ 660888 w 918938"/>
                  <a:gd name="connsiteY247" fmla="*/ 206788 h 386238"/>
                  <a:gd name="connsiteX248" fmla="*/ 663746 w 918938"/>
                  <a:gd name="connsiteY248" fmla="*/ 200882 h 386238"/>
                  <a:gd name="connsiteX249" fmla="*/ 693178 w 918938"/>
                  <a:gd name="connsiteY249" fmla="*/ 104966 h 386238"/>
                  <a:gd name="connsiteX250" fmla="*/ 693940 w 918938"/>
                  <a:gd name="connsiteY250" fmla="*/ 98965 h 386238"/>
                  <a:gd name="connsiteX251" fmla="*/ 690987 w 918938"/>
                  <a:gd name="connsiteY251" fmla="*/ 93631 h 386238"/>
                  <a:gd name="connsiteX252" fmla="*/ 685558 w 918938"/>
                  <a:gd name="connsiteY252" fmla="*/ 89725 h 386238"/>
                  <a:gd name="connsiteX253" fmla="*/ 680224 w 918938"/>
                  <a:gd name="connsiteY253" fmla="*/ 86773 h 386238"/>
                  <a:gd name="connsiteX254" fmla="*/ 682415 w 918938"/>
                  <a:gd name="connsiteY254" fmla="*/ 79248 h 386238"/>
                  <a:gd name="connsiteX255" fmla="*/ 785094 w 918938"/>
                  <a:gd name="connsiteY255" fmla="*/ 115919 h 386238"/>
                  <a:gd name="connsiteX256" fmla="*/ 768140 w 918938"/>
                  <a:gd name="connsiteY256" fmla="*/ 155067 h 386238"/>
                  <a:gd name="connsiteX257" fmla="*/ 762234 w 918938"/>
                  <a:gd name="connsiteY257" fmla="*/ 152495 h 386238"/>
                  <a:gd name="connsiteX258" fmla="*/ 762806 w 918938"/>
                  <a:gd name="connsiteY258" fmla="*/ 142875 h 386238"/>
                  <a:gd name="connsiteX259" fmla="*/ 762044 w 918938"/>
                  <a:gd name="connsiteY259" fmla="*/ 131540 h 386238"/>
                  <a:gd name="connsiteX260" fmla="*/ 759663 w 918938"/>
                  <a:gd name="connsiteY260" fmla="*/ 120968 h 386238"/>
                  <a:gd name="connsiteX261" fmla="*/ 755281 w 918938"/>
                  <a:gd name="connsiteY261" fmla="*/ 114681 h 386238"/>
                  <a:gd name="connsiteX262" fmla="*/ 749185 w 918938"/>
                  <a:gd name="connsiteY262" fmla="*/ 111443 h 386238"/>
                  <a:gd name="connsiteX263" fmla="*/ 741851 w 918938"/>
                  <a:gd name="connsiteY263" fmla="*/ 108395 h 386238"/>
                  <a:gd name="connsiteX264" fmla="*/ 865009 w 918938"/>
                  <a:gd name="connsiteY264" fmla="*/ 216408 h 386238"/>
                  <a:gd name="connsiteX265" fmla="*/ 858818 w 918938"/>
                  <a:gd name="connsiteY265" fmla="*/ 212598 h 386238"/>
                  <a:gd name="connsiteX266" fmla="*/ 863771 w 918938"/>
                  <a:gd name="connsiteY266" fmla="*/ 174784 h 386238"/>
                  <a:gd name="connsiteX267" fmla="*/ 850055 w 918938"/>
                  <a:gd name="connsiteY267" fmla="*/ 154210 h 386238"/>
                  <a:gd name="connsiteX268" fmla="*/ 820623 w 918938"/>
                  <a:gd name="connsiteY268" fmla="*/ 157353 h 386238"/>
                  <a:gd name="connsiteX269" fmla="*/ 792429 w 918938"/>
                  <a:gd name="connsiteY269" fmla="*/ 195358 h 386238"/>
                  <a:gd name="connsiteX270" fmla="*/ 781856 w 918938"/>
                  <a:gd name="connsiteY270" fmla="*/ 222504 h 386238"/>
                  <a:gd name="connsiteX271" fmla="*/ 778998 w 918938"/>
                  <a:gd name="connsiteY271" fmla="*/ 242792 h 386238"/>
                  <a:gd name="connsiteX272" fmla="*/ 782808 w 918938"/>
                  <a:gd name="connsiteY272" fmla="*/ 257461 h 386238"/>
                  <a:gd name="connsiteX273" fmla="*/ 792333 w 918938"/>
                  <a:gd name="connsiteY273" fmla="*/ 266700 h 386238"/>
                  <a:gd name="connsiteX274" fmla="*/ 812145 w 918938"/>
                  <a:gd name="connsiteY274" fmla="*/ 269272 h 386238"/>
                  <a:gd name="connsiteX275" fmla="*/ 837101 w 918938"/>
                  <a:gd name="connsiteY275" fmla="*/ 257366 h 386238"/>
                  <a:gd name="connsiteX276" fmla="*/ 839958 w 918938"/>
                  <a:gd name="connsiteY276" fmla="*/ 265271 h 386238"/>
                  <a:gd name="connsiteX277" fmla="*/ 825290 w 918938"/>
                  <a:gd name="connsiteY277" fmla="*/ 274701 h 386238"/>
                  <a:gd name="connsiteX278" fmla="*/ 811002 w 918938"/>
                  <a:gd name="connsiteY278" fmla="*/ 280035 h 386238"/>
                  <a:gd name="connsiteX279" fmla="*/ 795667 w 918938"/>
                  <a:gd name="connsiteY279" fmla="*/ 280988 h 386238"/>
                  <a:gd name="connsiteX280" fmla="*/ 779951 w 918938"/>
                  <a:gd name="connsiteY280" fmla="*/ 275749 h 386238"/>
                  <a:gd name="connsiteX281" fmla="*/ 763663 w 918938"/>
                  <a:gd name="connsiteY281" fmla="*/ 261461 h 386238"/>
                  <a:gd name="connsiteX282" fmla="*/ 754519 w 918938"/>
                  <a:gd name="connsiteY282" fmla="*/ 240697 h 386238"/>
                  <a:gd name="connsiteX283" fmla="*/ 753757 w 918938"/>
                  <a:gd name="connsiteY283" fmla="*/ 214598 h 386238"/>
                  <a:gd name="connsiteX284" fmla="*/ 762234 w 918938"/>
                  <a:gd name="connsiteY284" fmla="*/ 184880 h 386238"/>
                  <a:gd name="connsiteX285" fmla="*/ 778998 w 918938"/>
                  <a:gd name="connsiteY285" fmla="*/ 158782 h 386238"/>
                  <a:gd name="connsiteX286" fmla="*/ 801573 w 918938"/>
                  <a:gd name="connsiteY286" fmla="*/ 142304 h 386238"/>
                  <a:gd name="connsiteX287" fmla="*/ 827385 w 918938"/>
                  <a:gd name="connsiteY287" fmla="*/ 137541 h 386238"/>
                  <a:gd name="connsiteX288" fmla="*/ 853770 w 918938"/>
                  <a:gd name="connsiteY288" fmla="*/ 145066 h 386238"/>
                  <a:gd name="connsiteX289" fmla="*/ 868819 w 918938"/>
                  <a:gd name="connsiteY289" fmla="*/ 156877 h 386238"/>
                  <a:gd name="connsiteX290" fmla="*/ 877963 w 918938"/>
                  <a:gd name="connsiteY290" fmla="*/ 169831 h 386238"/>
                  <a:gd name="connsiteX291" fmla="*/ 885488 w 918938"/>
                  <a:gd name="connsiteY291" fmla="*/ 167926 h 386238"/>
                  <a:gd name="connsiteX292" fmla="*/ 892060 w 918938"/>
                  <a:gd name="connsiteY292" fmla="*/ 171926 h 386238"/>
                  <a:gd name="connsiteX293" fmla="*/ 865200 w 918938"/>
                  <a:gd name="connsiteY293" fmla="*/ 216408 h 386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</a:cxnLst>
                <a:rect l="l" t="t" r="r" b="b"/>
                <a:pathLst>
                  <a:path w="918938" h="386238">
                    <a:moveTo>
                      <a:pt x="872058" y="105156"/>
                    </a:moveTo>
                    <a:cubicBezTo>
                      <a:pt x="767092" y="32861"/>
                      <a:pt x="584593" y="0"/>
                      <a:pt x="459435" y="0"/>
                    </a:cubicBezTo>
                    <a:cubicBezTo>
                      <a:pt x="334276" y="0"/>
                      <a:pt x="151777" y="32861"/>
                      <a:pt x="46812" y="105156"/>
                    </a:cubicBezTo>
                    <a:cubicBezTo>
                      <a:pt x="24333" y="120587"/>
                      <a:pt x="-10434" y="161544"/>
                      <a:pt x="2997" y="184975"/>
                    </a:cubicBezTo>
                    <a:lnTo>
                      <a:pt x="105962" y="386239"/>
                    </a:lnTo>
                    <a:cubicBezTo>
                      <a:pt x="112629" y="378809"/>
                      <a:pt x="143681" y="344519"/>
                      <a:pt x="159397" y="332042"/>
                    </a:cubicBezTo>
                    <a:cubicBezTo>
                      <a:pt x="248170" y="261271"/>
                      <a:pt x="389807" y="242507"/>
                      <a:pt x="459530" y="242507"/>
                    </a:cubicBezTo>
                    <a:cubicBezTo>
                      <a:pt x="529253" y="242507"/>
                      <a:pt x="670985" y="261366"/>
                      <a:pt x="759663" y="332042"/>
                    </a:cubicBezTo>
                    <a:cubicBezTo>
                      <a:pt x="775855" y="344900"/>
                      <a:pt x="808526" y="381000"/>
                      <a:pt x="813098" y="386144"/>
                    </a:cubicBezTo>
                    <a:lnTo>
                      <a:pt x="915873" y="185261"/>
                    </a:lnTo>
                    <a:cubicBezTo>
                      <a:pt x="929493" y="161544"/>
                      <a:pt x="894632" y="120491"/>
                      <a:pt x="872248" y="105061"/>
                    </a:cubicBezTo>
                    <a:moveTo>
                      <a:pt x="99580" y="295370"/>
                    </a:moveTo>
                    <a:lnTo>
                      <a:pt x="95389" y="288798"/>
                    </a:lnTo>
                    <a:lnTo>
                      <a:pt x="99771" y="285083"/>
                    </a:lnTo>
                    <a:lnTo>
                      <a:pt x="103295" y="281273"/>
                    </a:lnTo>
                    <a:lnTo>
                      <a:pt x="104533" y="275939"/>
                    </a:lnTo>
                    <a:lnTo>
                      <a:pt x="102057" y="269939"/>
                    </a:lnTo>
                    <a:cubicBezTo>
                      <a:pt x="84721" y="241364"/>
                      <a:pt x="67481" y="212693"/>
                      <a:pt x="50145" y="184023"/>
                    </a:cubicBezTo>
                    <a:lnTo>
                      <a:pt x="46145" y="179356"/>
                    </a:lnTo>
                    <a:lnTo>
                      <a:pt x="40144" y="178118"/>
                    </a:lnTo>
                    <a:lnTo>
                      <a:pt x="33477" y="179737"/>
                    </a:lnTo>
                    <a:lnTo>
                      <a:pt x="27666" y="181928"/>
                    </a:lnTo>
                    <a:lnTo>
                      <a:pt x="23475" y="175355"/>
                    </a:lnTo>
                    <a:cubicBezTo>
                      <a:pt x="43002" y="162878"/>
                      <a:pt x="62909" y="151448"/>
                      <a:pt x="83102" y="140970"/>
                    </a:cubicBezTo>
                    <a:cubicBezTo>
                      <a:pt x="97294" y="133541"/>
                      <a:pt x="109486" y="130969"/>
                      <a:pt x="118916" y="132969"/>
                    </a:cubicBezTo>
                    <a:cubicBezTo>
                      <a:pt x="128441" y="134969"/>
                      <a:pt x="135680" y="141637"/>
                      <a:pt x="140538" y="152591"/>
                    </a:cubicBezTo>
                    <a:cubicBezTo>
                      <a:pt x="143871" y="159925"/>
                      <a:pt x="145395" y="166783"/>
                      <a:pt x="145395" y="173069"/>
                    </a:cubicBezTo>
                    <a:cubicBezTo>
                      <a:pt x="145395" y="179451"/>
                      <a:pt x="144062" y="185261"/>
                      <a:pt x="141395" y="190500"/>
                    </a:cubicBezTo>
                    <a:cubicBezTo>
                      <a:pt x="138728" y="195929"/>
                      <a:pt x="135013" y="200692"/>
                      <a:pt x="130251" y="204883"/>
                    </a:cubicBezTo>
                    <a:cubicBezTo>
                      <a:pt x="125583" y="209074"/>
                      <a:pt x="119964" y="212979"/>
                      <a:pt x="113201" y="216503"/>
                    </a:cubicBezTo>
                    <a:lnTo>
                      <a:pt x="105200" y="220885"/>
                    </a:lnTo>
                    <a:cubicBezTo>
                      <a:pt x="111677" y="232505"/>
                      <a:pt x="118059" y="244221"/>
                      <a:pt x="124536" y="255842"/>
                    </a:cubicBezTo>
                    <a:lnTo>
                      <a:pt x="128441" y="260890"/>
                    </a:lnTo>
                    <a:lnTo>
                      <a:pt x="133870" y="262795"/>
                    </a:lnTo>
                    <a:lnTo>
                      <a:pt x="138823" y="262033"/>
                    </a:lnTo>
                    <a:lnTo>
                      <a:pt x="144348" y="260509"/>
                    </a:lnTo>
                    <a:lnTo>
                      <a:pt x="147967" y="267462"/>
                    </a:lnTo>
                    <a:cubicBezTo>
                      <a:pt x="131584" y="276130"/>
                      <a:pt x="115392" y="285464"/>
                      <a:pt x="99580" y="295466"/>
                    </a:cubicBezTo>
                    <a:moveTo>
                      <a:pt x="242265" y="226790"/>
                    </a:moveTo>
                    <a:lnTo>
                      <a:pt x="239693" y="219361"/>
                    </a:lnTo>
                    <a:lnTo>
                      <a:pt x="247694" y="214598"/>
                    </a:lnTo>
                    <a:lnTo>
                      <a:pt x="251504" y="209360"/>
                    </a:lnTo>
                    <a:lnTo>
                      <a:pt x="250837" y="207645"/>
                    </a:lnTo>
                    <a:lnTo>
                      <a:pt x="249408" y="205264"/>
                    </a:lnTo>
                    <a:cubicBezTo>
                      <a:pt x="243598" y="196787"/>
                      <a:pt x="237693" y="188404"/>
                      <a:pt x="231692" y="180023"/>
                    </a:cubicBezTo>
                    <a:cubicBezTo>
                      <a:pt x="219881" y="183928"/>
                      <a:pt x="208165" y="188214"/>
                      <a:pt x="196545" y="192786"/>
                    </a:cubicBezTo>
                    <a:lnTo>
                      <a:pt x="197497" y="202787"/>
                    </a:lnTo>
                    <a:lnTo>
                      <a:pt x="198640" y="212884"/>
                    </a:lnTo>
                    <a:lnTo>
                      <a:pt x="200164" y="221075"/>
                    </a:lnTo>
                    <a:lnTo>
                      <a:pt x="201212" y="224409"/>
                    </a:lnTo>
                    <a:lnTo>
                      <a:pt x="206546" y="228124"/>
                    </a:lnTo>
                    <a:cubicBezTo>
                      <a:pt x="209213" y="228695"/>
                      <a:pt x="213213" y="228314"/>
                      <a:pt x="218643" y="226981"/>
                    </a:cubicBezTo>
                    <a:lnTo>
                      <a:pt x="221405" y="234220"/>
                    </a:lnTo>
                    <a:cubicBezTo>
                      <a:pt x="208451" y="239173"/>
                      <a:pt x="195592" y="244412"/>
                      <a:pt x="182924" y="250222"/>
                    </a:cubicBezTo>
                    <a:lnTo>
                      <a:pt x="179685" y="243078"/>
                    </a:lnTo>
                    <a:lnTo>
                      <a:pt x="184162" y="239935"/>
                    </a:lnTo>
                    <a:lnTo>
                      <a:pt x="187591" y="235934"/>
                    </a:lnTo>
                    <a:lnTo>
                      <a:pt x="189972" y="228505"/>
                    </a:lnTo>
                    <a:lnTo>
                      <a:pt x="189972" y="219456"/>
                    </a:lnTo>
                    <a:cubicBezTo>
                      <a:pt x="187972" y="199930"/>
                      <a:pt x="186448" y="180213"/>
                      <a:pt x="185400" y="160401"/>
                    </a:cubicBezTo>
                    <a:cubicBezTo>
                      <a:pt x="184353" y="140589"/>
                      <a:pt x="183686" y="118586"/>
                      <a:pt x="183591" y="94488"/>
                    </a:cubicBezTo>
                    <a:cubicBezTo>
                      <a:pt x="189020" y="92488"/>
                      <a:pt x="194449" y="90678"/>
                      <a:pt x="199878" y="88773"/>
                    </a:cubicBezTo>
                    <a:cubicBezTo>
                      <a:pt x="220833" y="115729"/>
                      <a:pt x="236169" y="137636"/>
                      <a:pt x="247122" y="153924"/>
                    </a:cubicBezTo>
                    <a:cubicBezTo>
                      <a:pt x="257981" y="170212"/>
                      <a:pt x="266744" y="183833"/>
                      <a:pt x="273792" y="194596"/>
                    </a:cubicBezTo>
                    <a:lnTo>
                      <a:pt x="277602" y="199168"/>
                    </a:lnTo>
                    <a:lnTo>
                      <a:pt x="282746" y="202692"/>
                    </a:lnTo>
                    <a:lnTo>
                      <a:pt x="287889" y="203740"/>
                    </a:lnTo>
                    <a:lnTo>
                      <a:pt x="292842" y="203549"/>
                    </a:lnTo>
                    <a:lnTo>
                      <a:pt x="294747" y="211074"/>
                    </a:lnTo>
                    <a:cubicBezTo>
                      <a:pt x="277031" y="215551"/>
                      <a:pt x="259600" y="220790"/>
                      <a:pt x="242169" y="226695"/>
                    </a:cubicBezTo>
                    <a:moveTo>
                      <a:pt x="362375" y="197644"/>
                    </a:moveTo>
                    <a:lnTo>
                      <a:pt x="361232" y="189929"/>
                    </a:lnTo>
                    <a:lnTo>
                      <a:pt x="366280" y="188595"/>
                    </a:lnTo>
                    <a:lnTo>
                      <a:pt x="370757" y="186785"/>
                    </a:lnTo>
                    <a:lnTo>
                      <a:pt x="373900" y="182404"/>
                    </a:lnTo>
                    <a:lnTo>
                      <a:pt x="374091" y="176022"/>
                    </a:lnTo>
                    <a:cubicBezTo>
                      <a:pt x="372090" y="159829"/>
                      <a:pt x="370090" y="143637"/>
                      <a:pt x="367995" y="127349"/>
                    </a:cubicBezTo>
                    <a:cubicBezTo>
                      <a:pt x="352469" y="129254"/>
                      <a:pt x="336943" y="131731"/>
                      <a:pt x="321513" y="134588"/>
                    </a:cubicBezTo>
                    <a:cubicBezTo>
                      <a:pt x="324561" y="150304"/>
                      <a:pt x="327513" y="166021"/>
                      <a:pt x="330466" y="181737"/>
                    </a:cubicBezTo>
                    <a:lnTo>
                      <a:pt x="332657" y="187547"/>
                    </a:lnTo>
                    <a:lnTo>
                      <a:pt x="336943" y="191072"/>
                    </a:lnTo>
                    <a:lnTo>
                      <a:pt x="341896" y="191929"/>
                    </a:lnTo>
                    <a:lnTo>
                      <a:pt x="347325" y="192119"/>
                    </a:lnTo>
                    <a:lnTo>
                      <a:pt x="348659" y="199835"/>
                    </a:lnTo>
                    <a:cubicBezTo>
                      <a:pt x="330847" y="202787"/>
                      <a:pt x="313226" y="206502"/>
                      <a:pt x="295700" y="210979"/>
                    </a:cubicBezTo>
                    <a:lnTo>
                      <a:pt x="293795" y="203454"/>
                    </a:lnTo>
                    <a:lnTo>
                      <a:pt x="298748" y="201549"/>
                    </a:lnTo>
                    <a:lnTo>
                      <a:pt x="303320" y="199073"/>
                    </a:lnTo>
                    <a:lnTo>
                      <a:pt x="305892" y="194405"/>
                    </a:lnTo>
                    <a:lnTo>
                      <a:pt x="305511" y="188024"/>
                    </a:lnTo>
                    <a:cubicBezTo>
                      <a:pt x="298081" y="155258"/>
                      <a:pt x="290556" y="122587"/>
                      <a:pt x="283032" y="89821"/>
                    </a:cubicBezTo>
                    <a:lnTo>
                      <a:pt x="280650" y="84296"/>
                    </a:lnTo>
                    <a:lnTo>
                      <a:pt x="275507" y="81153"/>
                    </a:lnTo>
                    <a:lnTo>
                      <a:pt x="268744" y="80391"/>
                    </a:lnTo>
                    <a:lnTo>
                      <a:pt x="262839" y="80582"/>
                    </a:lnTo>
                    <a:lnTo>
                      <a:pt x="260934" y="73057"/>
                    </a:lnTo>
                    <a:cubicBezTo>
                      <a:pt x="282174" y="67723"/>
                      <a:pt x="303606" y="63151"/>
                      <a:pt x="325132" y="59627"/>
                    </a:cubicBezTo>
                    <a:lnTo>
                      <a:pt x="326370" y="67342"/>
                    </a:lnTo>
                    <a:lnTo>
                      <a:pt x="320370" y="69342"/>
                    </a:lnTo>
                    <a:lnTo>
                      <a:pt x="315131" y="71819"/>
                    </a:lnTo>
                    <a:lnTo>
                      <a:pt x="311607" y="76676"/>
                    </a:lnTo>
                    <a:lnTo>
                      <a:pt x="311607" y="82772"/>
                    </a:lnTo>
                    <a:cubicBezTo>
                      <a:pt x="314369" y="96679"/>
                      <a:pt x="317036" y="110681"/>
                      <a:pt x="319703" y="124587"/>
                    </a:cubicBezTo>
                    <a:cubicBezTo>
                      <a:pt x="335324" y="121634"/>
                      <a:pt x="351040" y="119158"/>
                      <a:pt x="366852" y="117158"/>
                    </a:cubicBezTo>
                    <a:cubicBezTo>
                      <a:pt x="365137" y="103442"/>
                      <a:pt x="363423" y="89725"/>
                      <a:pt x="361708" y="76010"/>
                    </a:cubicBezTo>
                    <a:lnTo>
                      <a:pt x="359898" y="70199"/>
                    </a:lnTo>
                    <a:lnTo>
                      <a:pt x="355041" y="66580"/>
                    </a:lnTo>
                    <a:lnTo>
                      <a:pt x="348945" y="65151"/>
                    </a:lnTo>
                    <a:lnTo>
                      <a:pt x="342944" y="64579"/>
                    </a:lnTo>
                    <a:lnTo>
                      <a:pt x="341801" y="56864"/>
                    </a:lnTo>
                    <a:cubicBezTo>
                      <a:pt x="363423" y="53721"/>
                      <a:pt x="385044" y="51435"/>
                      <a:pt x="406761" y="50006"/>
                    </a:cubicBezTo>
                    <a:lnTo>
                      <a:pt x="407238" y="57817"/>
                    </a:lnTo>
                    <a:lnTo>
                      <a:pt x="401237" y="59055"/>
                    </a:lnTo>
                    <a:lnTo>
                      <a:pt x="395331" y="61150"/>
                    </a:lnTo>
                    <a:lnTo>
                      <a:pt x="391426" y="65627"/>
                    </a:lnTo>
                    <a:lnTo>
                      <a:pt x="390855" y="71723"/>
                    </a:lnTo>
                    <a:cubicBezTo>
                      <a:pt x="393807" y="105251"/>
                      <a:pt x="396760" y="138684"/>
                      <a:pt x="399618" y="172117"/>
                    </a:cubicBezTo>
                    <a:lnTo>
                      <a:pt x="401142" y="178118"/>
                    </a:lnTo>
                    <a:lnTo>
                      <a:pt x="405047" y="182023"/>
                    </a:lnTo>
                    <a:lnTo>
                      <a:pt x="410190" y="183452"/>
                    </a:lnTo>
                    <a:lnTo>
                      <a:pt x="415524" y="184118"/>
                    </a:lnTo>
                    <a:lnTo>
                      <a:pt x="416001" y="191929"/>
                    </a:lnTo>
                    <a:cubicBezTo>
                      <a:pt x="398094" y="193072"/>
                      <a:pt x="380187" y="194977"/>
                      <a:pt x="362375" y="197549"/>
                    </a:cubicBezTo>
                    <a:moveTo>
                      <a:pt x="537349" y="194977"/>
                    </a:moveTo>
                    <a:cubicBezTo>
                      <a:pt x="517156" y="192596"/>
                      <a:pt x="496963" y="191167"/>
                      <a:pt x="476675" y="190691"/>
                    </a:cubicBezTo>
                    <a:lnTo>
                      <a:pt x="476865" y="182880"/>
                    </a:lnTo>
                    <a:cubicBezTo>
                      <a:pt x="482771" y="182499"/>
                      <a:pt x="486581" y="181928"/>
                      <a:pt x="488295" y="181070"/>
                    </a:cubicBezTo>
                    <a:lnTo>
                      <a:pt x="491058" y="177356"/>
                    </a:lnTo>
                    <a:lnTo>
                      <a:pt x="490296" y="173165"/>
                    </a:lnTo>
                    <a:lnTo>
                      <a:pt x="487914" y="166497"/>
                    </a:lnTo>
                    <a:cubicBezTo>
                      <a:pt x="486390" y="162497"/>
                      <a:pt x="484295" y="157448"/>
                      <a:pt x="481533" y="151448"/>
                    </a:cubicBezTo>
                    <a:cubicBezTo>
                      <a:pt x="478866" y="145447"/>
                      <a:pt x="475913" y="139256"/>
                      <a:pt x="472865" y="132969"/>
                    </a:cubicBezTo>
                    <a:cubicBezTo>
                      <a:pt x="461911" y="149066"/>
                      <a:pt x="455529" y="159925"/>
                      <a:pt x="452862" y="165259"/>
                    </a:cubicBezTo>
                    <a:cubicBezTo>
                      <a:pt x="450195" y="170593"/>
                      <a:pt x="448957" y="174212"/>
                      <a:pt x="448957" y="175927"/>
                    </a:cubicBezTo>
                    <a:lnTo>
                      <a:pt x="449338" y="178308"/>
                    </a:lnTo>
                    <a:lnTo>
                      <a:pt x="451053" y="180118"/>
                    </a:lnTo>
                    <a:lnTo>
                      <a:pt x="454577" y="181547"/>
                    </a:lnTo>
                    <a:lnTo>
                      <a:pt x="460292" y="182594"/>
                    </a:lnTo>
                    <a:lnTo>
                      <a:pt x="460292" y="190405"/>
                    </a:lnTo>
                    <a:cubicBezTo>
                      <a:pt x="447433" y="190405"/>
                      <a:pt x="434479" y="190786"/>
                      <a:pt x="421620" y="191548"/>
                    </a:cubicBezTo>
                    <a:lnTo>
                      <a:pt x="421144" y="183737"/>
                    </a:lnTo>
                    <a:lnTo>
                      <a:pt x="425907" y="182594"/>
                    </a:lnTo>
                    <a:lnTo>
                      <a:pt x="429431" y="180785"/>
                    </a:lnTo>
                    <a:lnTo>
                      <a:pt x="436575" y="173641"/>
                    </a:lnTo>
                    <a:lnTo>
                      <a:pt x="443052" y="163735"/>
                    </a:lnTo>
                    <a:cubicBezTo>
                      <a:pt x="446290" y="158401"/>
                      <a:pt x="450100" y="152305"/>
                      <a:pt x="454482" y="145637"/>
                    </a:cubicBezTo>
                    <a:cubicBezTo>
                      <a:pt x="458863" y="138875"/>
                      <a:pt x="463530" y="131731"/>
                      <a:pt x="468579" y="124301"/>
                    </a:cubicBezTo>
                    <a:cubicBezTo>
                      <a:pt x="463911" y="114967"/>
                      <a:pt x="459149" y="105918"/>
                      <a:pt x="454196" y="97250"/>
                    </a:cubicBezTo>
                    <a:cubicBezTo>
                      <a:pt x="449243" y="88487"/>
                      <a:pt x="444861" y="81153"/>
                      <a:pt x="441242" y="75057"/>
                    </a:cubicBezTo>
                    <a:lnTo>
                      <a:pt x="434384" y="66008"/>
                    </a:lnTo>
                    <a:lnTo>
                      <a:pt x="425811" y="59722"/>
                    </a:lnTo>
                    <a:lnTo>
                      <a:pt x="420858" y="58103"/>
                    </a:lnTo>
                    <a:lnTo>
                      <a:pt x="414286" y="57341"/>
                    </a:lnTo>
                    <a:lnTo>
                      <a:pt x="413810" y="49530"/>
                    </a:lnTo>
                    <a:cubicBezTo>
                      <a:pt x="438384" y="48101"/>
                      <a:pt x="463054" y="47816"/>
                      <a:pt x="487533" y="48673"/>
                    </a:cubicBezTo>
                    <a:lnTo>
                      <a:pt x="487248" y="56483"/>
                    </a:lnTo>
                    <a:cubicBezTo>
                      <a:pt x="481533" y="56579"/>
                      <a:pt x="477342" y="57055"/>
                      <a:pt x="474579" y="58007"/>
                    </a:cubicBezTo>
                    <a:lnTo>
                      <a:pt x="470388" y="62103"/>
                    </a:lnTo>
                    <a:lnTo>
                      <a:pt x="471150" y="65723"/>
                    </a:lnTo>
                    <a:lnTo>
                      <a:pt x="474198" y="72485"/>
                    </a:lnTo>
                    <a:cubicBezTo>
                      <a:pt x="475437" y="75152"/>
                      <a:pt x="477437" y="79058"/>
                      <a:pt x="480009" y="84392"/>
                    </a:cubicBezTo>
                    <a:cubicBezTo>
                      <a:pt x="482580" y="89630"/>
                      <a:pt x="485533" y="95536"/>
                      <a:pt x="488676" y="102203"/>
                    </a:cubicBezTo>
                    <a:cubicBezTo>
                      <a:pt x="499249" y="87535"/>
                      <a:pt x="506393" y="78200"/>
                      <a:pt x="509346" y="73724"/>
                    </a:cubicBezTo>
                    <a:lnTo>
                      <a:pt x="514013" y="64675"/>
                    </a:lnTo>
                    <a:lnTo>
                      <a:pt x="512013" y="60198"/>
                    </a:lnTo>
                    <a:cubicBezTo>
                      <a:pt x="510489" y="59150"/>
                      <a:pt x="506869" y="58007"/>
                      <a:pt x="501154" y="57150"/>
                    </a:cubicBezTo>
                    <a:lnTo>
                      <a:pt x="501535" y="49340"/>
                    </a:lnTo>
                    <a:cubicBezTo>
                      <a:pt x="517156" y="50102"/>
                      <a:pt x="532872" y="51340"/>
                      <a:pt x="548398" y="53054"/>
                    </a:cubicBezTo>
                    <a:lnTo>
                      <a:pt x="547541" y="60865"/>
                    </a:lnTo>
                    <a:lnTo>
                      <a:pt x="542302" y="61055"/>
                    </a:lnTo>
                    <a:lnTo>
                      <a:pt x="537349" y="62484"/>
                    </a:lnTo>
                    <a:lnTo>
                      <a:pt x="528015" y="68580"/>
                    </a:lnTo>
                    <a:lnTo>
                      <a:pt x="519633" y="77629"/>
                    </a:lnTo>
                    <a:cubicBezTo>
                      <a:pt x="515156" y="82772"/>
                      <a:pt x="510965" y="87821"/>
                      <a:pt x="507060" y="92869"/>
                    </a:cubicBezTo>
                    <a:cubicBezTo>
                      <a:pt x="503059" y="97822"/>
                      <a:pt x="498392" y="103918"/>
                      <a:pt x="492867" y="111157"/>
                    </a:cubicBezTo>
                    <a:cubicBezTo>
                      <a:pt x="498678" y="123635"/>
                      <a:pt x="503345" y="134017"/>
                      <a:pt x="507155" y="142494"/>
                    </a:cubicBezTo>
                    <a:cubicBezTo>
                      <a:pt x="510965" y="151067"/>
                      <a:pt x="514394" y="158972"/>
                      <a:pt x="517537" y="166497"/>
                    </a:cubicBezTo>
                    <a:lnTo>
                      <a:pt x="522300" y="176213"/>
                    </a:lnTo>
                    <a:lnTo>
                      <a:pt x="528681" y="183547"/>
                    </a:lnTo>
                    <a:lnTo>
                      <a:pt x="532396" y="185547"/>
                    </a:lnTo>
                    <a:lnTo>
                      <a:pt x="538111" y="187357"/>
                    </a:lnTo>
                    <a:lnTo>
                      <a:pt x="537254" y="195167"/>
                    </a:lnTo>
                    <a:close/>
                    <a:moveTo>
                      <a:pt x="634504" y="213455"/>
                    </a:moveTo>
                    <a:cubicBezTo>
                      <a:pt x="620788" y="209836"/>
                      <a:pt x="606882" y="206502"/>
                      <a:pt x="592975" y="203740"/>
                    </a:cubicBezTo>
                    <a:lnTo>
                      <a:pt x="594404" y="196596"/>
                    </a:lnTo>
                    <a:lnTo>
                      <a:pt x="597452" y="196406"/>
                    </a:lnTo>
                    <a:lnTo>
                      <a:pt x="600976" y="195453"/>
                    </a:lnTo>
                    <a:lnTo>
                      <a:pt x="604119" y="192596"/>
                    </a:lnTo>
                    <a:lnTo>
                      <a:pt x="606024" y="186881"/>
                    </a:lnTo>
                    <a:cubicBezTo>
                      <a:pt x="609358" y="171450"/>
                      <a:pt x="612692" y="156115"/>
                      <a:pt x="615930" y="140684"/>
                    </a:cubicBezTo>
                    <a:cubicBezTo>
                      <a:pt x="602500" y="154019"/>
                      <a:pt x="589641" y="167545"/>
                      <a:pt x="577449" y="181547"/>
                    </a:cubicBezTo>
                    <a:lnTo>
                      <a:pt x="577449" y="181832"/>
                    </a:lnTo>
                    <a:cubicBezTo>
                      <a:pt x="577449" y="181832"/>
                      <a:pt x="577164" y="187643"/>
                      <a:pt x="577164" y="187643"/>
                    </a:cubicBezTo>
                    <a:lnTo>
                      <a:pt x="578878" y="191453"/>
                    </a:lnTo>
                    <a:lnTo>
                      <a:pt x="581450" y="193262"/>
                    </a:lnTo>
                    <a:lnTo>
                      <a:pt x="584784" y="194596"/>
                    </a:lnTo>
                    <a:lnTo>
                      <a:pt x="583450" y="201740"/>
                    </a:lnTo>
                    <a:cubicBezTo>
                      <a:pt x="569448" y="199168"/>
                      <a:pt x="555447" y="196977"/>
                      <a:pt x="541445" y="195263"/>
                    </a:cubicBezTo>
                    <a:lnTo>
                      <a:pt x="542397" y="188024"/>
                    </a:lnTo>
                    <a:lnTo>
                      <a:pt x="546017" y="188024"/>
                    </a:lnTo>
                    <a:cubicBezTo>
                      <a:pt x="546017" y="188024"/>
                      <a:pt x="549160" y="187357"/>
                      <a:pt x="549160" y="187357"/>
                    </a:cubicBezTo>
                    <a:lnTo>
                      <a:pt x="552780" y="184404"/>
                    </a:lnTo>
                    <a:lnTo>
                      <a:pt x="554494" y="178594"/>
                    </a:lnTo>
                    <a:cubicBezTo>
                      <a:pt x="557352" y="157829"/>
                      <a:pt x="560209" y="136970"/>
                      <a:pt x="563067" y="116205"/>
                    </a:cubicBezTo>
                    <a:lnTo>
                      <a:pt x="562876" y="110109"/>
                    </a:lnTo>
                    <a:lnTo>
                      <a:pt x="559923" y="106204"/>
                    </a:lnTo>
                    <a:lnTo>
                      <a:pt x="556209" y="104680"/>
                    </a:lnTo>
                    <a:lnTo>
                      <a:pt x="552589" y="103823"/>
                    </a:lnTo>
                    <a:lnTo>
                      <a:pt x="553446" y="96583"/>
                    </a:lnTo>
                    <a:cubicBezTo>
                      <a:pt x="569544" y="98489"/>
                      <a:pt x="585641" y="100965"/>
                      <a:pt x="601643" y="103918"/>
                    </a:cubicBezTo>
                    <a:lnTo>
                      <a:pt x="600309" y="111157"/>
                    </a:lnTo>
                    <a:lnTo>
                      <a:pt x="596690" y="111157"/>
                    </a:lnTo>
                    <a:cubicBezTo>
                      <a:pt x="596690" y="111157"/>
                      <a:pt x="593070" y="112300"/>
                      <a:pt x="593070" y="112300"/>
                    </a:cubicBezTo>
                    <a:lnTo>
                      <a:pt x="589832" y="115443"/>
                    </a:lnTo>
                    <a:lnTo>
                      <a:pt x="588117" y="120872"/>
                    </a:lnTo>
                    <a:cubicBezTo>
                      <a:pt x="585450" y="136398"/>
                      <a:pt x="582783" y="151924"/>
                      <a:pt x="580116" y="167450"/>
                    </a:cubicBezTo>
                    <a:cubicBezTo>
                      <a:pt x="592594" y="153543"/>
                      <a:pt x="605548" y="140018"/>
                      <a:pt x="619169" y="126778"/>
                    </a:cubicBezTo>
                    <a:lnTo>
                      <a:pt x="619169" y="126492"/>
                    </a:lnTo>
                    <a:cubicBezTo>
                      <a:pt x="619169" y="126492"/>
                      <a:pt x="619740" y="120682"/>
                      <a:pt x="619740" y="120682"/>
                    </a:cubicBezTo>
                    <a:lnTo>
                      <a:pt x="617835" y="116777"/>
                    </a:lnTo>
                    <a:lnTo>
                      <a:pt x="614597" y="114586"/>
                    </a:lnTo>
                    <a:lnTo>
                      <a:pt x="611263" y="113252"/>
                    </a:lnTo>
                    <a:lnTo>
                      <a:pt x="612692" y="106108"/>
                    </a:lnTo>
                    <a:cubicBezTo>
                      <a:pt x="628694" y="109347"/>
                      <a:pt x="644601" y="113062"/>
                      <a:pt x="660412" y="117253"/>
                    </a:cubicBezTo>
                    <a:lnTo>
                      <a:pt x="658507" y="124301"/>
                    </a:lnTo>
                    <a:lnTo>
                      <a:pt x="654507" y="123730"/>
                    </a:lnTo>
                    <a:lnTo>
                      <a:pt x="650792" y="123730"/>
                    </a:lnTo>
                    <a:cubicBezTo>
                      <a:pt x="650792" y="123730"/>
                      <a:pt x="646696" y="126206"/>
                      <a:pt x="646696" y="126206"/>
                    </a:cubicBezTo>
                    <a:lnTo>
                      <a:pt x="644124" y="131921"/>
                    </a:lnTo>
                    <a:cubicBezTo>
                      <a:pt x="638981" y="152305"/>
                      <a:pt x="633933" y="172593"/>
                      <a:pt x="628789" y="192977"/>
                    </a:cubicBezTo>
                    <a:lnTo>
                      <a:pt x="628218" y="199073"/>
                    </a:lnTo>
                    <a:lnTo>
                      <a:pt x="630408" y="203073"/>
                    </a:lnTo>
                    <a:lnTo>
                      <a:pt x="633075" y="204788"/>
                    </a:lnTo>
                    <a:lnTo>
                      <a:pt x="636504" y="206216"/>
                    </a:lnTo>
                    <a:lnTo>
                      <a:pt x="634599" y="213265"/>
                    </a:lnTo>
                    <a:close/>
                    <a:moveTo>
                      <a:pt x="741660" y="108109"/>
                    </a:moveTo>
                    <a:cubicBezTo>
                      <a:pt x="736231" y="106108"/>
                      <a:pt x="730802" y="104108"/>
                      <a:pt x="725373" y="102203"/>
                    </a:cubicBezTo>
                    <a:cubicBezTo>
                      <a:pt x="713085" y="137541"/>
                      <a:pt x="700798" y="172879"/>
                      <a:pt x="688511" y="208217"/>
                    </a:cubicBezTo>
                    <a:lnTo>
                      <a:pt x="687558" y="214503"/>
                    </a:lnTo>
                    <a:lnTo>
                      <a:pt x="689654" y="219456"/>
                    </a:lnTo>
                    <a:lnTo>
                      <a:pt x="693654" y="222599"/>
                    </a:lnTo>
                    <a:lnTo>
                      <a:pt x="699465" y="226219"/>
                    </a:lnTo>
                    <a:lnTo>
                      <a:pt x="696798" y="233553"/>
                    </a:lnTo>
                    <a:cubicBezTo>
                      <a:pt x="679272" y="226981"/>
                      <a:pt x="661460" y="221075"/>
                      <a:pt x="643553" y="216122"/>
                    </a:cubicBezTo>
                    <a:lnTo>
                      <a:pt x="645648" y="208598"/>
                    </a:lnTo>
                    <a:lnTo>
                      <a:pt x="651268" y="209360"/>
                    </a:lnTo>
                    <a:lnTo>
                      <a:pt x="656316" y="209360"/>
                    </a:lnTo>
                    <a:cubicBezTo>
                      <a:pt x="656316" y="209360"/>
                      <a:pt x="660888" y="206788"/>
                      <a:pt x="660888" y="206788"/>
                    </a:cubicBezTo>
                    <a:lnTo>
                      <a:pt x="663746" y="200882"/>
                    </a:lnTo>
                    <a:cubicBezTo>
                      <a:pt x="673557" y="168878"/>
                      <a:pt x="683367" y="136970"/>
                      <a:pt x="693178" y="104966"/>
                    </a:cubicBezTo>
                    <a:lnTo>
                      <a:pt x="693940" y="98965"/>
                    </a:lnTo>
                    <a:lnTo>
                      <a:pt x="690987" y="93631"/>
                    </a:lnTo>
                    <a:lnTo>
                      <a:pt x="685558" y="89725"/>
                    </a:lnTo>
                    <a:lnTo>
                      <a:pt x="680224" y="86773"/>
                    </a:lnTo>
                    <a:lnTo>
                      <a:pt x="682415" y="79248"/>
                    </a:lnTo>
                    <a:cubicBezTo>
                      <a:pt x="717276" y="89059"/>
                      <a:pt x="751566" y="101251"/>
                      <a:pt x="785094" y="115919"/>
                    </a:cubicBezTo>
                    <a:cubicBezTo>
                      <a:pt x="779475" y="128969"/>
                      <a:pt x="773760" y="142018"/>
                      <a:pt x="768140" y="155067"/>
                    </a:cubicBezTo>
                    <a:lnTo>
                      <a:pt x="762234" y="152495"/>
                    </a:lnTo>
                    <a:lnTo>
                      <a:pt x="762806" y="142875"/>
                    </a:lnTo>
                    <a:lnTo>
                      <a:pt x="762044" y="131540"/>
                    </a:lnTo>
                    <a:lnTo>
                      <a:pt x="759663" y="120968"/>
                    </a:lnTo>
                    <a:lnTo>
                      <a:pt x="755281" y="114681"/>
                    </a:lnTo>
                    <a:lnTo>
                      <a:pt x="749185" y="111443"/>
                    </a:lnTo>
                    <a:lnTo>
                      <a:pt x="741851" y="108395"/>
                    </a:lnTo>
                    <a:close/>
                    <a:moveTo>
                      <a:pt x="865009" y="216408"/>
                    </a:moveTo>
                    <a:lnTo>
                      <a:pt x="858818" y="212598"/>
                    </a:lnTo>
                    <a:cubicBezTo>
                      <a:pt x="863580" y="196882"/>
                      <a:pt x="865200" y="184214"/>
                      <a:pt x="863771" y="174784"/>
                    </a:cubicBezTo>
                    <a:cubicBezTo>
                      <a:pt x="862342" y="165354"/>
                      <a:pt x="857675" y="158401"/>
                      <a:pt x="850055" y="154210"/>
                    </a:cubicBezTo>
                    <a:cubicBezTo>
                      <a:pt x="840530" y="148971"/>
                      <a:pt x="830529" y="150019"/>
                      <a:pt x="820623" y="157353"/>
                    </a:cubicBezTo>
                    <a:cubicBezTo>
                      <a:pt x="810621" y="164687"/>
                      <a:pt x="801287" y="177451"/>
                      <a:pt x="792429" y="195358"/>
                    </a:cubicBezTo>
                    <a:cubicBezTo>
                      <a:pt x="787380" y="205550"/>
                      <a:pt x="783856" y="214503"/>
                      <a:pt x="781856" y="222504"/>
                    </a:cubicBezTo>
                    <a:cubicBezTo>
                      <a:pt x="779856" y="230410"/>
                      <a:pt x="778808" y="237173"/>
                      <a:pt x="778998" y="242792"/>
                    </a:cubicBezTo>
                    <a:cubicBezTo>
                      <a:pt x="779189" y="248603"/>
                      <a:pt x="780522" y="253460"/>
                      <a:pt x="782808" y="257461"/>
                    </a:cubicBezTo>
                    <a:lnTo>
                      <a:pt x="792333" y="266700"/>
                    </a:lnTo>
                    <a:cubicBezTo>
                      <a:pt x="798334" y="270034"/>
                      <a:pt x="804906" y="270891"/>
                      <a:pt x="812145" y="269272"/>
                    </a:cubicBezTo>
                    <a:cubicBezTo>
                      <a:pt x="819384" y="267653"/>
                      <a:pt x="827671" y="263652"/>
                      <a:pt x="837101" y="257366"/>
                    </a:cubicBezTo>
                    <a:lnTo>
                      <a:pt x="839958" y="265271"/>
                    </a:lnTo>
                    <a:cubicBezTo>
                      <a:pt x="834910" y="269081"/>
                      <a:pt x="830052" y="272225"/>
                      <a:pt x="825290" y="274701"/>
                    </a:cubicBezTo>
                    <a:cubicBezTo>
                      <a:pt x="820527" y="277273"/>
                      <a:pt x="815765" y="278987"/>
                      <a:pt x="811002" y="280035"/>
                    </a:cubicBezTo>
                    <a:cubicBezTo>
                      <a:pt x="805764" y="281178"/>
                      <a:pt x="800715" y="281464"/>
                      <a:pt x="795667" y="280988"/>
                    </a:cubicBezTo>
                    <a:cubicBezTo>
                      <a:pt x="790619" y="280511"/>
                      <a:pt x="785380" y="278702"/>
                      <a:pt x="779951" y="275749"/>
                    </a:cubicBezTo>
                    <a:cubicBezTo>
                      <a:pt x="773379" y="272129"/>
                      <a:pt x="767949" y="267462"/>
                      <a:pt x="763663" y="261461"/>
                    </a:cubicBezTo>
                    <a:cubicBezTo>
                      <a:pt x="759377" y="255461"/>
                      <a:pt x="756329" y="248603"/>
                      <a:pt x="754519" y="240697"/>
                    </a:cubicBezTo>
                    <a:cubicBezTo>
                      <a:pt x="752805" y="232886"/>
                      <a:pt x="752614" y="224219"/>
                      <a:pt x="753757" y="214598"/>
                    </a:cubicBezTo>
                    <a:cubicBezTo>
                      <a:pt x="754900" y="204883"/>
                      <a:pt x="757662" y="195072"/>
                      <a:pt x="762234" y="184880"/>
                    </a:cubicBezTo>
                    <a:cubicBezTo>
                      <a:pt x="766711" y="174784"/>
                      <a:pt x="772236" y="166021"/>
                      <a:pt x="778998" y="158782"/>
                    </a:cubicBezTo>
                    <a:cubicBezTo>
                      <a:pt x="785761" y="151543"/>
                      <a:pt x="793191" y="146018"/>
                      <a:pt x="801573" y="142304"/>
                    </a:cubicBezTo>
                    <a:cubicBezTo>
                      <a:pt x="809669" y="138684"/>
                      <a:pt x="818337" y="137065"/>
                      <a:pt x="827385" y="137541"/>
                    </a:cubicBezTo>
                    <a:cubicBezTo>
                      <a:pt x="836529" y="137922"/>
                      <a:pt x="845292" y="140494"/>
                      <a:pt x="853770" y="145066"/>
                    </a:cubicBezTo>
                    <a:cubicBezTo>
                      <a:pt x="859866" y="148400"/>
                      <a:pt x="864914" y="152305"/>
                      <a:pt x="868819" y="156877"/>
                    </a:cubicBezTo>
                    <a:lnTo>
                      <a:pt x="877963" y="169831"/>
                    </a:lnTo>
                    <a:lnTo>
                      <a:pt x="885488" y="167926"/>
                    </a:lnTo>
                    <a:lnTo>
                      <a:pt x="892060" y="171926"/>
                    </a:lnTo>
                    <a:cubicBezTo>
                      <a:pt x="883107" y="186785"/>
                      <a:pt x="874153" y="201549"/>
                      <a:pt x="865200" y="216408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C10B3CDC-527B-0B4F-D1B3-CEC5663F21A5}"/>
                  </a:ext>
                </a:extLst>
              </p:cNvPr>
              <p:cNvSpPr/>
              <p:nvPr/>
            </p:nvSpPr>
            <p:spPr>
              <a:xfrm>
                <a:off x="12743356" y="3903072"/>
                <a:ext cx="48097" cy="62244"/>
              </a:xfrm>
              <a:custGeom>
                <a:avLst/>
                <a:gdLst>
                  <a:gd name="connsiteX0" fmla="*/ 47339 w 48097"/>
                  <a:gd name="connsiteY0" fmla="*/ 44528 h 62244"/>
                  <a:gd name="connsiteX1" fmla="*/ 43053 w 48097"/>
                  <a:gd name="connsiteY1" fmla="*/ 20620 h 62244"/>
                  <a:gd name="connsiteX2" fmla="*/ 27527 w 48097"/>
                  <a:gd name="connsiteY2" fmla="*/ 1760 h 62244"/>
                  <a:gd name="connsiteX3" fmla="*/ 6382 w 48097"/>
                  <a:gd name="connsiteY3" fmla="*/ 4046 h 62244"/>
                  <a:gd name="connsiteX4" fmla="*/ 0 w 48097"/>
                  <a:gd name="connsiteY4" fmla="*/ 7571 h 62244"/>
                  <a:gd name="connsiteX5" fmla="*/ 30194 w 48097"/>
                  <a:gd name="connsiteY5" fmla="*/ 62244 h 62244"/>
                  <a:gd name="connsiteX6" fmla="*/ 33147 w 48097"/>
                  <a:gd name="connsiteY6" fmla="*/ 60625 h 62244"/>
                  <a:gd name="connsiteX7" fmla="*/ 47339 w 48097"/>
                  <a:gd name="connsiteY7" fmla="*/ 44528 h 6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097" h="62244">
                    <a:moveTo>
                      <a:pt x="47339" y="44528"/>
                    </a:moveTo>
                    <a:cubicBezTo>
                      <a:pt x="49149" y="37955"/>
                      <a:pt x="47720" y="29954"/>
                      <a:pt x="43053" y="20620"/>
                    </a:cubicBezTo>
                    <a:cubicBezTo>
                      <a:pt x="38291" y="11095"/>
                      <a:pt x="33147" y="4808"/>
                      <a:pt x="27527" y="1760"/>
                    </a:cubicBezTo>
                    <a:cubicBezTo>
                      <a:pt x="21907" y="-1192"/>
                      <a:pt x="14764" y="-430"/>
                      <a:pt x="6382" y="4046"/>
                    </a:cubicBezTo>
                    <a:lnTo>
                      <a:pt x="0" y="7571"/>
                    </a:lnTo>
                    <a:cubicBezTo>
                      <a:pt x="10096" y="25763"/>
                      <a:pt x="20193" y="44051"/>
                      <a:pt x="30194" y="62244"/>
                    </a:cubicBezTo>
                    <a:lnTo>
                      <a:pt x="33147" y="60625"/>
                    </a:lnTo>
                    <a:cubicBezTo>
                      <a:pt x="40862" y="56434"/>
                      <a:pt x="45529" y="51195"/>
                      <a:pt x="47339" y="44528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1C61A453-D1A0-1FF4-2E4B-B743888B2276}"/>
                  </a:ext>
                </a:extLst>
              </p:cNvPr>
              <p:cNvSpPr/>
              <p:nvPr/>
            </p:nvSpPr>
            <p:spPr>
              <a:xfrm>
                <a:off x="12865943" y="3881306"/>
                <a:ext cx="32575" cy="53816"/>
              </a:xfrm>
              <a:custGeom>
                <a:avLst/>
                <a:gdLst>
                  <a:gd name="connsiteX0" fmla="*/ 2953 w 32575"/>
                  <a:gd name="connsiteY0" fmla="*/ 53816 h 53816"/>
                  <a:gd name="connsiteX1" fmla="*/ 32576 w 32575"/>
                  <a:gd name="connsiteY1" fmla="*/ 43053 h 53816"/>
                  <a:gd name="connsiteX2" fmla="*/ 0 w 32575"/>
                  <a:gd name="connsiteY2" fmla="*/ 0 h 53816"/>
                  <a:gd name="connsiteX3" fmla="*/ 2953 w 32575"/>
                  <a:gd name="connsiteY3" fmla="*/ 53816 h 5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575" h="53816">
                    <a:moveTo>
                      <a:pt x="2953" y="53816"/>
                    </a:moveTo>
                    <a:cubicBezTo>
                      <a:pt x="12764" y="50006"/>
                      <a:pt x="22670" y="46387"/>
                      <a:pt x="32576" y="43053"/>
                    </a:cubicBezTo>
                    <a:cubicBezTo>
                      <a:pt x="22098" y="28480"/>
                      <a:pt x="11240" y="14192"/>
                      <a:pt x="0" y="0"/>
                    </a:cubicBezTo>
                    <a:cubicBezTo>
                      <a:pt x="572" y="18002"/>
                      <a:pt x="1619" y="36004"/>
                      <a:pt x="2953" y="5381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7569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D88572-937B-D330-E692-CE6310CA40C2}"/>
              </a:ext>
            </a:extLst>
          </p:cNvPr>
          <p:cNvSpPr txBox="1"/>
          <p:nvPr/>
        </p:nvSpPr>
        <p:spPr>
          <a:xfrm>
            <a:off x="394603" y="261795"/>
            <a:ext cx="6904467" cy="799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6880">
              <a:buClr>
                <a:srgbClr val="006EBE"/>
              </a:buClr>
            </a:pPr>
            <a:r>
              <a:rPr lang="ru-RU" sz="45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Масштаб Академии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4E057C-D8CD-AAD7-1244-FECFBEA87A2A}"/>
              </a:ext>
            </a:extLst>
          </p:cNvPr>
          <p:cNvSpPr txBox="1"/>
          <p:nvPr/>
        </p:nvSpPr>
        <p:spPr>
          <a:xfrm>
            <a:off x="11072467" y="5841233"/>
            <a:ext cx="583515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399"/>
              </a:spcBef>
              <a:buClr>
                <a:srgbClr val="006DBD"/>
              </a:buClr>
            </a:pPr>
            <a:r>
              <a:rPr lang="ru-RU" sz="2600" b="1" noProof="0" dirty="0">
                <a:solidFill>
                  <a:srgbClr val="006D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59 </a:t>
            </a:r>
            <a:r>
              <a:rPr lang="ru-RU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филиалов и представительств</a:t>
            </a: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A5E7144C-BCCA-1BBB-FF45-73BC1350C35F}"/>
              </a:ext>
            </a:extLst>
          </p:cNvPr>
          <p:cNvGrpSpPr/>
          <p:nvPr/>
        </p:nvGrpSpPr>
        <p:grpSpPr>
          <a:xfrm>
            <a:off x="10056932" y="5668054"/>
            <a:ext cx="838800" cy="838800"/>
            <a:chOff x="7386765" y="5041939"/>
            <a:chExt cx="1352256" cy="1365609"/>
          </a:xfrm>
        </p:grpSpPr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024AEB34-32A2-CC2B-2AA6-707AC7AD3C43}"/>
                </a:ext>
              </a:extLst>
            </p:cNvPr>
            <p:cNvSpPr/>
            <p:nvPr/>
          </p:nvSpPr>
          <p:spPr>
            <a:xfrm>
              <a:off x="7386765" y="5041939"/>
              <a:ext cx="1352256" cy="1365609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ru-RU" sz="1799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8" name="Рисунок 37" descr="Изображение выглядит как Графика, шаблон, искусство, дизайн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6157FB41-42A4-8D8E-3924-2B53EE784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78136" y="5236387"/>
              <a:ext cx="960669" cy="885733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459F9A9-4F2F-405E-9006-EBFFBA883EF1}"/>
              </a:ext>
            </a:extLst>
          </p:cNvPr>
          <p:cNvSpPr txBox="1"/>
          <p:nvPr/>
        </p:nvSpPr>
        <p:spPr>
          <a:xfrm>
            <a:off x="11072467" y="6856302"/>
            <a:ext cx="650157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399"/>
              </a:spcBef>
              <a:buClr>
                <a:srgbClr val="006DBD"/>
              </a:buClr>
            </a:pPr>
            <a:r>
              <a:rPr lang="ru-RU" sz="2600" b="1" noProof="0" dirty="0">
                <a:solidFill>
                  <a:srgbClr val="006D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67 </a:t>
            </a:r>
            <a:r>
              <a:rPr lang="ru-RU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научных лабораторий и центров</a:t>
            </a: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BCBD6DC8-52B3-947E-BEBF-08A604CB9E6F}"/>
              </a:ext>
            </a:extLst>
          </p:cNvPr>
          <p:cNvGrpSpPr/>
          <p:nvPr/>
        </p:nvGrpSpPr>
        <p:grpSpPr>
          <a:xfrm>
            <a:off x="10056932" y="4135765"/>
            <a:ext cx="838800" cy="838800"/>
            <a:chOff x="15903404" y="1982480"/>
            <a:chExt cx="838800" cy="838800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310C81E4-065B-BD89-E40A-B10F3E4087AB}"/>
                </a:ext>
              </a:extLst>
            </p:cNvPr>
            <p:cNvSpPr/>
            <p:nvPr/>
          </p:nvSpPr>
          <p:spPr>
            <a:xfrm>
              <a:off x="15903404" y="1982480"/>
              <a:ext cx="838800" cy="838800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ru-RU" sz="1799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B2473893-8EBC-D36C-3511-E5CE45DFB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82882" y="2029475"/>
              <a:ext cx="479844" cy="722165"/>
            </a:xfrm>
            <a:prstGeom prst="rect">
              <a:avLst/>
            </a:prstGeom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2694ADD1-082A-5104-40DF-A8B072328AF9}"/>
              </a:ext>
            </a:extLst>
          </p:cNvPr>
          <p:cNvGrpSpPr/>
          <p:nvPr/>
        </p:nvGrpSpPr>
        <p:grpSpPr>
          <a:xfrm>
            <a:off x="10056932" y="6683159"/>
            <a:ext cx="838800" cy="838729"/>
            <a:chOff x="9815395" y="5595385"/>
            <a:chExt cx="838800" cy="838729"/>
          </a:xfrm>
        </p:grpSpPr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FD5164A3-A874-4AF4-BB17-82E2A7163A5D}"/>
                </a:ext>
              </a:extLst>
            </p:cNvPr>
            <p:cNvSpPr/>
            <p:nvPr/>
          </p:nvSpPr>
          <p:spPr>
            <a:xfrm>
              <a:off x="9815395" y="5595385"/>
              <a:ext cx="838800" cy="838729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ru-RU" sz="1799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FE8E9224-5BE1-20A9-EFDD-945C8EFCA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34101" y="5693453"/>
              <a:ext cx="560039" cy="626543"/>
            </a:xfrm>
            <a:prstGeom prst="rect">
              <a:avLst/>
            </a:prstGeom>
          </p:spPr>
        </p:pic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2EAF67DD-A305-B35A-4271-5635896CB3D5}"/>
              </a:ext>
            </a:extLst>
          </p:cNvPr>
          <p:cNvGrpSpPr/>
          <p:nvPr/>
        </p:nvGrpSpPr>
        <p:grpSpPr>
          <a:xfrm>
            <a:off x="10056932" y="2111343"/>
            <a:ext cx="838800" cy="838800"/>
            <a:chOff x="9815394" y="1261533"/>
            <a:chExt cx="838800" cy="838800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55A00A19-3173-4B44-2789-8207BCE7DA01}"/>
                </a:ext>
              </a:extLst>
            </p:cNvPr>
            <p:cNvSpPr/>
            <p:nvPr/>
          </p:nvSpPr>
          <p:spPr>
            <a:xfrm>
              <a:off x="9815394" y="1261533"/>
              <a:ext cx="838800" cy="838800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ru-RU" sz="1799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" name="Рисунок 17" descr="Изображение выглядит как зарисовка, рисунок, графическая вставка, дизайн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ADCD6E20-4143-05C9-89E7-426BC8159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9992129" y="1346859"/>
              <a:ext cx="479844" cy="608468"/>
            </a:xfrm>
            <a:prstGeom prst="rect">
              <a:avLst/>
            </a:prstGeom>
          </p:spPr>
        </p:pic>
      </p:grpSp>
      <p:pic>
        <p:nvPicPr>
          <p:cNvPr id="22" name="Рисунок 21" descr="Изображение выглядит как карт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3A630BB-AA46-1510-9F2E-6B49113C9B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4140" y="6039886"/>
            <a:ext cx="6525723" cy="3396639"/>
          </a:xfrm>
          <a:prstGeom prst="rect">
            <a:avLst/>
          </a:prstGeom>
        </p:spPr>
      </p:pic>
      <p:sp>
        <p:nvSpPr>
          <p:cNvPr id="23" name="Овал 22">
            <a:extLst>
              <a:ext uri="{FF2B5EF4-FFF2-40B4-BE49-F238E27FC236}">
                <a16:creationId xmlns:a16="http://schemas.microsoft.com/office/drawing/2014/main" id="{BC7CD14E-B1BA-5F32-4B30-33F0C7622FA9}"/>
              </a:ext>
            </a:extLst>
          </p:cNvPr>
          <p:cNvSpPr/>
          <p:nvPr/>
        </p:nvSpPr>
        <p:spPr>
          <a:xfrm>
            <a:off x="507539" y="9074995"/>
            <a:ext cx="248159" cy="248159"/>
          </a:xfrm>
          <a:prstGeom prst="ellipse">
            <a:avLst/>
          </a:prstGeom>
          <a:solidFill>
            <a:srgbClr val="C91D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A5E245-B751-BB6A-B2EA-88AB758D9313}"/>
              </a:ext>
            </a:extLst>
          </p:cNvPr>
          <p:cNvSpPr txBox="1"/>
          <p:nvPr/>
        </p:nvSpPr>
        <p:spPr>
          <a:xfrm>
            <a:off x="789142" y="8930033"/>
            <a:ext cx="34021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399"/>
              </a:spcBef>
              <a:buClr>
                <a:srgbClr val="006DBD"/>
              </a:buClr>
            </a:pPr>
            <a:r>
              <a:rPr lang="ru-RU" sz="1400" dirty="0">
                <a:ea typeface="Calibri" panose="020F0502020204030204" pitchFamily="34" charset="0"/>
                <a:cs typeface="Calibri" panose="020F0502020204030204" pitchFamily="34" charset="0"/>
              </a:rPr>
              <a:t>Филиалы в которых реализуются программы высшего образования</a:t>
            </a:r>
            <a:endParaRPr lang="ru-RU" sz="1400" noProof="0" dirty="0">
              <a:cs typeface="Arial" panose="020B0604020202020204" pitchFamily="34" charset="0"/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47B1A97F-4981-07B2-ECDB-12C870DD1D0C}"/>
              </a:ext>
            </a:extLst>
          </p:cNvPr>
          <p:cNvSpPr/>
          <p:nvPr/>
        </p:nvSpPr>
        <p:spPr>
          <a:xfrm>
            <a:off x="507539" y="9603623"/>
            <a:ext cx="248159" cy="248159"/>
          </a:xfrm>
          <a:prstGeom prst="ellipse">
            <a:avLst/>
          </a:prstGeom>
          <a:solidFill>
            <a:srgbClr val="DD7E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02F6DB-B9AA-DF04-B3D6-1AFFCE4B6DC7}"/>
              </a:ext>
            </a:extLst>
          </p:cNvPr>
          <p:cNvSpPr txBox="1"/>
          <p:nvPr/>
        </p:nvSpPr>
        <p:spPr>
          <a:xfrm>
            <a:off x="789141" y="9564399"/>
            <a:ext cx="2324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399"/>
              </a:spcBef>
              <a:buClr>
                <a:srgbClr val="006DBD"/>
              </a:buClr>
            </a:pPr>
            <a:r>
              <a:rPr lang="ru-RU" sz="1400" dirty="0">
                <a:ea typeface="Calibri" panose="020F0502020204030204" pitchFamily="34" charset="0"/>
                <a:cs typeface="Calibri" panose="020F0502020204030204" pitchFamily="34" charset="0"/>
              </a:rPr>
              <a:t>Представительства</a:t>
            </a:r>
            <a:endParaRPr lang="ru-RU" sz="1400" noProof="0" dirty="0">
              <a:cs typeface="Arial" panose="020B06040202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ED24CD6-B484-4F77-A776-0ED6A9246830}"/>
              </a:ext>
            </a:extLst>
          </p:cNvPr>
          <p:cNvSpPr txBox="1"/>
          <p:nvPr/>
        </p:nvSpPr>
        <p:spPr>
          <a:xfrm>
            <a:off x="2176810" y="1782019"/>
            <a:ext cx="61003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6DBD"/>
              </a:buClr>
            </a:pPr>
            <a:r>
              <a:rPr lang="ru-RU" sz="3600" b="1" noProof="0" dirty="0">
                <a:solidFill>
                  <a:srgbClr val="C30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Крупнейший вуз Европы</a:t>
            </a:r>
            <a:r>
              <a:rPr lang="ru-RU" sz="3600" b="1" dirty="0">
                <a:solidFill>
                  <a:srgbClr val="C30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600" b="1" noProof="0" dirty="0">
                <a:solidFill>
                  <a:srgbClr val="C30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России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926DA41-CD64-441A-BA11-A9D9A066E4AB}"/>
              </a:ext>
            </a:extLst>
          </p:cNvPr>
          <p:cNvSpPr txBox="1"/>
          <p:nvPr/>
        </p:nvSpPr>
        <p:spPr>
          <a:xfrm>
            <a:off x="2176810" y="3441661"/>
            <a:ext cx="64172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399"/>
              </a:spcBef>
              <a:buClr>
                <a:srgbClr val="006DBD"/>
              </a:buClr>
            </a:pPr>
            <a:r>
              <a:rPr lang="ru-RU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Лидер подготовки управленческих кадров для органов публичной власти</a:t>
            </a:r>
          </a:p>
        </p:txBody>
      </p:sp>
      <p:pic>
        <p:nvPicPr>
          <p:cNvPr id="148" name="Рисунок 147" descr="Изображение выглядит как Шрифт, Графика, графический дизайн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EBB3BEF-6DB4-4CD7-AB2C-14470E41204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164031" y="8276534"/>
            <a:ext cx="2847759" cy="908434"/>
          </a:xfrm>
          <a:prstGeom prst="rect">
            <a:avLst/>
          </a:prstGeom>
        </p:spPr>
      </p:pic>
      <p:pic>
        <p:nvPicPr>
          <p:cNvPr id="149" name="Рисунок 148" descr="Изображение выглядит как текст, Шрифт, Графика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A3D6E9A-6973-408F-80BF-428CED1D325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1735" y="8299505"/>
            <a:ext cx="1939620" cy="838800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4DE9BAEF-B8FE-488A-B2F7-CDD65B9AEDA1}"/>
              </a:ext>
            </a:extLst>
          </p:cNvPr>
          <p:cNvSpPr txBox="1"/>
          <p:nvPr/>
        </p:nvSpPr>
        <p:spPr>
          <a:xfrm>
            <a:off x="8783940" y="9375867"/>
            <a:ext cx="4577054" cy="584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6880">
              <a:spcBef>
                <a:spcPts val="600"/>
              </a:spcBef>
              <a:buClr>
                <a:srgbClr val="006EBE"/>
              </a:buClr>
            </a:pPr>
            <a:r>
              <a:rPr lang="ru-RU" sz="3198" b="1" noProof="0" dirty="0">
                <a:solidFill>
                  <a:srgbClr val="006D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Школа губернаторов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8593BA5-539A-40EF-B733-84D9C720BD94}"/>
              </a:ext>
            </a:extLst>
          </p:cNvPr>
          <p:cNvSpPr txBox="1"/>
          <p:nvPr/>
        </p:nvSpPr>
        <p:spPr>
          <a:xfrm>
            <a:off x="14004609" y="9375867"/>
            <a:ext cx="3282352" cy="584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6880">
              <a:spcBef>
                <a:spcPts val="600"/>
              </a:spcBef>
              <a:buClr>
                <a:srgbClr val="006EBE"/>
              </a:buClr>
            </a:pPr>
            <a:r>
              <a:rPr lang="ru-RU" sz="3198" b="1" noProof="0" dirty="0">
                <a:solidFill>
                  <a:srgbClr val="006DBD"/>
                </a:solidFill>
                <a:latin typeface="Arial"/>
              </a:rPr>
              <a:t>Школа мэров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234F396-42C9-4AFF-9829-5D169B9E9438}"/>
              </a:ext>
            </a:extLst>
          </p:cNvPr>
          <p:cNvSpPr txBox="1"/>
          <p:nvPr/>
        </p:nvSpPr>
        <p:spPr>
          <a:xfrm>
            <a:off x="2176810" y="5042614"/>
            <a:ext cx="690446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399"/>
              </a:spcBef>
              <a:buClr>
                <a:srgbClr val="006DBD"/>
              </a:buClr>
            </a:pPr>
            <a:r>
              <a:rPr lang="ru-RU" sz="2500" b="1" dirty="0">
                <a:solidFill>
                  <a:srgbClr val="C3034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№1</a:t>
            </a:r>
            <a:r>
              <a:rPr lang="ru-RU" sz="2500" dirty="0">
                <a:solidFill>
                  <a:srgbClr val="C3034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500" dirty="0">
                <a:ea typeface="Calibri" panose="020F0502020204030204" pitchFamily="34" charset="0"/>
                <a:cs typeface="Calibri" panose="020F0502020204030204" pitchFamily="34" charset="0"/>
              </a:rPr>
              <a:t>по количеству поданных заявлений от абитуриентов в 2023, 2024,</a:t>
            </a:r>
            <a:r>
              <a:rPr lang="en-US" sz="2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500" dirty="0">
                <a:ea typeface="Calibri" panose="020F0502020204030204" pitchFamily="34" charset="0"/>
                <a:cs typeface="Calibri" panose="020F0502020204030204" pitchFamily="34" charset="0"/>
              </a:rPr>
              <a:t>2025 годах</a:t>
            </a:r>
            <a:endParaRPr lang="ru-RU" sz="2500" noProof="0" dirty="0"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0491BB-E6F2-BA38-9B39-618AE03BF593}"/>
              </a:ext>
            </a:extLst>
          </p:cNvPr>
          <p:cNvSpPr txBox="1"/>
          <p:nvPr/>
        </p:nvSpPr>
        <p:spPr>
          <a:xfrm>
            <a:off x="11072467" y="2284522"/>
            <a:ext cx="43100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399"/>
              </a:spcBef>
              <a:buClr>
                <a:srgbClr val="006DBD"/>
              </a:buClr>
            </a:pPr>
            <a:r>
              <a:rPr lang="ru-RU" sz="2600" b="1" dirty="0">
                <a:solidFill>
                  <a:srgbClr val="006D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270 000 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обучающихся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13C5D9-1890-1822-A37A-FD0C1625F4C0}"/>
              </a:ext>
            </a:extLst>
          </p:cNvPr>
          <p:cNvSpPr txBox="1"/>
          <p:nvPr/>
        </p:nvSpPr>
        <p:spPr>
          <a:xfrm>
            <a:off x="11072467" y="3093433"/>
            <a:ext cx="614790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399"/>
              </a:spcBef>
              <a:buClr>
                <a:srgbClr val="006DBD"/>
              </a:buClr>
            </a:pPr>
            <a:r>
              <a:rPr lang="ru-RU" sz="2600" b="1" dirty="0">
                <a:solidFill>
                  <a:srgbClr val="006D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600" b="1" dirty="0">
                <a:solidFill>
                  <a:srgbClr val="006D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2600" b="1" dirty="0">
                <a:solidFill>
                  <a:srgbClr val="006D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000 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сотрудников, преподавателей и научных сотрудников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4AED27-B23D-28ED-B4A7-95FD3C5DEF3D}"/>
              </a:ext>
            </a:extLst>
          </p:cNvPr>
          <p:cNvSpPr txBox="1"/>
          <p:nvPr/>
        </p:nvSpPr>
        <p:spPr>
          <a:xfrm>
            <a:off x="11072467" y="4308944"/>
            <a:ext cx="527143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399"/>
              </a:spcBef>
              <a:buClr>
                <a:srgbClr val="006DBD"/>
              </a:buClr>
            </a:pPr>
            <a:r>
              <a:rPr lang="ru-RU" sz="2600" b="1" dirty="0">
                <a:solidFill>
                  <a:srgbClr val="006D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100 000 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абитуриентов ежегодно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77009B0D-4DA7-DE8F-C9C6-9F86603BE776}"/>
              </a:ext>
            </a:extLst>
          </p:cNvPr>
          <p:cNvGrpSpPr/>
          <p:nvPr/>
        </p:nvGrpSpPr>
        <p:grpSpPr>
          <a:xfrm>
            <a:off x="503567" y="1621917"/>
            <a:ext cx="1400934" cy="1400934"/>
            <a:chOff x="503568" y="1621917"/>
            <a:chExt cx="1400934" cy="1400934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AE290A79-F150-D0C8-7BB2-6ACC735C362B}"/>
                </a:ext>
              </a:extLst>
            </p:cNvPr>
            <p:cNvSpPr/>
            <p:nvPr/>
          </p:nvSpPr>
          <p:spPr>
            <a:xfrm>
              <a:off x="503568" y="1621917"/>
              <a:ext cx="1400934" cy="1400934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ru-RU" sz="1799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65" name="Группа 364">
              <a:extLst>
                <a:ext uri="{FF2B5EF4-FFF2-40B4-BE49-F238E27FC236}">
                  <a16:creationId xmlns:a16="http://schemas.microsoft.com/office/drawing/2014/main" id="{EF35EC35-B640-128B-C57E-CBD1569954DE}"/>
                </a:ext>
              </a:extLst>
            </p:cNvPr>
            <p:cNvGrpSpPr/>
            <p:nvPr/>
          </p:nvGrpSpPr>
          <p:grpSpPr>
            <a:xfrm>
              <a:off x="846071" y="2313720"/>
              <a:ext cx="719683" cy="297793"/>
              <a:chOff x="-970704" y="3293414"/>
              <a:chExt cx="719683" cy="297793"/>
            </a:xfrm>
          </p:grpSpPr>
          <p:sp>
            <p:nvSpPr>
              <p:cNvPr id="91" name="Полилиния: фигура 90">
                <a:extLst>
                  <a:ext uri="{FF2B5EF4-FFF2-40B4-BE49-F238E27FC236}">
                    <a16:creationId xmlns:a16="http://schemas.microsoft.com/office/drawing/2014/main" id="{F357F5C9-F098-94B5-2002-641C814C2962}"/>
                  </a:ext>
                </a:extLst>
              </p:cNvPr>
              <p:cNvSpPr/>
              <p:nvPr/>
            </p:nvSpPr>
            <p:spPr>
              <a:xfrm>
                <a:off x="-970704" y="3293414"/>
                <a:ext cx="68463" cy="68464"/>
              </a:xfrm>
              <a:custGeom>
                <a:avLst/>
                <a:gdLst>
                  <a:gd name="connsiteX0" fmla="*/ 0 w 291750"/>
                  <a:gd name="connsiteY0" fmla="*/ 0 h 291750"/>
                  <a:gd name="connsiteX1" fmla="*/ 291751 w 291750"/>
                  <a:gd name="connsiteY1" fmla="*/ 0 h 291750"/>
                  <a:gd name="connsiteX2" fmla="*/ 291751 w 291750"/>
                  <a:gd name="connsiteY2" fmla="*/ 291751 h 291750"/>
                  <a:gd name="connsiteX3" fmla="*/ 0 w 291750"/>
                  <a:gd name="connsiteY3" fmla="*/ 291751 h 29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750" h="291750">
                    <a:moveTo>
                      <a:pt x="0" y="0"/>
                    </a:moveTo>
                    <a:lnTo>
                      <a:pt x="291751" y="0"/>
                    </a:lnTo>
                    <a:lnTo>
                      <a:pt x="291751" y="291751"/>
                    </a:lnTo>
                    <a:lnTo>
                      <a:pt x="0" y="291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2" name="Полилиния: фигура 91">
                <a:extLst>
                  <a:ext uri="{FF2B5EF4-FFF2-40B4-BE49-F238E27FC236}">
                    <a16:creationId xmlns:a16="http://schemas.microsoft.com/office/drawing/2014/main" id="{4FBD61AC-55BB-B4DE-DF30-55DFD15D42CC}"/>
                  </a:ext>
                </a:extLst>
              </p:cNvPr>
              <p:cNvSpPr/>
              <p:nvPr/>
            </p:nvSpPr>
            <p:spPr>
              <a:xfrm>
                <a:off x="-970704" y="3408079"/>
                <a:ext cx="68463" cy="68464"/>
              </a:xfrm>
              <a:custGeom>
                <a:avLst/>
                <a:gdLst>
                  <a:gd name="connsiteX0" fmla="*/ 0 w 291750"/>
                  <a:gd name="connsiteY0" fmla="*/ 0 h 291750"/>
                  <a:gd name="connsiteX1" fmla="*/ 291751 w 291750"/>
                  <a:gd name="connsiteY1" fmla="*/ 0 h 291750"/>
                  <a:gd name="connsiteX2" fmla="*/ 291751 w 291750"/>
                  <a:gd name="connsiteY2" fmla="*/ 291751 h 291750"/>
                  <a:gd name="connsiteX3" fmla="*/ 0 w 291750"/>
                  <a:gd name="connsiteY3" fmla="*/ 291751 h 29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750" h="291750">
                    <a:moveTo>
                      <a:pt x="0" y="0"/>
                    </a:moveTo>
                    <a:lnTo>
                      <a:pt x="291751" y="0"/>
                    </a:lnTo>
                    <a:lnTo>
                      <a:pt x="291751" y="291751"/>
                    </a:lnTo>
                    <a:lnTo>
                      <a:pt x="0" y="291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3" name="Полилиния: фигура 92">
                <a:extLst>
                  <a:ext uri="{FF2B5EF4-FFF2-40B4-BE49-F238E27FC236}">
                    <a16:creationId xmlns:a16="http://schemas.microsoft.com/office/drawing/2014/main" id="{CDC49B93-6201-DD1F-3E08-1677F59BA574}"/>
                  </a:ext>
                </a:extLst>
              </p:cNvPr>
              <p:cNvSpPr/>
              <p:nvPr/>
            </p:nvSpPr>
            <p:spPr>
              <a:xfrm>
                <a:off x="-970704" y="3522743"/>
                <a:ext cx="68463" cy="68464"/>
              </a:xfrm>
              <a:custGeom>
                <a:avLst/>
                <a:gdLst>
                  <a:gd name="connsiteX0" fmla="*/ 0 w 291750"/>
                  <a:gd name="connsiteY0" fmla="*/ 0 h 291750"/>
                  <a:gd name="connsiteX1" fmla="*/ 291751 w 291750"/>
                  <a:gd name="connsiteY1" fmla="*/ 0 h 291750"/>
                  <a:gd name="connsiteX2" fmla="*/ 291751 w 291750"/>
                  <a:gd name="connsiteY2" fmla="*/ 291751 h 291750"/>
                  <a:gd name="connsiteX3" fmla="*/ 0 w 291750"/>
                  <a:gd name="connsiteY3" fmla="*/ 291751 h 29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750" h="291750">
                    <a:moveTo>
                      <a:pt x="0" y="0"/>
                    </a:moveTo>
                    <a:lnTo>
                      <a:pt x="291751" y="0"/>
                    </a:lnTo>
                    <a:lnTo>
                      <a:pt x="291751" y="291751"/>
                    </a:lnTo>
                    <a:lnTo>
                      <a:pt x="0" y="291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4" name="Полилиния: фигура 93">
                <a:extLst>
                  <a:ext uri="{FF2B5EF4-FFF2-40B4-BE49-F238E27FC236}">
                    <a16:creationId xmlns:a16="http://schemas.microsoft.com/office/drawing/2014/main" id="{76BCFE5E-7DFB-C479-AFE2-19ECFBBE432C}"/>
                  </a:ext>
                </a:extLst>
              </p:cNvPr>
              <p:cNvSpPr/>
              <p:nvPr/>
            </p:nvSpPr>
            <p:spPr>
              <a:xfrm>
                <a:off x="-319484" y="3293414"/>
                <a:ext cx="68463" cy="68464"/>
              </a:xfrm>
              <a:custGeom>
                <a:avLst/>
                <a:gdLst>
                  <a:gd name="connsiteX0" fmla="*/ 0 w 291750"/>
                  <a:gd name="connsiteY0" fmla="*/ 0 h 291750"/>
                  <a:gd name="connsiteX1" fmla="*/ 291751 w 291750"/>
                  <a:gd name="connsiteY1" fmla="*/ 0 h 291750"/>
                  <a:gd name="connsiteX2" fmla="*/ 291751 w 291750"/>
                  <a:gd name="connsiteY2" fmla="*/ 291751 h 291750"/>
                  <a:gd name="connsiteX3" fmla="*/ 0 w 291750"/>
                  <a:gd name="connsiteY3" fmla="*/ 291751 h 29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750" h="291750">
                    <a:moveTo>
                      <a:pt x="0" y="0"/>
                    </a:moveTo>
                    <a:lnTo>
                      <a:pt x="291751" y="0"/>
                    </a:lnTo>
                    <a:lnTo>
                      <a:pt x="291751" y="291751"/>
                    </a:lnTo>
                    <a:lnTo>
                      <a:pt x="0" y="291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5" name="Полилиния: фигура 94">
                <a:extLst>
                  <a:ext uri="{FF2B5EF4-FFF2-40B4-BE49-F238E27FC236}">
                    <a16:creationId xmlns:a16="http://schemas.microsoft.com/office/drawing/2014/main" id="{3D97B847-E889-0F1F-05B3-1F7B21744B76}"/>
                  </a:ext>
                </a:extLst>
              </p:cNvPr>
              <p:cNvSpPr/>
              <p:nvPr/>
            </p:nvSpPr>
            <p:spPr>
              <a:xfrm>
                <a:off x="-319484" y="3408079"/>
                <a:ext cx="68463" cy="68464"/>
              </a:xfrm>
              <a:custGeom>
                <a:avLst/>
                <a:gdLst>
                  <a:gd name="connsiteX0" fmla="*/ 0 w 291750"/>
                  <a:gd name="connsiteY0" fmla="*/ 0 h 291750"/>
                  <a:gd name="connsiteX1" fmla="*/ 291751 w 291750"/>
                  <a:gd name="connsiteY1" fmla="*/ 0 h 291750"/>
                  <a:gd name="connsiteX2" fmla="*/ 291751 w 291750"/>
                  <a:gd name="connsiteY2" fmla="*/ 291751 h 291750"/>
                  <a:gd name="connsiteX3" fmla="*/ 0 w 291750"/>
                  <a:gd name="connsiteY3" fmla="*/ 291751 h 29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750" h="291750">
                    <a:moveTo>
                      <a:pt x="0" y="0"/>
                    </a:moveTo>
                    <a:lnTo>
                      <a:pt x="291751" y="0"/>
                    </a:lnTo>
                    <a:lnTo>
                      <a:pt x="291751" y="291751"/>
                    </a:lnTo>
                    <a:lnTo>
                      <a:pt x="0" y="291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6" name="Полилиния: фигура 95">
                <a:extLst>
                  <a:ext uri="{FF2B5EF4-FFF2-40B4-BE49-F238E27FC236}">
                    <a16:creationId xmlns:a16="http://schemas.microsoft.com/office/drawing/2014/main" id="{C4DE15C3-1CAB-42A8-9DF3-390A5C6822DD}"/>
                  </a:ext>
                </a:extLst>
              </p:cNvPr>
              <p:cNvSpPr/>
              <p:nvPr/>
            </p:nvSpPr>
            <p:spPr>
              <a:xfrm>
                <a:off x="-319484" y="3522743"/>
                <a:ext cx="68463" cy="68464"/>
              </a:xfrm>
              <a:custGeom>
                <a:avLst/>
                <a:gdLst>
                  <a:gd name="connsiteX0" fmla="*/ 0 w 291750"/>
                  <a:gd name="connsiteY0" fmla="*/ 0 h 291750"/>
                  <a:gd name="connsiteX1" fmla="*/ 291751 w 291750"/>
                  <a:gd name="connsiteY1" fmla="*/ 0 h 291750"/>
                  <a:gd name="connsiteX2" fmla="*/ 291751 w 291750"/>
                  <a:gd name="connsiteY2" fmla="*/ 291751 h 291750"/>
                  <a:gd name="connsiteX3" fmla="*/ 0 w 291750"/>
                  <a:gd name="connsiteY3" fmla="*/ 291751 h 29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750" h="291750">
                    <a:moveTo>
                      <a:pt x="0" y="0"/>
                    </a:moveTo>
                    <a:lnTo>
                      <a:pt x="291751" y="0"/>
                    </a:lnTo>
                    <a:lnTo>
                      <a:pt x="291751" y="291751"/>
                    </a:lnTo>
                    <a:lnTo>
                      <a:pt x="0" y="291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85" name="Полилиния: фигура 84">
              <a:extLst>
                <a:ext uri="{FF2B5EF4-FFF2-40B4-BE49-F238E27FC236}">
                  <a16:creationId xmlns:a16="http://schemas.microsoft.com/office/drawing/2014/main" id="{28D20AC1-1CB0-EC92-BD9B-43E79F3655F8}"/>
                </a:ext>
              </a:extLst>
            </p:cNvPr>
            <p:cNvSpPr/>
            <p:nvPr/>
          </p:nvSpPr>
          <p:spPr>
            <a:xfrm>
              <a:off x="937042" y="1882054"/>
              <a:ext cx="539372" cy="170455"/>
            </a:xfrm>
            <a:custGeom>
              <a:avLst/>
              <a:gdLst>
                <a:gd name="connsiteX0" fmla="*/ 2298478 w 2298477"/>
                <a:gd name="connsiteY0" fmla="*/ 726377 h 726376"/>
                <a:gd name="connsiteX1" fmla="*/ 0 w 2298477"/>
                <a:gd name="connsiteY1" fmla="*/ 726377 h 726376"/>
                <a:gd name="connsiteX2" fmla="*/ 0 w 2298477"/>
                <a:gd name="connsiteY2" fmla="*/ 439103 h 726376"/>
                <a:gd name="connsiteX3" fmla="*/ 1149287 w 2298477"/>
                <a:gd name="connsiteY3" fmla="*/ 0 h 726376"/>
                <a:gd name="connsiteX4" fmla="*/ 2298478 w 2298477"/>
                <a:gd name="connsiteY4" fmla="*/ 439103 h 726376"/>
                <a:gd name="connsiteX5" fmla="*/ 2298478 w 2298477"/>
                <a:gd name="connsiteY5" fmla="*/ 726377 h 72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8477" h="726376">
                  <a:moveTo>
                    <a:pt x="2298478" y="726377"/>
                  </a:moveTo>
                  <a:lnTo>
                    <a:pt x="0" y="726377"/>
                  </a:lnTo>
                  <a:lnTo>
                    <a:pt x="0" y="439103"/>
                  </a:lnTo>
                  <a:lnTo>
                    <a:pt x="1149287" y="0"/>
                  </a:lnTo>
                  <a:lnTo>
                    <a:pt x="2298478" y="439103"/>
                  </a:lnTo>
                  <a:lnTo>
                    <a:pt x="2298478" y="726377"/>
                  </a:lnTo>
                  <a:close/>
                </a:path>
              </a:pathLst>
            </a:custGeom>
            <a:noFill/>
            <a:ln w="2222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: фигура 85">
              <a:extLst>
                <a:ext uri="{FF2B5EF4-FFF2-40B4-BE49-F238E27FC236}">
                  <a16:creationId xmlns:a16="http://schemas.microsoft.com/office/drawing/2014/main" id="{6E2A429A-5304-7F3D-5F52-DF3AB657DA2E}"/>
                </a:ext>
              </a:extLst>
            </p:cNvPr>
            <p:cNvSpPr/>
            <p:nvPr/>
          </p:nvSpPr>
          <p:spPr>
            <a:xfrm>
              <a:off x="1458175" y="2122701"/>
              <a:ext cx="231409" cy="158698"/>
            </a:xfrm>
            <a:custGeom>
              <a:avLst/>
              <a:gdLst>
                <a:gd name="connsiteX0" fmla="*/ 0 w 986123"/>
                <a:gd name="connsiteY0" fmla="*/ 0 h 676274"/>
                <a:gd name="connsiteX1" fmla="*/ 986123 w 986123"/>
                <a:gd name="connsiteY1" fmla="*/ 376809 h 676274"/>
                <a:gd name="connsiteX2" fmla="*/ 986123 w 986123"/>
                <a:gd name="connsiteY2" fmla="*/ 676275 h 676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6123" h="676274">
                  <a:moveTo>
                    <a:pt x="0" y="0"/>
                  </a:moveTo>
                  <a:lnTo>
                    <a:pt x="986123" y="376809"/>
                  </a:lnTo>
                  <a:lnTo>
                    <a:pt x="986123" y="676275"/>
                  </a:lnTo>
                </a:path>
              </a:pathLst>
            </a:custGeom>
            <a:noFill/>
            <a:ln w="2222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: фигура 86">
              <a:extLst>
                <a:ext uri="{FF2B5EF4-FFF2-40B4-BE49-F238E27FC236}">
                  <a16:creationId xmlns:a16="http://schemas.microsoft.com/office/drawing/2014/main" id="{2E0C1CE0-D888-A9DA-9441-A682EE6504E7}"/>
                </a:ext>
              </a:extLst>
            </p:cNvPr>
            <p:cNvSpPr/>
            <p:nvPr/>
          </p:nvSpPr>
          <p:spPr>
            <a:xfrm>
              <a:off x="718486" y="2122701"/>
              <a:ext cx="231409" cy="158698"/>
            </a:xfrm>
            <a:custGeom>
              <a:avLst/>
              <a:gdLst>
                <a:gd name="connsiteX0" fmla="*/ 986123 w 986123"/>
                <a:gd name="connsiteY0" fmla="*/ 0 h 676274"/>
                <a:gd name="connsiteX1" fmla="*/ 0 w 986123"/>
                <a:gd name="connsiteY1" fmla="*/ 376809 h 676274"/>
                <a:gd name="connsiteX2" fmla="*/ 0 w 986123"/>
                <a:gd name="connsiteY2" fmla="*/ 676275 h 676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6123" h="676274">
                  <a:moveTo>
                    <a:pt x="986123" y="0"/>
                  </a:moveTo>
                  <a:lnTo>
                    <a:pt x="0" y="376809"/>
                  </a:lnTo>
                  <a:lnTo>
                    <a:pt x="0" y="676275"/>
                  </a:lnTo>
                </a:path>
              </a:pathLst>
            </a:custGeom>
            <a:noFill/>
            <a:ln w="2222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: фигура 87">
              <a:extLst>
                <a:ext uri="{FF2B5EF4-FFF2-40B4-BE49-F238E27FC236}">
                  <a16:creationId xmlns:a16="http://schemas.microsoft.com/office/drawing/2014/main" id="{98E22AE9-E74C-3ECB-D131-D553FD22AC2E}"/>
                </a:ext>
              </a:extLst>
            </p:cNvPr>
            <p:cNvSpPr/>
            <p:nvPr/>
          </p:nvSpPr>
          <p:spPr>
            <a:xfrm>
              <a:off x="992252" y="2051219"/>
              <a:ext cx="428954" cy="627506"/>
            </a:xfrm>
            <a:custGeom>
              <a:avLst/>
              <a:gdLst>
                <a:gd name="connsiteX0" fmla="*/ 0 w 1827942"/>
                <a:gd name="connsiteY0" fmla="*/ 0 h 2674048"/>
                <a:gd name="connsiteX1" fmla="*/ 1827943 w 1827942"/>
                <a:gd name="connsiteY1" fmla="*/ 0 h 2674048"/>
                <a:gd name="connsiteX2" fmla="*/ 1827943 w 1827942"/>
                <a:gd name="connsiteY2" fmla="*/ 2674049 h 2674048"/>
                <a:gd name="connsiteX3" fmla="*/ 0 w 1827942"/>
                <a:gd name="connsiteY3" fmla="*/ 2674049 h 2674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942" h="2674048">
                  <a:moveTo>
                    <a:pt x="0" y="0"/>
                  </a:moveTo>
                  <a:lnTo>
                    <a:pt x="1827943" y="0"/>
                  </a:lnTo>
                  <a:lnTo>
                    <a:pt x="1827943" y="2674049"/>
                  </a:lnTo>
                  <a:lnTo>
                    <a:pt x="0" y="2674049"/>
                  </a:lnTo>
                  <a:close/>
                </a:path>
              </a:pathLst>
            </a:custGeom>
            <a:noFill/>
            <a:ln w="2222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Полилиния: фигура 88">
              <a:extLst>
                <a:ext uri="{FF2B5EF4-FFF2-40B4-BE49-F238E27FC236}">
                  <a16:creationId xmlns:a16="http://schemas.microsoft.com/office/drawing/2014/main" id="{19931875-A478-0E44-D3BA-5630B73A84D9}"/>
                </a:ext>
              </a:extLst>
            </p:cNvPr>
            <p:cNvSpPr/>
            <p:nvPr/>
          </p:nvSpPr>
          <p:spPr>
            <a:xfrm>
              <a:off x="1421205" y="2251201"/>
              <a:ext cx="218824" cy="427524"/>
            </a:xfrm>
            <a:custGeom>
              <a:avLst/>
              <a:gdLst>
                <a:gd name="connsiteX0" fmla="*/ 0 w 932497"/>
                <a:gd name="connsiteY0" fmla="*/ 0 h 1821846"/>
                <a:gd name="connsiteX1" fmla="*/ 932497 w 932497"/>
                <a:gd name="connsiteY1" fmla="*/ 0 h 1821846"/>
                <a:gd name="connsiteX2" fmla="*/ 932497 w 932497"/>
                <a:gd name="connsiteY2" fmla="*/ 1821847 h 1821846"/>
                <a:gd name="connsiteX3" fmla="*/ 0 w 932497"/>
                <a:gd name="connsiteY3" fmla="*/ 1821847 h 1821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2497" h="1821846">
                  <a:moveTo>
                    <a:pt x="0" y="0"/>
                  </a:moveTo>
                  <a:lnTo>
                    <a:pt x="932497" y="0"/>
                  </a:lnTo>
                  <a:lnTo>
                    <a:pt x="932497" y="1821847"/>
                  </a:lnTo>
                  <a:lnTo>
                    <a:pt x="0" y="1821847"/>
                  </a:lnTo>
                  <a:close/>
                </a:path>
              </a:pathLst>
            </a:custGeom>
            <a:noFill/>
            <a:ln w="2222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: фигура 89">
              <a:extLst>
                <a:ext uri="{FF2B5EF4-FFF2-40B4-BE49-F238E27FC236}">
                  <a16:creationId xmlns:a16="http://schemas.microsoft.com/office/drawing/2014/main" id="{F5C8425D-13D4-3838-513A-8300D62302BC}"/>
                </a:ext>
              </a:extLst>
            </p:cNvPr>
            <p:cNvSpPr/>
            <p:nvPr/>
          </p:nvSpPr>
          <p:spPr>
            <a:xfrm>
              <a:off x="773427" y="2251201"/>
              <a:ext cx="218824" cy="427524"/>
            </a:xfrm>
            <a:custGeom>
              <a:avLst/>
              <a:gdLst>
                <a:gd name="connsiteX0" fmla="*/ 0 w 932497"/>
                <a:gd name="connsiteY0" fmla="*/ 0 h 1821846"/>
                <a:gd name="connsiteX1" fmla="*/ 932498 w 932497"/>
                <a:gd name="connsiteY1" fmla="*/ 0 h 1821846"/>
                <a:gd name="connsiteX2" fmla="*/ 932498 w 932497"/>
                <a:gd name="connsiteY2" fmla="*/ 1821847 h 1821846"/>
                <a:gd name="connsiteX3" fmla="*/ 0 w 932497"/>
                <a:gd name="connsiteY3" fmla="*/ 1821847 h 1821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2497" h="1821846">
                  <a:moveTo>
                    <a:pt x="0" y="0"/>
                  </a:moveTo>
                  <a:lnTo>
                    <a:pt x="932498" y="0"/>
                  </a:lnTo>
                  <a:lnTo>
                    <a:pt x="932498" y="1821847"/>
                  </a:lnTo>
                  <a:lnTo>
                    <a:pt x="0" y="1821847"/>
                  </a:lnTo>
                  <a:close/>
                </a:path>
              </a:pathLst>
            </a:custGeom>
            <a:noFill/>
            <a:ln w="2222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: фигура 96">
              <a:extLst>
                <a:ext uri="{FF2B5EF4-FFF2-40B4-BE49-F238E27FC236}">
                  <a16:creationId xmlns:a16="http://schemas.microsoft.com/office/drawing/2014/main" id="{49986C22-6957-B95F-2AC2-F28436B51FCA}"/>
                </a:ext>
              </a:extLst>
            </p:cNvPr>
            <p:cNvSpPr/>
            <p:nvPr/>
          </p:nvSpPr>
          <p:spPr>
            <a:xfrm>
              <a:off x="1108190" y="2445394"/>
              <a:ext cx="197076" cy="233331"/>
            </a:xfrm>
            <a:custGeom>
              <a:avLst/>
              <a:gdLst>
                <a:gd name="connsiteX0" fmla="*/ 0 w 839819"/>
                <a:gd name="connsiteY0" fmla="*/ 994315 h 994314"/>
                <a:gd name="connsiteX1" fmla="*/ 0 w 839819"/>
                <a:gd name="connsiteY1" fmla="*/ 0 h 994314"/>
                <a:gd name="connsiteX2" fmla="*/ 839819 w 839819"/>
                <a:gd name="connsiteY2" fmla="*/ 0 h 994314"/>
                <a:gd name="connsiteX3" fmla="*/ 839819 w 839819"/>
                <a:gd name="connsiteY3" fmla="*/ 994315 h 99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9819" h="994314">
                  <a:moveTo>
                    <a:pt x="0" y="994315"/>
                  </a:moveTo>
                  <a:lnTo>
                    <a:pt x="0" y="0"/>
                  </a:lnTo>
                  <a:lnTo>
                    <a:pt x="839819" y="0"/>
                  </a:lnTo>
                  <a:lnTo>
                    <a:pt x="839819" y="994315"/>
                  </a:lnTo>
                </a:path>
              </a:pathLst>
            </a:custGeom>
            <a:noFill/>
            <a:ln w="1587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97">
              <a:extLst>
                <a:ext uri="{FF2B5EF4-FFF2-40B4-BE49-F238E27FC236}">
                  <a16:creationId xmlns:a16="http://schemas.microsoft.com/office/drawing/2014/main" id="{60B6406D-5253-EB09-4F2C-5AC52382DE4B}"/>
                </a:ext>
              </a:extLst>
            </p:cNvPr>
            <p:cNvSpPr/>
            <p:nvPr/>
          </p:nvSpPr>
          <p:spPr>
            <a:xfrm>
              <a:off x="1059902" y="2225251"/>
              <a:ext cx="27275" cy="162392"/>
            </a:xfrm>
            <a:custGeom>
              <a:avLst/>
              <a:gdLst>
                <a:gd name="connsiteX0" fmla="*/ 77093 w 116228"/>
                <a:gd name="connsiteY0" fmla="*/ 17050 h 692015"/>
                <a:gd name="connsiteX1" fmla="*/ 75189 w 116228"/>
                <a:gd name="connsiteY1" fmla="*/ 30766 h 692015"/>
                <a:gd name="connsiteX2" fmla="*/ 74998 w 116228"/>
                <a:gd name="connsiteY2" fmla="*/ 97631 h 692015"/>
                <a:gd name="connsiteX3" fmla="*/ 86999 w 116228"/>
                <a:gd name="connsiteY3" fmla="*/ 128302 h 692015"/>
                <a:gd name="connsiteX4" fmla="*/ 92810 w 116228"/>
                <a:gd name="connsiteY4" fmla="*/ 178213 h 692015"/>
                <a:gd name="connsiteX5" fmla="*/ 84999 w 116228"/>
                <a:gd name="connsiteY5" fmla="*/ 205645 h 692015"/>
                <a:gd name="connsiteX6" fmla="*/ 101382 w 116228"/>
                <a:gd name="connsiteY6" fmla="*/ 496824 h 692015"/>
                <a:gd name="connsiteX7" fmla="*/ 115956 w 116228"/>
                <a:gd name="connsiteY7" fmla="*/ 648748 h 692015"/>
                <a:gd name="connsiteX8" fmla="*/ 95572 w 116228"/>
                <a:gd name="connsiteY8" fmla="*/ 683705 h 692015"/>
                <a:gd name="connsiteX9" fmla="*/ 30421 w 116228"/>
                <a:gd name="connsiteY9" fmla="*/ 687896 h 692015"/>
                <a:gd name="connsiteX10" fmla="*/ 417 w 116228"/>
                <a:gd name="connsiteY10" fmla="*/ 644366 h 692015"/>
                <a:gd name="connsiteX11" fmla="*/ 20610 w 116228"/>
                <a:gd name="connsiteY11" fmla="*/ 443389 h 692015"/>
                <a:gd name="connsiteX12" fmla="*/ 34707 w 116228"/>
                <a:gd name="connsiteY12" fmla="*/ 293275 h 692015"/>
                <a:gd name="connsiteX13" fmla="*/ 29754 w 116228"/>
                <a:gd name="connsiteY13" fmla="*/ 190976 h 692015"/>
                <a:gd name="connsiteX14" fmla="*/ 23182 w 116228"/>
                <a:gd name="connsiteY14" fmla="*/ 178975 h 692015"/>
                <a:gd name="connsiteX15" fmla="*/ 28611 w 116228"/>
                <a:gd name="connsiteY15" fmla="*/ 127063 h 692015"/>
                <a:gd name="connsiteX16" fmla="*/ 38612 w 116228"/>
                <a:gd name="connsiteY16" fmla="*/ 103251 h 692015"/>
                <a:gd name="connsiteX17" fmla="*/ 39374 w 116228"/>
                <a:gd name="connsiteY17" fmla="*/ 18859 h 692015"/>
                <a:gd name="connsiteX18" fmla="*/ 31373 w 116228"/>
                <a:gd name="connsiteY18" fmla="*/ 0 h 692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6228" h="692015">
                  <a:moveTo>
                    <a:pt x="77093" y="17050"/>
                  </a:moveTo>
                  <a:cubicBezTo>
                    <a:pt x="76331" y="22193"/>
                    <a:pt x="75189" y="26479"/>
                    <a:pt x="75189" y="30766"/>
                  </a:cubicBezTo>
                  <a:cubicBezTo>
                    <a:pt x="74998" y="53054"/>
                    <a:pt x="75569" y="75343"/>
                    <a:pt x="74998" y="97631"/>
                  </a:cubicBezTo>
                  <a:cubicBezTo>
                    <a:pt x="74617" y="109918"/>
                    <a:pt x="76903" y="119443"/>
                    <a:pt x="86999" y="128302"/>
                  </a:cubicBezTo>
                  <a:cubicBezTo>
                    <a:pt x="101382" y="141065"/>
                    <a:pt x="101763" y="161163"/>
                    <a:pt x="92810" y="178213"/>
                  </a:cubicBezTo>
                  <a:cubicBezTo>
                    <a:pt x="88428" y="186500"/>
                    <a:pt x="85761" y="196310"/>
                    <a:pt x="84999" y="205645"/>
                  </a:cubicBezTo>
                  <a:cubicBezTo>
                    <a:pt x="76712" y="303467"/>
                    <a:pt x="91762" y="399955"/>
                    <a:pt x="101382" y="496824"/>
                  </a:cubicBezTo>
                  <a:cubicBezTo>
                    <a:pt x="106431" y="547402"/>
                    <a:pt x="110717" y="598075"/>
                    <a:pt x="115956" y="648748"/>
                  </a:cubicBezTo>
                  <a:cubicBezTo>
                    <a:pt x="117765" y="665988"/>
                    <a:pt x="110526" y="676847"/>
                    <a:pt x="95572" y="683705"/>
                  </a:cubicBezTo>
                  <a:cubicBezTo>
                    <a:pt x="74427" y="693515"/>
                    <a:pt x="52519" y="694277"/>
                    <a:pt x="30421" y="687896"/>
                  </a:cubicBezTo>
                  <a:cubicBezTo>
                    <a:pt x="5561" y="680657"/>
                    <a:pt x="-1964" y="670179"/>
                    <a:pt x="417" y="644366"/>
                  </a:cubicBezTo>
                  <a:cubicBezTo>
                    <a:pt x="6799" y="577310"/>
                    <a:pt x="13943" y="510445"/>
                    <a:pt x="20610" y="443389"/>
                  </a:cubicBezTo>
                  <a:cubicBezTo>
                    <a:pt x="25658" y="393383"/>
                    <a:pt x="32326" y="343376"/>
                    <a:pt x="34707" y="293275"/>
                  </a:cubicBezTo>
                  <a:cubicBezTo>
                    <a:pt x="36327" y="259366"/>
                    <a:pt x="31945" y="225076"/>
                    <a:pt x="29754" y="190976"/>
                  </a:cubicBezTo>
                  <a:cubicBezTo>
                    <a:pt x="29468" y="186880"/>
                    <a:pt x="25563" y="182880"/>
                    <a:pt x="23182" y="178975"/>
                  </a:cubicBezTo>
                  <a:cubicBezTo>
                    <a:pt x="12990" y="162020"/>
                    <a:pt x="15943" y="142018"/>
                    <a:pt x="28611" y="127063"/>
                  </a:cubicBezTo>
                  <a:cubicBezTo>
                    <a:pt x="33945" y="120682"/>
                    <a:pt x="38231" y="111442"/>
                    <a:pt x="38612" y="103251"/>
                  </a:cubicBezTo>
                  <a:cubicBezTo>
                    <a:pt x="39851" y="75152"/>
                    <a:pt x="38422" y="46958"/>
                    <a:pt x="39374" y="18859"/>
                  </a:cubicBezTo>
                  <a:cubicBezTo>
                    <a:pt x="39660" y="9430"/>
                    <a:pt x="37469" y="4000"/>
                    <a:pt x="31373" y="0"/>
                  </a:cubicBezTo>
                </a:path>
              </a:pathLst>
            </a:custGeom>
            <a:solidFill>
              <a:srgbClr val="FFFFFF"/>
            </a:solidFill>
            <a:ln w="158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98">
              <a:extLst>
                <a:ext uri="{FF2B5EF4-FFF2-40B4-BE49-F238E27FC236}">
                  <a16:creationId xmlns:a16="http://schemas.microsoft.com/office/drawing/2014/main" id="{1D01001C-059C-A154-388F-1A15DF5BB442}"/>
                </a:ext>
              </a:extLst>
            </p:cNvPr>
            <p:cNvSpPr/>
            <p:nvPr/>
          </p:nvSpPr>
          <p:spPr>
            <a:xfrm>
              <a:off x="1045091" y="2145814"/>
              <a:ext cx="323274" cy="119919"/>
            </a:xfrm>
            <a:custGeom>
              <a:avLst/>
              <a:gdLst>
                <a:gd name="connsiteX0" fmla="*/ 10192 w 1377600"/>
                <a:gd name="connsiteY0" fmla="*/ 260027 h 511022"/>
                <a:gd name="connsiteX1" fmla="*/ 0 w 1377600"/>
                <a:gd name="connsiteY1" fmla="*/ 255360 h 511022"/>
                <a:gd name="connsiteX2" fmla="*/ 115538 w 1377600"/>
                <a:gd name="connsiteY2" fmla="*/ 212021 h 511022"/>
                <a:gd name="connsiteX3" fmla="*/ 673513 w 1377600"/>
                <a:gd name="connsiteY3" fmla="*/ 3424 h 511022"/>
                <a:gd name="connsiteX4" fmla="*/ 701230 w 1377600"/>
                <a:gd name="connsiteY4" fmla="*/ 2185 h 511022"/>
                <a:gd name="connsiteX5" fmla="*/ 1363980 w 1377600"/>
                <a:gd name="connsiteY5" fmla="*/ 250121 h 511022"/>
                <a:gd name="connsiteX6" fmla="*/ 1377601 w 1377600"/>
                <a:gd name="connsiteY6" fmla="*/ 255646 h 511022"/>
                <a:gd name="connsiteX7" fmla="*/ 1317212 w 1377600"/>
                <a:gd name="connsiteY7" fmla="*/ 278601 h 511022"/>
                <a:gd name="connsiteX8" fmla="*/ 702564 w 1377600"/>
                <a:gd name="connsiteY8" fmla="*/ 508344 h 511022"/>
                <a:gd name="connsiteX9" fmla="*/ 674942 w 1377600"/>
                <a:gd name="connsiteY9" fmla="*/ 508344 h 511022"/>
                <a:gd name="connsiteX10" fmla="*/ 10192 w 1377600"/>
                <a:gd name="connsiteY10" fmla="*/ 260027 h 511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77600" h="511022">
                  <a:moveTo>
                    <a:pt x="10192" y="260027"/>
                  </a:moveTo>
                  <a:cubicBezTo>
                    <a:pt x="7715" y="259075"/>
                    <a:pt x="5429" y="257836"/>
                    <a:pt x="0" y="255360"/>
                  </a:cubicBezTo>
                  <a:cubicBezTo>
                    <a:pt x="40291" y="240215"/>
                    <a:pt x="77914" y="226118"/>
                    <a:pt x="115538" y="212021"/>
                  </a:cubicBezTo>
                  <a:cubicBezTo>
                    <a:pt x="301562" y="142489"/>
                    <a:pt x="487585" y="73051"/>
                    <a:pt x="673513" y="3424"/>
                  </a:cubicBezTo>
                  <a:cubicBezTo>
                    <a:pt x="682847" y="-101"/>
                    <a:pt x="691229" y="-1529"/>
                    <a:pt x="701230" y="2185"/>
                  </a:cubicBezTo>
                  <a:cubicBezTo>
                    <a:pt x="922020" y="85053"/>
                    <a:pt x="1143000" y="167539"/>
                    <a:pt x="1363980" y="250121"/>
                  </a:cubicBezTo>
                  <a:cubicBezTo>
                    <a:pt x="1367599" y="251455"/>
                    <a:pt x="1371124" y="252979"/>
                    <a:pt x="1377601" y="255646"/>
                  </a:cubicBezTo>
                  <a:cubicBezTo>
                    <a:pt x="1355693" y="263932"/>
                    <a:pt x="1336548" y="271362"/>
                    <a:pt x="1317212" y="278601"/>
                  </a:cubicBezTo>
                  <a:cubicBezTo>
                    <a:pt x="1112330" y="355182"/>
                    <a:pt x="907351" y="431572"/>
                    <a:pt x="702564" y="508344"/>
                  </a:cubicBezTo>
                  <a:cubicBezTo>
                    <a:pt x="692849" y="511963"/>
                    <a:pt x="684562" y="511868"/>
                    <a:pt x="674942" y="508344"/>
                  </a:cubicBezTo>
                  <a:cubicBezTo>
                    <a:pt x="537496" y="456718"/>
                    <a:pt x="77153" y="284887"/>
                    <a:pt x="10192" y="260027"/>
                  </a:cubicBezTo>
                  <a:close/>
                </a:path>
              </a:pathLst>
            </a:custGeom>
            <a:noFill/>
            <a:ln w="2222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00" name="Полилиния: фигура 99">
              <a:extLst>
                <a:ext uri="{FF2B5EF4-FFF2-40B4-BE49-F238E27FC236}">
                  <a16:creationId xmlns:a16="http://schemas.microsoft.com/office/drawing/2014/main" id="{33CA0E90-17F1-A3AF-7F51-D709C530D6F8}"/>
                </a:ext>
              </a:extLst>
            </p:cNvPr>
            <p:cNvSpPr/>
            <p:nvPr/>
          </p:nvSpPr>
          <p:spPr>
            <a:xfrm>
              <a:off x="1124522" y="2245457"/>
              <a:ext cx="164366" cy="81395"/>
            </a:xfrm>
            <a:custGeom>
              <a:avLst/>
              <a:gdLst>
                <a:gd name="connsiteX0" fmla="*/ 698502 w 700430"/>
                <a:gd name="connsiteY0" fmla="*/ 857 h 346856"/>
                <a:gd name="connsiteX1" fmla="*/ 700311 w 700430"/>
                <a:gd name="connsiteY1" fmla="*/ 5239 h 346856"/>
                <a:gd name="connsiteX2" fmla="*/ 699264 w 700430"/>
                <a:gd name="connsiteY2" fmla="*/ 152972 h 346856"/>
                <a:gd name="connsiteX3" fmla="*/ 661259 w 700430"/>
                <a:gd name="connsiteY3" fmla="*/ 233744 h 346856"/>
                <a:gd name="connsiteX4" fmla="*/ 506382 w 700430"/>
                <a:gd name="connsiteY4" fmla="*/ 324041 h 346856"/>
                <a:gd name="connsiteX5" fmla="*/ 134336 w 700430"/>
                <a:gd name="connsiteY5" fmla="*/ 301657 h 346856"/>
                <a:gd name="connsiteX6" fmla="*/ 25846 w 700430"/>
                <a:gd name="connsiteY6" fmla="*/ 216408 h 346856"/>
                <a:gd name="connsiteX7" fmla="*/ 33 w 700430"/>
                <a:gd name="connsiteY7" fmla="*/ 133636 h 346856"/>
                <a:gd name="connsiteX8" fmla="*/ 224 w 700430"/>
                <a:gd name="connsiteY8" fmla="*/ 14859 h 346856"/>
                <a:gd name="connsiteX9" fmla="*/ 224 w 700430"/>
                <a:gd name="connsiteY9" fmla="*/ 0 h 346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0430" h="346856">
                  <a:moveTo>
                    <a:pt x="698502" y="857"/>
                  </a:moveTo>
                  <a:cubicBezTo>
                    <a:pt x="699454" y="3048"/>
                    <a:pt x="700311" y="4096"/>
                    <a:pt x="700311" y="5239"/>
                  </a:cubicBezTo>
                  <a:cubicBezTo>
                    <a:pt x="700121" y="54483"/>
                    <a:pt x="701169" y="103823"/>
                    <a:pt x="699264" y="152972"/>
                  </a:cubicBezTo>
                  <a:cubicBezTo>
                    <a:pt x="698026" y="184309"/>
                    <a:pt x="681928" y="210693"/>
                    <a:pt x="661259" y="233744"/>
                  </a:cubicBezTo>
                  <a:cubicBezTo>
                    <a:pt x="619349" y="280416"/>
                    <a:pt x="565628" y="307467"/>
                    <a:pt x="506382" y="324041"/>
                  </a:cubicBezTo>
                  <a:cubicBezTo>
                    <a:pt x="379986" y="359569"/>
                    <a:pt x="255399" y="354711"/>
                    <a:pt x="134336" y="301657"/>
                  </a:cubicBezTo>
                  <a:cubicBezTo>
                    <a:pt x="91188" y="282702"/>
                    <a:pt x="53183" y="256032"/>
                    <a:pt x="25846" y="216408"/>
                  </a:cubicBezTo>
                  <a:cubicBezTo>
                    <a:pt x="8701" y="191548"/>
                    <a:pt x="-633" y="164402"/>
                    <a:pt x="33" y="133636"/>
                  </a:cubicBezTo>
                  <a:cubicBezTo>
                    <a:pt x="795" y="94107"/>
                    <a:pt x="224" y="54483"/>
                    <a:pt x="224" y="14859"/>
                  </a:cubicBezTo>
                  <a:cubicBezTo>
                    <a:pt x="224" y="10573"/>
                    <a:pt x="224" y="6287"/>
                    <a:pt x="224" y="0"/>
                  </a:cubicBezTo>
                </a:path>
              </a:pathLst>
            </a:custGeom>
            <a:noFill/>
            <a:ln w="2222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4E63D1C0-85FE-EF7F-F987-A338C8928B79}"/>
              </a:ext>
            </a:extLst>
          </p:cNvPr>
          <p:cNvGrpSpPr/>
          <p:nvPr/>
        </p:nvGrpSpPr>
        <p:grpSpPr>
          <a:xfrm>
            <a:off x="503567" y="3187470"/>
            <a:ext cx="1400934" cy="1400934"/>
            <a:chOff x="521702" y="3215618"/>
            <a:chExt cx="1400934" cy="1400934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14BA3B35-BFB0-6D7A-6D33-AAF78DD49EC6}"/>
                </a:ext>
              </a:extLst>
            </p:cNvPr>
            <p:cNvSpPr/>
            <p:nvPr/>
          </p:nvSpPr>
          <p:spPr>
            <a:xfrm>
              <a:off x="521702" y="3215618"/>
              <a:ext cx="1400934" cy="1400934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ru-RU" sz="1799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Полилиния: фигура 108">
              <a:extLst>
                <a:ext uri="{FF2B5EF4-FFF2-40B4-BE49-F238E27FC236}">
                  <a16:creationId xmlns:a16="http://schemas.microsoft.com/office/drawing/2014/main" id="{98FC7663-8015-4AD8-B1BF-8C9BFD66F930}"/>
                </a:ext>
              </a:extLst>
            </p:cNvPr>
            <p:cNvSpPr/>
            <p:nvPr/>
          </p:nvSpPr>
          <p:spPr>
            <a:xfrm>
              <a:off x="755698" y="3658419"/>
              <a:ext cx="98853" cy="307029"/>
            </a:xfrm>
            <a:custGeom>
              <a:avLst/>
              <a:gdLst>
                <a:gd name="connsiteX0" fmla="*/ 228881 w 372608"/>
                <a:gd name="connsiteY0" fmla="*/ 535781 h 1157287"/>
                <a:gd name="connsiteX1" fmla="*/ 269934 w 372608"/>
                <a:gd name="connsiteY1" fmla="*/ 463867 h 1157287"/>
                <a:gd name="connsiteX2" fmla="*/ 229167 w 372608"/>
                <a:gd name="connsiteY2" fmla="*/ 392144 h 1157287"/>
                <a:gd name="connsiteX3" fmla="*/ 229167 w 372608"/>
                <a:gd name="connsiteY3" fmla="*/ 50578 h 1157287"/>
                <a:gd name="connsiteX4" fmla="*/ 268315 w 372608"/>
                <a:gd name="connsiteY4" fmla="*/ 45434 h 1157287"/>
                <a:gd name="connsiteX5" fmla="*/ 220880 w 372608"/>
                <a:gd name="connsiteY5" fmla="*/ 0 h 1157287"/>
                <a:gd name="connsiteX6" fmla="*/ 143442 w 372608"/>
                <a:gd name="connsiteY6" fmla="*/ 10573 h 1157287"/>
                <a:gd name="connsiteX7" fmla="*/ 143442 w 372608"/>
                <a:gd name="connsiteY7" fmla="*/ 392049 h 1157287"/>
                <a:gd name="connsiteX8" fmla="*/ 102675 w 372608"/>
                <a:gd name="connsiteY8" fmla="*/ 463772 h 1157287"/>
                <a:gd name="connsiteX9" fmla="*/ 143728 w 372608"/>
                <a:gd name="connsiteY9" fmla="*/ 535686 h 1157287"/>
                <a:gd name="connsiteX10" fmla="*/ 757 w 372608"/>
                <a:gd name="connsiteY10" fmla="*/ 1056037 h 1157287"/>
                <a:gd name="connsiteX11" fmla="*/ 89816 w 372608"/>
                <a:gd name="connsiteY11" fmla="*/ 1157288 h 1157287"/>
                <a:gd name="connsiteX12" fmla="*/ 282793 w 372608"/>
                <a:gd name="connsiteY12" fmla="*/ 1157288 h 1157287"/>
                <a:gd name="connsiteX13" fmla="*/ 371851 w 372608"/>
                <a:gd name="connsiteY13" fmla="*/ 1056037 h 1157287"/>
                <a:gd name="connsiteX14" fmla="*/ 228881 w 372608"/>
                <a:gd name="connsiteY14" fmla="*/ 535686 h 115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608" h="1157287">
                  <a:moveTo>
                    <a:pt x="228881" y="535781"/>
                  </a:moveTo>
                  <a:cubicBezTo>
                    <a:pt x="253456" y="521208"/>
                    <a:pt x="269934" y="494538"/>
                    <a:pt x="269934" y="463867"/>
                  </a:cubicBezTo>
                  <a:cubicBezTo>
                    <a:pt x="269934" y="433197"/>
                    <a:pt x="253551" y="406813"/>
                    <a:pt x="229167" y="392144"/>
                  </a:cubicBezTo>
                  <a:lnTo>
                    <a:pt x="229167" y="50578"/>
                  </a:lnTo>
                  <a:lnTo>
                    <a:pt x="268315" y="45434"/>
                  </a:lnTo>
                  <a:cubicBezTo>
                    <a:pt x="250408" y="33623"/>
                    <a:pt x="234406" y="18479"/>
                    <a:pt x="220880" y="0"/>
                  </a:cubicBezTo>
                  <a:lnTo>
                    <a:pt x="143442" y="10573"/>
                  </a:lnTo>
                  <a:lnTo>
                    <a:pt x="143442" y="392049"/>
                  </a:lnTo>
                  <a:cubicBezTo>
                    <a:pt x="119058" y="406622"/>
                    <a:pt x="102675" y="433292"/>
                    <a:pt x="102675" y="463772"/>
                  </a:cubicBezTo>
                  <a:cubicBezTo>
                    <a:pt x="102675" y="494252"/>
                    <a:pt x="119153" y="521113"/>
                    <a:pt x="143728" y="535686"/>
                  </a:cubicBezTo>
                  <a:lnTo>
                    <a:pt x="757" y="1056037"/>
                  </a:lnTo>
                  <a:cubicBezTo>
                    <a:pt x="-6196" y="1109758"/>
                    <a:pt x="35619" y="1157288"/>
                    <a:pt x="89816" y="1157288"/>
                  </a:cubicBezTo>
                  <a:lnTo>
                    <a:pt x="282793" y="1157288"/>
                  </a:lnTo>
                  <a:cubicBezTo>
                    <a:pt x="336990" y="1157288"/>
                    <a:pt x="378805" y="1109663"/>
                    <a:pt x="371851" y="1056037"/>
                  </a:cubicBezTo>
                  <a:lnTo>
                    <a:pt x="228881" y="53568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107">
              <a:extLst>
                <a:ext uri="{FF2B5EF4-FFF2-40B4-BE49-F238E27FC236}">
                  <a16:creationId xmlns:a16="http://schemas.microsoft.com/office/drawing/2014/main" id="{DD7DF3D4-2B62-897A-B3EA-CC172CA1BE33}"/>
                </a:ext>
              </a:extLst>
            </p:cNvPr>
            <p:cNvSpPr/>
            <p:nvPr/>
          </p:nvSpPr>
          <p:spPr>
            <a:xfrm>
              <a:off x="758679" y="3465384"/>
              <a:ext cx="966976" cy="252596"/>
            </a:xfrm>
            <a:custGeom>
              <a:avLst/>
              <a:gdLst>
                <a:gd name="connsiteX0" fmla="*/ 734092 w 3644836"/>
                <a:gd name="connsiteY0" fmla="*/ 950779 h 952112"/>
                <a:gd name="connsiteX1" fmla="*/ 0 w 3644836"/>
                <a:gd name="connsiteY1" fmla="*/ 675411 h 952112"/>
                <a:gd name="connsiteX2" fmla="*/ 1782032 w 3644836"/>
                <a:gd name="connsiteY2" fmla="*/ 9042 h 952112"/>
                <a:gd name="connsiteX3" fmla="*/ 1855375 w 3644836"/>
                <a:gd name="connsiteY3" fmla="*/ 5804 h 952112"/>
                <a:gd name="connsiteX4" fmla="*/ 3644836 w 3644836"/>
                <a:gd name="connsiteY4" fmla="*/ 676459 h 952112"/>
                <a:gd name="connsiteX5" fmla="*/ 3485007 w 3644836"/>
                <a:gd name="connsiteY5" fmla="*/ 737133 h 952112"/>
                <a:gd name="connsiteX6" fmla="*/ 2909221 w 3644836"/>
                <a:gd name="connsiteY6" fmla="*/ 952112 h 952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44836" h="952112">
                  <a:moveTo>
                    <a:pt x="734092" y="950779"/>
                  </a:moveTo>
                  <a:cubicBezTo>
                    <a:pt x="347567" y="805999"/>
                    <a:pt x="3524" y="676935"/>
                    <a:pt x="0" y="675411"/>
                  </a:cubicBezTo>
                  <a:cubicBezTo>
                    <a:pt x="106680" y="635406"/>
                    <a:pt x="1290066" y="193256"/>
                    <a:pt x="1782032" y="9042"/>
                  </a:cubicBezTo>
                  <a:cubicBezTo>
                    <a:pt x="1806797" y="-197"/>
                    <a:pt x="1828800" y="-4102"/>
                    <a:pt x="1855375" y="5804"/>
                  </a:cubicBezTo>
                  <a:cubicBezTo>
                    <a:pt x="2439638" y="224974"/>
                    <a:pt x="3627596" y="669410"/>
                    <a:pt x="3644836" y="676459"/>
                  </a:cubicBezTo>
                  <a:cubicBezTo>
                    <a:pt x="3586925" y="698462"/>
                    <a:pt x="3536156" y="718083"/>
                    <a:pt x="3485007" y="737133"/>
                  </a:cubicBezTo>
                  <a:cubicBezTo>
                    <a:pt x="3293078" y="808856"/>
                    <a:pt x="3101150" y="880484"/>
                    <a:pt x="2909221" y="952112"/>
                  </a:cubicBezTo>
                </a:path>
              </a:pathLst>
            </a:custGeom>
            <a:noFill/>
            <a:ln w="2222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: фигура 109">
              <a:extLst>
                <a:ext uri="{FF2B5EF4-FFF2-40B4-BE49-F238E27FC236}">
                  <a16:creationId xmlns:a16="http://schemas.microsoft.com/office/drawing/2014/main" id="{B32ECDEB-5ED5-1756-0975-0F14DEDB0C44}"/>
                </a:ext>
              </a:extLst>
            </p:cNvPr>
            <p:cNvSpPr/>
            <p:nvPr/>
          </p:nvSpPr>
          <p:spPr>
            <a:xfrm>
              <a:off x="986208" y="3618973"/>
              <a:ext cx="511917" cy="331995"/>
            </a:xfrm>
            <a:custGeom>
              <a:avLst/>
              <a:gdLst>
                <a:gd name="connsiteX0" fmla="*/ 0 w 1929574"/>
                <a:gd name="connsiteY0" fmla="*/ 1251395 h 1251394"/>
                <a:gd name="connsiteX1" fmla="*/ 0 w 1929574"/>
                <a:gd name="connsiteY1" fmla="*/ 221456 h 1251394"/>
                <a:gd name="connsiteX2" fmla="*/ 958025 w 1929574"/>
                <a:gd name="connsiteY2" fmla="*/ 0 h 1251394"/>
                <a:gd name="connsiteX3" fmla="*/ 1929575 w 1929574"/>
                <a:gd name="connsiteY3" fmla="*/ 221456 h 1251394"/>
                <a:gd name="connsiteX4" fmla="*/ 1929575 w 1929574"/>
                <a:gd name="connsiteY4" fmla="*/ 1251395 h 125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9574" h="1251394">
                  <a:moveTo>
                    <a:pt x="0" y="1251395"/>
                  </a:moveTo>
                  <a:lnTo>
                    <a:pt x="0" y="221456"/>
                  </a:lnTo>
                  <a:cubicBezTo>
                    <a:pt x="0" y="221456"/>
                    <a:pt x="296418" y="0"/>
                    <a:pt x="958025" y="0"/>
                  </a:cubicBezTo>
                  <a:cubicBezTo>
                    <a:pt x="1619631" y="0"/>
                    <a:pt x="1929575" y="221456"/>
                    <a:pt x="1929575" y="221456"/>
                  </a:cubicBezTo>
                  <a:lnTo>
                    <a:pt x="1929575" y="1251395"/>
                  </a:lnTo>
                </a:path>
              </a:pathLst>
            </a:custGeom>
            <a:noFill/>
            <a:ln w="2222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11" name="Рисунок 104">
              <a:extLst>
                <a:ext uri="{FF2B5EF4-FFF2-40B4-BE49-F238E27FC236}">
                  <a16:creationId xmlns:a16="http://schemas.microsoft.com/office/drawing/2014/main" id="{E44A4B29-F867-EC1D-B0DF-96C3E3D3D114}"/>
                </a:ext>
              </a:extLst>
            </p:cNvPr>
            <p:cNvGrpSpPr/>
            <p:nvPr/>
          </p:nvGrpSpPr>
          <p:grpSpPr>
            <a:xfrm>
              <a:off x="847856" y="4004818"/>
              <a:ext cx="803531" cy="172770"/>
              <a:chOff x="7657210" y="532611"/>
              <a:chExt cx="3028759" cy="651224"/>
            </a:xfrm>
            <a:noFill/>
          </p:grpSpPr>
          <p:sp>
            <p:nvSpPr>
              <p:cNvPr id="112" name="Полилиния: фигура 111">
                <a:extLst>
                  <a:ext uri="{FF2B5EF4-FFF2-40B4-BE49-F238E27FC236}">
                    <a16:creationId xmlns:a16="http://schemas.microsoft.com/office/drawing/2014/main" id="{C110143F-1844-2B6C-E173-9EFE6C4B15C7}"/>
                  </a:ext>
                </a:extLst>
              </p:cNvPr>
              <p:cNvSpPr/>
              <p:nvPr/>
            </p:nvSpPr>
            <p:spPr>
              <a:xfrm rot="10800000">
                <a:off x="8803543" y="532611"/>
                <a:ext cx="1882425" cy="651128"/>
              </a:xfrm>
              <a:custGeom>
                <a:avLst/>
                <a:gdLst>
                  <a:gd name="connsiteX0" fmla="*/ 0 w 1882425"/>
                  <a:gd name="connsiteY0" fmla="*/ 0 h 651128"/>
                  <a:gd name="connsiteX1" fmla="*/ 1556861 w 1882425"/>
                  <a:gd name="connsiteY1" fmla="*/ 0 h 651128"/>
                  <a:gd name="connsiteX2" fmla="*/ 1882426 w 1882425"/>
                  <a:gd name="connsiteY2" fmla="*/ 325564 h 651128"/>
                  <a:gd name="connsiteX3" fmla="*/ 1882426 w 1882425"/>
                  <a:gd name="connsiteY3" fmla="*/ 325564 h 651128"/>
                  <a:gd name="connsiteX4" fmla="*/ 1556861 w 1882425"/>
                  <a:gd name="connsiteY4" fmla="*/ 651129 h 651128"/>
                  <a:gd name="connsiteX5" fmla="*/ 0 w 1882425"/>
                  <a:gd name="connsiteY5" fmla="*/ 651129 h 651128"/>
                  <a:gd name="connsiteX6" fmla="*/ 0 w 1882425"/>
                  <a:gd name="connsiteY6" fmla="*/ 95 h 651128"/>
                  <a:gd name="connsiteX7" fmla="*/ 0 w 1882425"/>
                  <a:gd name="connsiteY7" fmla="*/ 95 h 651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82425" h="651128">
                    <a:moveTo>
                      <a:pt x="0" y="0"/>
                    </a:moveTo>
                    <a:lnTo>
                      <a:pt x="1556861" y="0"/>
                    </a:lnTo>
                    <a:cubicBezTo>
                      <a:pt x="1736503" y="0"/>
                      <a:pt x="1882426" y="145828"/>
                      <a:pt x="1882426" y="325564"/>
                    </a:cubicBezTo>
                    <a:lnTo>
                      <a:pt x="1882426" y="325564"/>
                    </a:lnTo>
                    <a:cubicBezTo>
                      <a:pt x="1882426" y="505206"/>
                      <a:pt x="1736598" y="651129"/>
                      <a:pt x="1556861" y="651129"/>
                    </a:cubicBezTo>
                    <a:lnTo>
                      <a:pt x="0" y="651129"/>
                    </a:lnTo>
                    <a:lnTo>
                      <a:pt x="0" y="95"/>
                    </a:lnTo>
                    <a:lnTo>
                      <a:pt x="0" y="95"/>
                    </a:lnTo>
                    <a:close/>
                  </a:path>
                </a:pathLst>
              </a:custGeom>
              <a:noFill/>
              <a:ln w="22225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3" name="Полилиния: фигура 112">
                <a:extLst>
                  <a:ext uri="{FF2B5EF4-FFF2-40B4-BE49-F238E27FC236}">
                    <a16:creationId xmlns:a16="http://schemas.microsoft.com/office/drawing/2014/main" id="{1E885957-DEC7-95E4-1D68-63F394D594EB}"/>
                  </a:ext>
                </a:extLst>
              </p:cNvPr>
              <p:cNvSpPr/>
              <p:nvPr/>
            </p:nvSpPr>
            <p:spPr>
              <a:xfrm>
                <a:off x="7657210" y="532801"/>
                <a:ext cx="2026062" cy="651033"/>
              </a:xfrm>
              <a:custGeom>
                <a:avLst/>
                <a:gdLst>
                  <a:gd name="connsiteX0" fmla="*/ 2026063 w 2026062"/>
                  <a:gd name="connsiteY0" fmla="*/ 0 h 651033"/>
                  <a:gd name="connsiteX1" fmla="*/ 325469 w 2026062"/>
                  <a:gd name="connsiteY1" fmla="*/ 0 h 651033"/>
                  <a:gd name="connsiteX2" fmla="*/ 0 w 2026062"/>
                  <a:gd name="connsiteY2" fmla="*/ 325469 h 651033"/>
                  <a:gd name="connsiteX3" fmla="*/ 0 w 2026062"/>
                  <a:gd name="connsiteY3" fmla="*/ 325469 h 651033"/>
                  <a:gd name="connsiteX4" fmla="*/ 325469 w 2026062"/>
                  <a:gd name="connsiteY4" fmla="*/ 651034 h 651033"/>
                  <a:gd name="connsiteX5" fmla="*/ 2026063 w 2026062"/>
                  <a:gd name="connsiteY5" fmla="*/ 651034 h 65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26062" h="651033">
                    <a:moveTo>
                      <a:pt x="2026063" y="0"/>
                    </a:moveTo>
                    <a:lnTo>
                      <a:pt x="325469" y="0"/>
                    </a:lnTo>
                    <a:cubicBezTo>
                      <a:pt x="145733" y="0"/>
                      <a:pt x="0" y="145732"/>
                      <a:pt x="0" y="325469"/>
                    </a:cubicBezTo>
                    <a:lnTo>
                      <a:pt x="0" y="325469"/>
                    </a:lnTo>
                    <a:cubicBezTo>
                      <a:pt x="0" y="505301"/>
                      <a:pt x="145733" y="651034"/>
                      <a:pt x="325469" y="651034"/>
                    </a:cubicBezTo>
                    <a:lnTo>
                      <a:pt x="2026063" y="651034"/>
                    </a:lnTo>
                  </a:path>
                </a:pathLst>
              </a:custGeom>
              <a:noFill/>
              <a:ln w="22225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grpSp>
            <p:nvGrpSpPr>
              <p:cNvPr id="114" name="Рисунок 104">
                <a:extLst>
                  <a:ext uri="{FF2B5EF4-FFF2-40B4-BE49-F238E27FC236}">
                    <a16:creationId xmlns:a16="http://schemas.microsoft.com/office/drawing/2014/main" id="{6360914F-2BE5-4882-6E00-2F2456445342}"/>
                  </a:ext>
                </a:extLst>
              </p:cNvPr>
              <p:cNvGrpSpPr/>
              <p:nvPr/>
            </p:nvGrpSpPr>
            <p:grpSpPr>
              <a:xfrm>
                <a:off x="9291414" y="757877"/>
                <a:ext cx="1389125" cy="225837"/>
                <a:chOff x="9291414" y="757877"/>
                <a:chExt cx="1389125" cy="225837"/>
              </a:xfrm>
            </p:grpSpPr>
            <p:sp>
              <p:nvSpPr>
                <p:cNvPr id="115" name="Полилиния: фигура 114">
                  <a:extLst>
                    <a:ext uri="{FF2B5EF4-FFF2-40B4-BE49-F238E27FC236}">
                      <a16:creationId xmlns:a16="http://schemas.microsoft.com/office/drawing/2014/main" id="{4B774A6B-6F6F-8419-D93F-E7F1BB308400}"/>
                    </a:ext>
                  </a:extLst>
                </p:cNvPr>
                <p:cNvSpPr/>
                <p:nvPr/>
              </p:nvSpPr>
              <p:spPr>
                <a:xfrm>
                  <a:off x="9291414" y="757877"/>
                  <a:ext cx="1389125" cy="9525"/>
                </a:xfrm>
                <a:custGeom>
                  <a:avLst/>
                  <a:gdLst>
                    <a:gd name="connsiteX0" fmla="*/ 1389126 w 1389125"/>
                    <a:gd name="connsiteY0" fmla="*/ 0 h 9525"/>
                    <a:gd name="connsiteX1" fmla="*/ 0 w 1389125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89125" h="9525">
                      <a:moveTo>
                        <a:pt x="1389126" y="0"/>
                      </a:moveTo>
                      <a:lnTo>
                        <a:pt x="0" y="0"/>
                      </a:lnTo>
                    </a:path>
                  </a:pathLst>
                </a:custGeom>
                <a:ln w="22225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16" name="Полилиния: фигура 115">
                  <a:extLst>
                    <a:ext uri="{FF2B5EF4-FFF2-40B4-BE49-F238E27FC236}">
                      <a16:creationId xmlns:a16="http://schemas.microsoft.com/office/drawing/2014/main" id="{BE12A09A-548A-99C9-5AD1-6B11698A5752}"/>
                    </a:ext>
                  </a:extLst>
                </p:cNvPr>
                <p:cNvSpPr/>
                <p:nvPr/>
              </p:nvSpPr>
              <p:spPr>
                <a:xfrm>
                  <a:off x="9291414" y="983715"/>
                  <a:ext cx="1389125" cy="9525"/>
                </a:xfrm>
                <a:custGeom>
                  <a:avLst/>
                  <a:gdLst>
                    <a:gd name="connsiteX0" fmla="*/ 1389126 w 1389125"/>
                    <a:gd name="connsiteY0" fmla="*/ 0 h 9525"/>
                    <a:gd name="connsiteX1" fmla="*/ 0 w 1389125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89125" h="9525">
                      <a:moveTo>
                        <a:pt x="1389126" y="0"/>
                      </a:moveTo>
                      <a:lnTo>
                        <a:pt x="0" y="0"/>
                      </a:lnTo>
                    </a:path>
                  </a:pathLst>
                </a:custGeom>
                <a:ln w="22225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117" name="Рисунок 104">
              <a:extLst>
                <a:ext uri="{FF2B5EF4-FFF2-40B4-BE49-F238E27FC236}">
                  <a16:creationId xmlns:a16="http://schemas.microsoft.com/office/drawing/2014/main" id="{C727EF56-5867-450B-5A70-05E86BABC3ED}"/>
                </a:ext>
              </a:extLst>
            </p:cNvPr>
            <p:cNvGrpSpPr/>
            <p:nvPr/>
          </p:nvGrpSpPr>
          <p:grpSpPr>
            <a:xfrm>
              <a:off x="840503" y="4177309"/>
              <a:ext cx="844797" cy="181614"/>
              <a:chOff x="7629492" y="1182782"/>
              <a:chExt cx="3184302" cy="684561"/>
            </a:xfrm>
            <a:noFill/>
          </p:grpSpPr>
          <p:sp>
            <p:nvSpPr>
              <p:cNvPr id="118" name="Полилиния: фигура 117">
                <a:extLst>
                  <a:ext uri="{FF2B5EF4-FFF2-40B4-BE49-F238E27FC236}">
                    <a16:creationId xmlns:a16="http://schemas.microsoft.com/office/drawing/2014/main" id="{99D05F4F-2AF6-BCDC-0B59-852E37CAB839}"/>
                  </a:ext>
                </a:extLst>
              </p:cNvPr>
              <p:cNvSpPr/>
              <p:nvPr/>
            </p:nvSpPr>
            <p:spPr>
              <a:xfrm>
                <a:off x="7629492" y="1182782"/>
                <a:ext cx="1979103" cy="684466"/>
              </a:xfrm>
              <a:custGeom>
                <a:avLst/>
                <a:gdLst>
                  <a:gd name="connsiteX0" fmla="*/ 0 w 1979104"/>
                  <a:gd name="connsiteY0" fmla="*/ 0 h 684466"/>
                  <a:gd name="connsiteX1" fmla="*/ 1790129 w 1979104"/>
                  <a:gd name="connsiteY1" fmla="*/ 0 h 684466"/>
                  <a:gd name="connsiteX2" fmla="*/ 1979105 w 1979104"/>
                  <a:gd name="connsiteY2" fmla="*/ 188976 h 684466"/>
                  <a:gd name="connsiteX3" fmla="*/ 1979105 w 1979104"/>
                  <a:gd name="connsiteY3" fmla="*/ 495490 h 684466"/>
                  <a:gd name="connsiteX4" fmla="*/ 1790129 w 1979104"/>
                  <a:gd name="connsiteY4" fmla="*/ 684466 h 684466"/>
                  <a:gd name="connsiteX5" fmla="*/ 0 w 1979104"/>
                  <a:gd name="connsiteY5" fmla="*/ 684466 h 684466"/>
                  <a:gd name="connsiteX6" fmla="*/ 0 w 1979104"/>
                  <a:gd name="connsiteY6" fmla="*/ 0 h 684466"/>
                  <a:gd name="connsiteX7" fmla="*/ 0 w 1979104"/>
                  <a:gd name="connsiteY7" fmla="*/ 0 h 68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79104" h="684466">
                    <a:moveTo>
                      <a:pt x="0" y="0"/>
                    </a:moveTo>
                    <a:lnTo>
                      <a:pt x="1790129" y="0"/>
                    </a:lnTo>
                    <a:cubicBezTo>
                      <a:pt x="1894427" y="0"/>
                      <a:pt x="1979105" y="84677"/>
                      <a:pt x="1979105" y="188976"/>
                    </a:cubicBezTo>
                    <a:lnTo>
                      <a:pt x="1979105" y="495490"/>
                    </a:lnTo>
                    <a:cubicBezTo>
                      <a:pt x="1979105" y="599789"/>
                      <a:pt x="1894427" y="684466"/>
                      <a:pt x="1790129" y="684466"/>
                    </a:cubicBezTo>
                    <a:lnTo>
                      <a:pt x="0" y="68446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2225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9" name="Полилиния: фигура 118">
                <a:extLst>
                  <a:ext uri="{FF2B5EF4-FFF2-40B4-BE49-F238E27FC236}">
                    <a16:creationId xmlns:a16="http://schemas.microsoft.com/office/drawing/2014/main" id="{FDFAC05D-E535-55FD-FC05-B25606709A4E}"/>
                  </a:ext>
                </a:extLst>
              </p:cNvPr>
              <p:cNvSpPr/>
              <p:nvPr/>
            </p:nvSpPr>
            <p:spPr>
              <a:xfrm>
                <a:off x="8683625" y="1182876"/>
                <a:ext cx="2130169" cy="684467"/>
              </a:xfrm>
              <a:custGeom>
                <a:avLst/>
                <a:gdLst>
                  <a:gd name="connsiteX0" fmla="*/ 0 w 2130171"/>
                  <a:gd name="connsiteY0" fmla="*/ 684467 h 684466"/>
                  <a:gd name="connsiteX1" fmla="*/ 1958721 w 2130171"/>
                  <a:gd name="connsiteY1" fmla="*/ 684467 h 684466"/>
                  <a:gd name="connsiteX2" fmla="*/ 2130171 w 2130171"/>
                  <a:gd name="connsiteY2" fmla="*/ 513017 h 684466"/>
                  <a:gd name="connsiteX3" fmla="*/ 2130171 w 2130171"/>
                  <a:gd name="connsiteY3" fmla="*/ 171450 h 684466"/>
                  <a:gd name="connsiteX4" fmla="*/ 1958721 w 2130171"/>
                  <a:gd name="connsiteY4" fmla="*/ 0 h 684466"/>
                  <a:gd name="connsiteX5" fmla="*/ 0 w 2130171"/>
                  <a:gd name="connsiteY5" fmla="*/ 0 h 68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30171" h="684466">
                    <a:moveTo>
                      <a:pt x="0" y="684467"/>
                    </a:moveTo>
                    <a:lnTo>
                      <a:pt x="1958721" y="684467"/>
                    </a:lnTo>
                    <a:cubicBezTo>
                      <a:pt x="2053399" y="684467"/>
                      <a:pt x="2130171" y="607695"/>
                      <a:pt x="2130171" y="513017"/>
                    </a:cubicBezTo>
                    <a:lnTo>
                      <a:pt x="2130171" y="171450"/>
                    </a:lnTo>
                    <a:cubicBezTo>
                      <a:pt x="2130171" y="76771"/>
                      <a:pt x="2053399" y="0"/>
                      <a:pt x="1958721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2225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grpSp>
            <p:nvGrpSpPr>
              <p:cNvPr id="120" name="Рисунок 104">
                <a:extLst>
                  <a:ext uri="{FF2B5EF4-FFF2-40B4-BE49-F238E27FC236}">
                    <a16:creationId xmlns:a16="http://schemas.microsoft.com/office/drawing/2014/main" id="{39257399-1798-88B5-9FEC-97F2DCFA7AC5}"/>
                  </a:ext>
                </a:extLst>
              </p:cNvPr>
              <p:cNvGrpSpPr/>
              <p:nvPr/>
            </p:nvGrpSpPr>
            <p:grpSpPr>
              <a:xfrm>
                <a:off x="7657495" y="1359857"/>
                <a:ext cx="1460468" cy="359473"/>
                <a:chOff x="7657495" y="1359857"/>
                <a:chExt cx="1460468" cy="359473"/>
              </a:xfrm>
            </p:grpSpPr>
            <p:sp>
              <p:nvSpPr>
                <p:cNvPr id="121" name="Полилиния: фигура 120">
                  <a:extLst>
                    <a:ext uri="{FF2B5EF4-FFF2-40B4-BE49-F238E27FC236}">
                      <a16:creationId xmlns:a16="http://schemas.microsoft.com/office/drawing/2014/main" id="{A4BD2D4F-8D42-9E66-E792-BFD760906C68}"/>
                    </a:ext>
                  </a:extLst>
                </p:cNvPr>
                <p:cNvSpPr/>
                <p:nvPr/>
              </p:nvSpPr>
              <p:spPr>
                <a:xfrm>
                  <a:off x="7657495" y="1538641"/>
                  <a:ext cx="1460468" cy="9525"/>
                </a:xfrm>
                <a:custGeom>
                  <a:avLst/>
                  <a:gdLst>
                    <a:gd name="connsiteX0" fmla="*/ 0 w 1460468"/>
                    <a:gd name="connsiteY0" fmla="*/ 0 h 9525"/>
                    <a:gd name="connsiteX1" fmla="*/ 1460468 w 1460468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60468" h="9525">
                      <a:moveTo>
                        <a:pt x="0" y="0"/>
                      </a:moveTo>
                      <a:lnTo>
                        <a:pt x="1460468" y="0"/>
                      </a:lnTo>
                    </a:path>
                  </a:pathLst>
                </a:custGeom>
                <a:ln w="22225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22" name="Полилиния: фигура 121">
                  <a:extLst>
                    <a:ext uri="{FF2B5EF4-FFF2-40B4-BE49-F238E27FC236}">
                      <a16:creationId xmlns:a16="http://schemas.microsoft.com/office/drawing/2014/main" id="{CBC8D178-C3B2-39A9-268C-073BBB1AC49D}"/>
                    </a:ext>
                  </a:extLst>
                </p:cNvPr>
                <p:cNvSpPr/>
                <p:nvPr/>
              </p:nvSpPr>
              <p:spPr>
                <a:xfrm>
                  <a:off x="7657495" y="1719330"/>
                  <a:ext cx="1460468" cy="9525"/>
                </a:xfrm>
                <a:custGeom>
                  <a:avLst/>
                  <a:gdLst>
                    <a:gd name="connsiteX0" fmla="*/ 0 w 1460468"/>
                    <a:gd name="connsiteY0" fmla="*/ 0 h 9525"/>
                    <a:gd name="connsiteX1" fmla="*/ 1460468 w 1460468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60468" h="9525">
                      <a:moveTo>
                        <a:pt x="0" y="0"/>
                      </a:moveTo>
                      <a:lnTo>
                        <a:pt x="1460468" y="0"/>
                      </a:lnTo>
                    </a:path>
                  </a:pathLst>
                </a:custGeom>
                <a:ln w="22225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23" name="Полилиния: фигура 122">
                  <a:extLst>
                    <a:ext uri="{FF2B5EF4-FFF2-40B4-BE49-F238E27FC236}">
                      <a16:creationId xmlns:a16="http://schemas.microsoft.com/office/drawing/2014/main" id="{865C1080-A1B9-5945-2F07-767F56DAA75A}"/>
                    </a:ext>
                  </a:extLst>
                </p:cNvPr>
                <p:cNvSpPr/>
                <p:nvPr/>
              </p:nvSpPr>
              <p:spPr>
                <a:xfrm>
                  <a:off x="7657495" y="1359857"/>
                  <a:ext cx="1460468" cy="9525"/>
                </a:xfrm>
                <a:custGeom>
                  <a:avLst/>
                  <a:gdLst>
                    <a:gd name="connsiteX0" fmla="*/ 0 w 1460468"/>
                    <a:gd name="connsiteY0" fmla="*/ 0 h 9525"/>
                    <a:gd name="connsiteX1" fmla="*/ 1460468 w 1460468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60468" h="9525">
                      <a:moveTo>
                        <a:pt x="0" y="0"/>
                      </a:moveTo>
                      <a:lnTo>
                        <a:pt x="1460468" y="0"/>
                      </a:lnTo>
                    </a:path>
                  </a:pathLst>
                </a:custGeom>
                <a:ln w="22225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</p:grpSp>
      <p:sp>
        <p:nvSpPr>
          <p:cNvPr id="83" name="Прямоугольник: скругленные углы 82">
            <a:extLst>
              <a:ext uri="{FF2B5EF4-FFF2-40B4-BE49-F238E27FC236}">
                <a16:creationId xmlns:a16="http://schemas.microsoft.com/office/drawing/2014/main" id="{5EAC7686-CE86-4F73-B171-92ADF4C6AF52}"/>
              </a:ext>
            </a:extLst>
          </p:cNvPr>
          <p:cNvSpPr/>
          <p:nvPr/>
        </p:nvSpPr>
        <p:spPr>
          <a:xfrm>
            <a:off x="9697086" y="1753549"/>
            <a:ext cx="8060361" cy="3504252"/>
          </a:xfrm>
          <a:prstGeom prst="roundRect">
            <a:avLst>
              <a:gd name="adj" fmla="val 15947"/>
            </a:avLst>
          </a:prstGeom>
          <a:ln w="50800" cap="sq">
            <a:solidFill>
              <a:srgbClr val="5BAFE3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6EBE"/>
              </a:buClr>
              <a:buSzTx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6EBE"/>
              </a:buClr>
              <a:buSzTx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431F0-E01F-3317-420D-21821DB2CB1E}"/>
              </a:ext>
            </a:extLst>
          </p:cNvPr>
          <p:cNvSpPr txBox="1"/>
          <p:nvPr/>
        </p:nvSpPr>
        <p:spPr>
          <a:xfrm>
            <a:off x="11145328" y="1435153"/>
            <a:ext cx="5262114" cy="658252"/>
          </a:xfrm>
          <a:prstGeom prst="roundRect">
            <a:avLst>
              <a:gd name="adj" fmla="val 50000"/>
            </a:avLst>
          </a:prstGeom>
          <a:solidFill>
            <a:srgbClr val="C30341"/>
          </a:solidFill>
        </p:spPr>
        <p:txBody>
          <a:bodyPr wrap="none" tIns="0" anchor="ctr" anchorCtr="0">
            <a:noAutofit/>
          </a:bodyPr>
          <a:lstStyle/>
          <a:p>
            <a:pPr algn="ctr">
              <a:spcBef>
                <a:spcPts val="2399"/>
              </a:spcBef>
              <a:buClr>
                <a:srgbClr val="006DBD"/>
              </a:buClr>
            </a:pPr>
            <a:r>
              <a:rPr lang="ru-RU" sz="28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400 000 </a:t>
            </a:r>
            <a:r>
              <a:rPr lang="ru-RU" sz="3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пользователей</a:t>
            </a:r>
            <a:endParaRPr lang="ru-RU" sz="2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7087A197-0152-8859-4E6D-46D92DFFEC5E}"/>
              </a:ext>
            </a:extLst>
          </p:cNvPr>
          <p:cNvGrpSpPr/>
          <p:nvPr/>
        </p:nvGrpSpPr>
        <p:grpSpPr>
          <a:xfrm>
            <a:off x="503567" y="4773034"/>
            <a:ext cx="1400934" cy="1400934"/>
            <a:chOff x="503567" y="4809319"/>
            <a:chExt cx="1400934" cy="1400934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9B7D86D5-AD97-59E5-9E13-03865C430BF1}"/>
                </a:ext>
              </a:extLst>
            </p:cNvPr>
            <p:cNvSpPr/>
            <p:nvPr/>
          </p:nvSpPr>
          <p:spPr>
            <a:xfrm>
              <a:off x="503567" y="4809319"/>
              <a:ext cx="1400934" cy="1400934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ru-RU" sz="1799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0E76327B-0162-3D47-40A4-0BFB3F575C60}"/>
                </a:ext>
              </a:extLst>
            </p:cNvPr>
            <p:cNvGrpSpPr/>
            <p:nvPr/>
          </p:nvGrpSpPr>
          <p:grpSpPr>
            <a:xfrm>
              <a:off x="784341" y="5119804"/>
              <a:ext cx="839386" cy="857613"/>
              <a:chOff x="8884697" y="4873879"/>
              <a:chExt cx="526351" cy="537780"/>
            </a:xfrm>
          </p:grpSpPr>
          <p:sp>
            <p:nvSpPr>
              <p:cNvPr id="39" name="Полилиния: фигура 38">
                <a:extLst>
                  <a:ext uri="{FF2B5EF4-FFF2-40B4-BE49-F238E27FC236}">
                    <a16:creationId xmlns:a16="http://schemas.microsoft.com/office/drawing/2014/main" id="{7F2F8643-B53A-6D3F-FD01-1F75325D2B72}"/>
                  </a:ext>
                </a:extLst>
              </p:cNvPr>
              <p:cNvSpPr/>
              <p:nvPr/>
            </p:nvSpPr>
            <p:spPr>
              <a:xfrm>
                <a:off x="8884697" y="4873879"/>
                <a:ext cx="526256" cy="430244"/>
              </a:xfrm>
              <a:custGeom>
                <a:avLst/>
                <a:gdLst>
                  <a:gd name="connsiteX0" fmla="*/ 281273 w 526256"/>
                  <a:gd name="connsiteY0" fmla="*/ 430244 h 430244"/>
                  <a:gd name="connsiteX1" fmla="*/ 28861 w 526256"/>
                  <a:gd name="connsiteY1" fmla="*/ 430244 h 430244"/>
                  <a:gd name="connsiteX2" fmla="*/ 0 w 526256"/>
                  <a:gd name="connsiteY2" fmla="*/ 401384 h 430244"/>
                  <a:gd name="connsiteX3" fmla="*/ 0 w 526256"/>
                  <a:gd name="connsiteY3" fmla="*/ 28861 h 430244"/>
                  <a:gd name="connsiteX4" fmla="*/ 28861 w 526256"/>
                  <a:gd name="connsiteY4" fmla="*/ 0 h 430244"/>
                  <a:gd name="connsiteX5" fmla="*/ 497396 w 526256"/>
                  <a:gd name="connsiteY5" fmla="*/ 0 h 430244"/>
                  <a:gd name="connsiteX6" fmla="*/ 526256 w 526256"/>
                  <a:gd name="connsiteY6" fmla="*/ 28861 h 430244"/>
                  <a:gd name="connsiteX7" fmla="*/ 526256 w 526256"/>
                  <a:gd name="connsiteY7" fmla="*/ 354902 h 430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6256" h="430244">
                    <a:moveTo>
                      <a:pt x="281273" y="430244"/>
                    </a:moveTo>
                    <a:lnTo>
                      <a:pt x="28861" y="430244"/>
                    </a:lnTo>
                    <a:cubicBezTo>
                      <a:pt x="12859" y="430244"/>
                      <a:pt x="0" y="417290"/>
                      <a:pt x="0" y="401384"/>
                    </a:cubicBezTo>
                    <a:lnTo>
                      <a:pt x="0" y="28861"/>
                    </a:lnTo>
                    <a:cubicBezTo>
                      <a:pt x="0" y="12859"/>
                      <a:pt x="12859" y="0"/>
                      <a:pt x="28861" y="0"/>
                    </a:cubicBezTo>
                    <a:lnTo>
                      <a:pt x="497396" y="0"/>
                    </a:lnTo>
                    <a:cubicBezTo>
                      <a:pt x="513397" y="0"/>
                      <a:pt x="526256" y="12954"/>
                      <a:pt x="526256" y="28861"/>
                    </a:cubicBezTo>
                    <a:lnTo>
                      <a:pt x="526256" y="354902"/>
                    </a:lnTo>
                  </a:path>
                </a:pathLst>
              </a:custGeom>
              <a:noFill/>
              <a:ln w="22225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F56A23D1-90EA-E8E3-4EB9-C1C8E8B7A4A8}"/>
                  </a:ext>
                </a:extLst>
              </p:cNvPr>
              <p:cNvSpPr/>
              <p:nvPr/>
            </p:nvSpPr>
            <p:spPr>
              <a:xfrm>
                <a:off x="8945466" y="4925695"/>
                <a:ext cx="9905" cy="9905"/>
              </a:xfrm>
              <a:custGeom>
                <a:avLst/>
                <a:gdLst>
                  <a:gd name="connsiteX0" fmla="*/ 9906 w 9905"/>
                  <a:gd name="connsiteY0" fmla="*/ 4953 h 9905"/>
                  <a:gd name="connsiteX1" fmla="*/ 4953 w 9905"/>
                  <a:gd name="connsiteY1" fmla="*/ 0 h 9905"/>
                  <a:gd name="connsiteX2" fmla="*/ 0 w 9905"/>
                  <a:gd name="connsiteY2" fmla="*/ 4953 h 9905"/>
                  <a:gd name="connsiteX3" fmla="*/ 4953 w 9905"/>
                  <a:gd name="connsiteY3" fmla="*/ 9906 h 9905"/>
                  <a:gd name="connsiteX4" fmla="*/ 9906 w 9905"/>
                  <a:gd name="connsiteY4" fmla="*/ 4953 h 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05" h="9905">
                    <a:moveTo>
                      <a:pt x="9906" y="4953"/>
                    </a:moveTo>
                    <a:cubicBezTo>
                      <a:pt x="9906" y="2191"/>
                      <a:pt x="7715" y="0"/>
                      <a:pt x="4953" y="0"/>
                    </a:cubicBezTo>
                    <a:cubicBezTo>
                      <a:pt x="2191" y="0"/>
                      <a:pt x="0" y="2191"/>
                      <a:pt x="0" y="4953"/>
                    </a:cubicBezTo>
                    <a:cubicBezTo>
                      <a:pt x="0" y="7715"/>
                      <a:pt x="2191" y="9906"/>
                      <a:pt x="4953" y="9906"/>
                    </a:cubicBezTo>
                    <a:cubicBezTo>
                      <a:pt x="7715" y="9906"/>
                      <a:pt x="9906" y="7715"/>
                      <a:pt x="9906" y="4953"/>
                    </a:cubicBezTo>
                    <a:close/>
                  </a:path>
                </a:pathLst>
              </a:custGeom>
              <a:noFill/>
              <a:ln w="22225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8C70EAF3-FB50-63D1-594F-E1CAC4BAA470}"/>
                  </a:ext>
                </a:extLst>
              </p:cNvPr>
              <p:cNvSpPr/>
              <p:nvPr/>
            </p:nvSpPr>
            <p:spPr>
              <a:xfrm>
                <a:off x="9001950" y="4925695"/>
                <a:ext cx="9905" cy="9905"/>
              </a:xfrm>
              <a:custGeom>
                <a:avLst/>
                <a:gdLst>
                  <a:gd name="connsiteX0" fmla="*/ 9906 w 9905"/>
                  <a:gd name="connsiteY0" fmla="*/ 4953 h 9905"/>
                  <a:gd name="connsiteX1" fmla="*/ 4953 w 9905"/>
                  <a:gd name="connsiteY1" fmla="*/ 0 h 9905"/>
                  <a:gd name="connsiteX2" fmla="*/ 0 w 9905"/>
                  <a:gd name="connsiteY2" fmla="*/ 4953 h 9905"/>
                  <a:gd name="connsiteX3" fmla="*/ 4953 w 9905"/>
                  <a:gd name="connsiteY3" fmla="*/ 9906 h 9905"/>
                  <a:gd name="connsiteX4" fmla="*/ 9906 w 9905"/>
                  <a:gd name="connsiteY4" fmla="*/ 4953 h 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05" h="9905">
                    <a:moveTo>
                      <a:pt x="9906" y="4953"/>
                    </a:moveTo>
                    <a:cubicBezTo>
                      <a:pt x="9906" y="2191"/>
                      <a:pt x="7715" y="0"/>
                      <a:pt x="4953" y="0"/>
                    </a:cubicBezTo>
                    <a:cubicBezTo>
                      <a:pt x="2191" y="0"/>
                      <a:pt x="0" y="2191"/>
                      <a:pt x="0" y="4953"/>
                    </a:cubicBezTo>
                    <a:cubicBezTo>
                      <a:pt x="0" y="7715"/>
                      <a:pt x="2191" y="9906"/>
                      <a:pt x="4953" y="9906"/>
                    </a:cubicBezTo>
                    <a:cubicBezTo>
                      <a:pt x="7715" y="9906"/>
                      <a:pt x="9906" y="7715"/>
                      <a:pt x="9906" y="4953"/>
                    </a:cubicBezTo>
                    <a:close/>
                  </a:path>
                </a:pathLst>
              </a:custGeom>
              <a:noFill/>
              <a:ln w="22225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C0734E37-B9A3-29A8-D719-EBBBB8156683}"/>
                  </a:ext>
                </a:extLst>
              </p:cNvPr>
              <p:cNvSpPr/>
              <p:nvPr/>
            </p:nvSpPr>
            <p:spPr>
              <a:xfrm>
                <a:off x="9058433" y="4925695"/>
                <a:ext cx="9905" cy="9905"/>
              </a:xfrm>
              <a:custGeom>
                <a:avLst/>
                <a:gdLst>
                  <a:gd name="connsiteX0" fmla="*/ 9906 w 9905"/>
                  <a:gd name="connsiteY0" fmla="*/ 4953 h 9905"/>
                  <a:gd name="connsiteX1" fmla="*/ 4953 w 9905"/>
                  <a:gd name="connsiteY1" fmla="*/ 0 h 9905"/>
                  <a:gd name="connsiteX2" fmla="*/ 0 w 9905"/>
                  <a:gd name="connsiteY2" fmla="*/ 4953 h 9905"/>
                  <a:gd name="connsiteX3" fmla="*/ 4953 w 9905"/>
                  <a:gd name="connsiteY3" fmla="*/ 9906 h 9905"/>
                  <a:gd name="connsiteX4" fmla="*/ 9906 w 9905"/>
                  <a:gd name="connsiteY4" fmla="*/ 4953 h 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05" h="9905">
                    <a:moveTo>
                      <a:pt x="9906" y="4953"/>
                    </a:moveTo>
                    <a:cubicBezTo>
                      <a:pt x="9906" y="2191"/>
                      <a:pt x="7715" y="0"/>
                      <a:pt x="4953" y="0"/>
                    </a:cubicBezTo>
                    <a:cubicBezTo>
                      <a:pt x="2191" y="0"/>
                      <a:pt x="0" y="2191"/>
                      <a:pt x="0" y="4953"/>
                    </a:cubicBezTo>
                    <a:cubicBezTo>
                      <a:pt x="0" y="7715"/>
                      <a:pt x="2191" y="9906"/>
                      <a:pt x="4953" y="9906"/>
                    </a:cubicBezTo>
                    <a:cubicBezTo>
                      <a:pt x="7715" y="9906"/>
                      <a:pt x="9906" y="7715"/>
                      <a:pt x="9906" y="4953"/>
                    </a:cubicBezTo>
                    <a:close/>
                  </a:path>
                </a:pathLst>
              </a:custGeom>
              <a:noFill/>
              <a:ln w="22225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2DFE8D72-44F0-7F5B-2E15-38A292D30531}"/>
                  </a:ext>
                </a:extLst>
              </p:cNvPr>
              <p:cNvSpPr/>
              <p:nvPr/>
            </p:nvSpPr>
            <p:spPr>
              <a:xfrm>
                <a:off x="8884697" y="4988655"/>
                <a:ext cx="526351" cy="9525"/>
              </a:xfrm>
              <a:custGeom>
                <a:avLst/>
                <a:gdLst>
                  <a:gd name="connsiteX0" fmla="*/ 0 w 526351"/>
                  <a:gd name="connsiteY0" fmla="*/ 0 h 9525"/>
                  <a:gd name="connsiteX1" fmla="*/ 526352 w 526351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26351" h="9525">
                    <a:moveTo>
                      <a:pt x="0" y="0"/>
                    </a:moveTo>
                    <a:lnTo>
                      <a:pt x="526352" y="0"/>
                    </a:lnTo>
                  </a:path>
                </a:pathLst>
              </a:custGeom>
              <a:ln w="22225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4D643555-BDFB-61AE-76A4-7B811B429D14}"/>
                  </a:ext>
                </a:extLst>
              </p:cNvPr>
              <p:cNvSpPr/>
              <p:nvPr/>
            </p:nvSpPr>
            <p:spPr>
              <a:xfrm>
                <a:off x="9150540" y="4931219"/>
                <a:ext cx="209645" cy="9525"/>
              </a:xfrm>
              <a:custGeom>
                <a:avLst/>
                <a:gdLst>
                  <a:gd name="connsiteX0" fmla="*/ 0 w 209645"/>
                  <a:gd name="connsiteY0" fmla="*/ 0 h 9525"/>
                  <a:gd name="connsiteX1" fmla="*/ 209645 w 20964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9645" h="9525">
                    <a:moveTo>
                      <a:pt x="0" y="0"/>
                    </a:moveTo>
                    <a:lnTo>
                      <a:pt x="209645" y="0"/>
                    </a:lnTo>
                  </a:path>
                </a:pathLst>
              </a:custGeom>
              <a:ln w="22225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grpSp>
            <p:nvGrpSpPr>
              <p:cNvPr id="47" name="Рисунок 20">
                <a:extLst>
                  <a:ext uri="{FF2B5EF4-FFF2-40B4-BE49-F238E27FC236}">
                    <a16:creationId xmlns:a16="http://schemas.microsoft.com/office/drawing/2014/main" id="{FC156181-A375-5FDA-4297-45FE3B7484FE}"/>
                  </a:ext>
                </a:extLst>
              </p:cNvPr>
              <p:cNvGrpSpPr/>
              <p:nvPr/>
            </p:nvGrpSpPr>
            <p:grpSpPr>
              <a:xfrm>
                <a:off x="9192838" y="5088953"/>
                <a:ext cx="173063" cy="322706"/>
                <a:chOff x="9192838" y="5088953"/>
                <a:chExt cx="173063" cy="322706"/>
              </a:xfrm>
              <a:noFill/>
            </p:grpSpPr>
            <p:grpSp>
              <p:nvGrpSpPr>
                <p:cNvPr id="51" name="Рисунок 20">
                  <a:extLst>
                    <a:ext uri="{FF2B5EF4-FFF2-40B4-BE49-F238E27FC236}">
                      <a16:creationId xmlns:a16="http://schemas.microsoft.com/office/drawing/2014/main" id="{86B23D33-99FD-3103-4B58-9D189902171F}"/>
                    </a:ext>
                  </a:extLst>
                </p:cNvPr>
                <p:cNvGrpSpPr/>
                <p:nvPr/>
              </p:nvGrpSpPr>
              <p:grpSpPr>
                <a:xfrm>
                  <a:off x="9192838" y="5088953"/>
                  <a:ext cx="173063" cy="266890"/>
                  <a:chOff x="9192838" y="5088953"/>
                  <a:chExt cx="173063" cy="266890"/>
                </a:xfrm>
                <a:noFill/>
              </p:grpSpPr>
              <p:sp>
                <p:nvSpPr>
                  <p:cNvPr id="53" name="Полилиния: фигура 52">
                    <a:extLst>
                      <a:ext uri="{FF2B5EF4-FFF2-40B4-BE49-F238E27FC236}">
                        <a16:creationId xmlns:a16="http://schemas.microsoft.com/office/drawing/2014/main" id="{F0DA21BA-4F35-8969-2A12-8905E806E36E}"/>
                      </a:ext>
                    </a:extLst>
                  </p:cNvPr>
                  <p:cNvSpPr/>
                  <p:nvPr/>
                </p:nvSpPr>
                <p:spPr>
                  <a:xfrm>
                    <a:off x="9239694" y="5088953"/>
                    <a:ext cx="32765" cy="132397"/>
                  </a:xfrm>
                  <a:custGeom>
                    <a:avLst/>
                    <a:gdLst>
                      <a:gd name="connsiteX0" fmla="*/ 32766 w 32765"/>
                      <a:gd name="connsiteY0" fmla="*/ 105537 h 132397"/>
                      <a:gd name="connsiteX1" fmla="*/ 32766 w 32765"/>
                      <a:gd name="connsiteY1" fmla="*/ 16383 h 132397"/>
                      <a:gd name="connsiteX2" fmla="*/ 16383 w 32765"/>
                      <a:gd name="connsiteY2" fmla="*/ 0 h 132397"/>
                      <a:gd name="connsiteX3" fmla="*/ 16383 w 32765"/>
                      <a:gd name="connsiteY3" fmla="*/ 0 h 132397"/>
                      <a:gd name="connsiteX4" fmla="*/ 0 w 32765"/>
                      <a:gd name="connsiteY4" fmla="*/ 16383 h 132397"/>
                      <a:gd name="connsiteX5" fmla="*/ 0 w 32765"/>
                      <a:gd name="connsiteY5" fmla="*/ 132398 h 1323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2765" h="132397">
                        <a:moveTo>
                          <a:pt x="32766" y="105537"/>
                        </a:moveTo>
                        <a:lnTo>
                          <a:pt x="32766" y="16383"/>
                        </a:lnTo>
                        <a:cubicBezTo>
                          <a:pt x="32766" y="7334"/>
                          <a:pt x="25432" y="0"/>
                          <a:pt x="16383" y="0"/>
                        </a:cubicBezTo>
                        <a:lnTo>
                          <a:pt x="16383" y="0"/>
                        </a:lnTo>
                        <a:cubicBezTo>
                          <a:pt x="7334" y="0"/>
                          <a:pt x="0" y="7334"/>
                          <a:pt x="0" y="16383"/>
                        </a:cubicBezTo>
                        <a:lnTo>
                          <a:pt x="0" y="132398"/>
                        </a:lnTo>
                      </a:path>
                    </a:pathLst>
                  </a:custGeom>
                  <a:noFill/>
                  <a:ln w="22225" cap="rnd">
                    <a:solidFill>
                      <a:schemeClr val="bg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54" name="Полилиния: фигура 53">
                    <a:extLst>
                      <a:ext uri="{FF2B5EF4-FFF2-40B4-BE49-F238E27FC236}">
                        <a16:creationId xmlns:a16="http://schemas.microsoft.com/office/drawing/2014/main" id="{C954232D-0A1C-3FCD-C6E1-87362E829136}"/>
                      </a:ext>
                    </a:extLst>
                  </p:cNvPr>
                  <p:cNvSpPr/>
                  <p:nvPr/>
                </p:nvSpPr>
                <p:spPr>
                  <a:xfrm>
                    <a:off x="9288747" y="5152771"/>
                    <a:ext cx="16383" cy="41719"/>
                  </a:xfrm>
                  <a:custGeom>
                    <a:avLst/>
                    <a:gdLst>
                      <a:gd name="connsiteX0" fmla="*/ 16383 w 16383"/>
                      <a:gd name="connsiteY0" fmla="*/ 41720 h 41719"/>
                      <a:gd name="connsiteX1" fmla="*/ 16383 w 16383"/>
                      <a:gd name="connsiteY1" fmla="*/ 16383 h 41719"/>
                      <a:gd name="connsiteX2" fmla="*/ 0 w 16383"/>
                      <a:gd name="connsiteY2" fmla="*/ 0 h 41719"/>
                      <a:gd name="connsiteX3" fmla="*/ 0 w 16383"/>
                      <a:gd name="connsiteY3" fmla="*/ 0 h 417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383" h="41719">
                        <a:moveTo>
                          <a:pt x="16383" y="41720"/>
                        </a:moveTo>
                        <a:lnTo>
                          <a:pt x="16383" y="16383"/>
                        </a:lnTo>
                        <a:cubicBezTo>
                          <a:pt x="16383" y="7334"/>
                          <a:pt x="9049" y="0"/>
                          <a:pt x="0" y="0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22225" cap="rnd">
                    <a:solidFill>
                      <a:schemeClr val="bg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56" name="Полилиния: фигура 55">
                    <a:extLst>
                      <a:ext uri="{FF2B5EF4-FFF2-40B4-BE49-F238E27FC236}">
                        <a16:creationId xmlns:a16="http://schemas.microsoft.com/office/drawing/2014/main" id="{62123E68-2BD3-DEEC-00E4-829AFD2FB200}"/>
                      </a:ext>
                    </a:extLst>
                  </p:cNvPr>
                  <p:cNvSpPr/>
                  <p:nvPr/>
                </p:nvSpPr>
                <p:spPr>
                  <a:xfrm>
                    <a:off x="9321513" y="5163534"/>
                    <a:ext cx="16382" cy="30956"/>
                  </a:xfrm>
                  <a:custGeom>
                    <a:avLst/>
                    <a:gdLst>
                      <a:gd name="connsiteX0" fmla="*/ 16383 w 16382"/>
                      <a:gd name="connsiteY0" fmla="*/ 30956 h 30956"/>
                      <a:gd name="connsiteX1" fmla="*/ 16383 w 16382"/>
                      <a:gd name="connsiteY1" fmla="*/ 16383 h 30956"/>
                      <a:gd name="connsiteX2" fmla="*/ 0 w 16382"/>
                      <a:gd name="connsiteY2" fmla="*/ 0 h 30956"/>
                      <a:gd name="connsiteX3" fmla="*/ 0 w 16382"/>
                      <a:gd name="connsiteY3" fmla="*/ 0 h 309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382" h="30956">
                        <a:moveTo>
                          <a:pt x="16383" y="30956"/>
                        </a:moveTo>
                        <a:lnTo>
                          <a:pt x="16383" y="16383"/>
                        </a:lnTo>
                        <a:cubicBezTo>
                          <a:pt x="16383" y="7334"/>
                          <a:pt x="9049" y="0"/>
                          <a:pt x="0" y="0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22225" cap="rnd">
                    <a:solidFill>
                      <a:schemeClr val="bg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57" name="Полилиния: фигура 56">
                    <a:extLst>
                      <a:ext uri="{FF2B5EF4-FFF2-40B4-BE49-F238E27FC236}">
                        <a16:creationId xmlns:a16="http://schemas.microsoft.com/office/drawing/2014/main" id="{C93A6388-5BCC-63E2-8B7C-C2D216719669}"/>
                      </a:ext>
                    </a:extLst>
                  </p:cNvPr>
                  <p:cNvSpPr/>
                  <p:nvPr/>
                </p:nvSpPr>
                <p:spPr>
                  <a:xfrm>
                    <a:off x="9343974" y="5181346"/>
                    <a:ext cx="21927" cy="174497"/>
                  </a:xfrm>
                  <a:custGeom>
                    <a:avLst/>
                    <a:gdLst>
                      <a:gd name="connsiteX0" fmla="*/ 114 w 21927"/>
                      <a:gd name="connsiteY0" fmla="*/ 174498 h 174497"/>
                      <a:gd name="connsiteX1" fmla="*/ 1924 w 21927"/>
                      <a:gd name="connsiteY1" fmla="*/ 138589 h 174497"/>
                      <a:gd name="connsiteX2" fmla="*/ 6496 w 21927"/>
                      <a:gd name="connsiteY2" fmla="*/ 121539 h 174497"/>
                      <a:gd name="connsiteX3" fmla="*/ 21926 w 21927"/>
                      <a:gd name="connsiteY3" fmla="*/ 30194 h 174497"/>
                      <a:gd name="connsiteX4" fmla="*/ 21926 w 21927"/>
                      <a:gd name="connsiteY4" fmla="*/ 16383 h 174497"/>
                      <a:gd name="connsiteX5" fmla="*/ 5638 w 21927"/>
                      <a:gd name="connsiteY5" fmla="*/ 0 h 174497"/>
                      <a:gd name="connsiteX6" fmla="*/ 5638 w 21927"/>
                      <a:gd name="connsiteY6" fmla="*/ 0 h 1744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927" h="174497">
                        <a:moveTo>
                          <a:pt x="114" y="174498"/>
                        </a:moveTo>
                        <a:cubicBezTo>
                          <a:pt x="-553" y="144304"/>
                          <a:pt x="1924" y="138589"/>
                          <a:pt x="1924" y="138589"/>
                        </a:cubicBezTo>
                        <a:cubicBezTo>
                          <a:pt x="1924" y="138589"/>
                          <a:pt x="3352" y="131064"/>
                          <a:pt x="6496" y="121539"/>
                        </a:cubicBezTo>
                        <a:cubicBezTo>
                          <a:pt x="16021" y="92012"/>
                          <a:pt x="21164" y="61246"/>
                          <a:pt x="21926" y="30194"/>
                        </a:cubicBezTo>
                        <a:lnTo>
                          <a:pt x="21926" y="16383"/>
                        </a:lnTo>
                        <a:cubicBezTo>
                          <a:pt x="22021" y="7334"/>
                          <a:pt x="14687" y="0"/>
                          <a:pt x="5638" y="0"/>
                        </a:cubicBezTo>
                        <a:lnTo>
                          <a:pt x="5638" y="0"/>
                        </a:lnTo>
                      </a:path>
                    </a:pathLst>
                  </a:custGeom>
                  <a:noFill/>
                  <a:ln w="22225" cap="rnd">
                    <a:solidFill>
                      <a:schemeClr val="bg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58" name="Полилиния: фигура 57">
                    <a:extLst>
                      <a:ext uri="{FF2B5EF4-FFF2-40B4-BE49-F238E27FC236}">
                        <a16:creationId xmlns:a16="http://schemas.microsoft.com/office/drawing/2014/main" id="{A372497E-EE05-4167-785C-2EA5BABEECEE}"/>
                      </a:ext>
                    </a:extLst>
                  </p:cNvPr>
                  <p:cNvSpPr/>
                  <p:nvPr/>
                </p:nvSpPr>
                <p:spPr>
                  <a:xfrm>
                    <a:off x="9192838" y="5172487"/>
                    <a:ext cx="53047" cy="183356"/>
                  </a:xfrm>
                  <a:custGeom>
                    <a:avLst/>
                    <a:gdLst>
                      <a:gd name="connsiteX0" fmla="*/ 32092 w 53047"/>
                      <a:gd name="connsiteY0" fmla="*/ 6763 h 183356"/>
                      <a:gd name="connsiteX1" fmla="*/ 17424 w 53047"/>
                      <a:gd name="connsiteY1" fmla="*/ 0 h 183356"/>
                      <a:gd name="connsiteX2" fmla="*/ 17424 w 53047"/>
                      <a:gd name="connsiteY2" fmla="*/ 0 h 183356"/>
                      <a:gd name="connsiteX3" fmla="*/ 1041 w 53047"/>
                      <a:gd name="connsiteY3" fmla="*/ 10954 h 183356"/>
                      <a:gd name="connsiteX4" fmla="*/ 660 w 53047"/>
                      <a:gd name="connsiteY4" fmla="*/ 12478 h 183356"/>
                      <a:gd name="connsiteX5" fmla="*/ 2279 w 53047"/>
                      <a:gd name="connsiteY5" fmla="*/ 28956 h 183356"/>
                      <a:gd name="connsiteX6" fmla="*/ 8756 w 53047"/>
                      <a:gd name="connsiteY6" fmla="*/ 82201 h 183356"/>
                      <a:gd name="connsiteX7" fmla="*/ 18567 w 53047"/>
                      <a:gd name="connsiteY7" fmla="*/ 123444 h 183356"/>
                      <a:gd name="connsiteX8" fmla="*/ 36759 w 53047"/>
                      <a:gd name="connsiteY8" fmla="*/ 147733 h 183356"/>
                      <a:gd name="connsiteX9" fmla="*/ 53047 w 53047"/>
                      <a:gd name="connsiteY9" fmla="*/ 183356 h 183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53047" h="183356">
                        <a:moveTo>
                          <a:pt x="32092" y="6763"/>
                        </a:moveTo>
                        <a:cubicBezTo>
                          <a:pt x="28473" y="2572"/>
                          <a:pt x="23139" y="0"/>
                          <a:pt x="17424" y="0"/>
                        </a:cubicBezTo>
                        <a:lnTo>
                          <a:pt x="17424" y="0"/>
                        </a:lnTo>
                        <a:cubicBezTo>
                          <a:pt x="7708" y="0"/>
                          <a:pt x="2660" y="5525"/>
                          <a:pt x="1041" y="10954"/>
                        </a:cubicBezTo>
                        <a:cubicBezTo>
                          <a:pt x="850" y="11430"/>
                          <a:pt x="755" y="11906"/>
                          <a:pt x="660" y="12478"/>
                        </a:cubicBezTo>
                        <a:cubicBezTo>
                          <a:pt x="-674" y="18002"/>
                          <a:pt x="88" y="23717"/>
                          <a:pt x="2279" y="28956"/>
                        </a:cubicBezTo>
                        <a:cubicBezTo>
                          <a:pt x="6089" y="38195"/>
                          <a:pt x="12090" y="57150"/>
                          <a:pt x="8756" y="82201"/>
                        </a:cubicBezTo>
                        <a:cubicBezTo>
                          <a:pt x="6851" y="96679"/>
                          <a:pt x="10280" y="111443"/>
                          <a:pt x="18567" y="123444"/>
                        </a:cubicBezTo>
                        <a:cubicBezTo>
                          <a:pt x="23805" y="131064"/>
                          <a:pt x="30187" y="139732"/>
                          <a:pt x="36759" y="147733"/>
                        </a:cubicBezTo>
                        <a:cubicBezTo>
                          <a:pt x="36759" y="147733"/>
                          <a:pt x="53047" y="163830"/>
                          <a:pt x="53047" y="183356"/>
                        </a:cubicBezTo>
                      </a:path>
                    </a:pathLst>
                  </a:custGeom>
                  <a:noFill/>
                  <a:ln w="22225" cap="rnd">
                    <a:solidFill>
                      <a:schemeClr val="bg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61" name="Полилиния: фигура 60">
                    <a:extLst>
                      <a:ext uri="{FF2B5EF4-FFF2-40B4-BE49-F238E27FC236}">
                        <a16:creationId xmlns:a16="http://schemas.microsoft.com/office/drawing/2014/main" id="{3A0C79A6-D839-EC18-0922-19601A0DB823}"/>
                      </a:ext>
                    </a:extLst>
                  </p:cNvPr>
                  <p:cNvSpPr/>
                  <p:nvPr/>
                </p:nvSpPr>
                <p:spPr>
                  <a:xfrm>
                    <a:off x="9337896" y="5181346"/>
                    <a:ext cx="11715" cy="9525"/>
                  </a:xfrm>
                  <a:custGeom>
                    <a:avLst/>
                    <a:gdLst>
                      <a:gd name="connsiteX0" fmla="*/ 11716 w 11715"/>
                      <a:gd name="connsiteY0" fmla="*/ 0 h 9525"/>
                      <a:gd name="connsiteX1" fmla="*/ 0 w 1171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1715" h="9525">
                        <a:moveTo>
                          <a:pt x="11716" y="0"/>
                        </a:moveTo>
                        <a:lnTo>
                          <a:pt x="0" y="0"/>
                        </a:lnTo>
                      </a:path>
                    </a:pathLst>
                  </a:custGeom>
                  <a:ln w="22225" cap="rnd">
                    <a:solidFill>
                      <a:schemeClr val="bg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62" name="Полилиния: фигура 61">
                    <a:extLst>
                      <a:ext uri="{FF2B5EF4-FFF2-40B4-BE49-F238E27FC236}">
                        <a16:creationId xmlns:a16="http://schemas.microsoft.com/office/drawing/2014/main" id="{69C65914-BC98-9806-4B69-6C6095AA16A8}"/>
                      </a:ext>
                    </a:extLst>
                  </p:cNvPr>
                  <p:cNvSpPr/>
                  <p:nvPr/>
                </p:nvSpPr>
                <p:spPr>
                  <a:xfrm>
                    <a:off x="9304178" y="5163629"/>
                    <a:ext cx="17335" cy="9525"/>
                  </a:xfrm>
                  <a:custGeom>
                    <a:avLst/>
                    <a:gdLst>
                      <a:gd name="connsiteX0" fmla="*/ 17336 w 17335"/>
                      <a:gd name="connsiteY0" fmla="*/ 0 h 9525"/>
                      <a:gd name="connsiteX1" fmla="*/ 0 w 1733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7335" h="9525">
                        <a:moveTo>
                          <a:pt x="17336" y="0"/>
                        </a:moveTo>
                        <a:lnTo>
                          <a:pt x="0" y="0"/>
                        </a:lnTo>
                      </a:path>
                    </a:pathLst>
                  </a:custGeom>
                  <a:ln w="22225" cap="rnd">
                    <a:solidFill>
                      <a:schemeClr val="bg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63" name="Полилиния: фигура 62">
                    <a:extLst>
                      <a:ext uri="{FF2B5EF4-FFF2-40B4-BE49-F238E27FC236}">
                        <a16:creationId xmlns:a16="http://schemas.microsoft.com/office/drawing/2014/main" id="{C956A672-5D09-8204-2970-D388A0990081}"/>
                      </a:ext>
                    </a:extLst>
                  </p:cNvPr>
                  <p:cNvSpPr/>
                  <p:nvPr/>
                </p:nvSpPr>
                <p:spPr>
                  <a:xfrm>
                    <a:off x="9272460" y="5152771"/>
                    <a:ext cx="16287" cy="9525"/>
                  </a:xfrm>
                  <a:custGeom>
                    <a:avLst/>
                    <a:gdLst>
                      <a:gd name="connsiteX0" fmla="*/ 16288 w 16287"/>
                      <a:gd name="connsiteY0" fmla="*/ 0 h 9525"/>
                      <a:gd name="connsiteX1" fmla="*/ 0 w 16287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6287" h="9525">
                        <a:moveTo>
                          <a:pt x="16288" y="0"/>
                        </a:moveTo>
                        <a:lnTo>
                          <a:pt x="0" y="0"/>
                        </a:lnTo>
                      </a:path>
                    </a:pathLst>
                  </a:custGeom>
                  <a:ln w="22225" cap="rnd">
                    <a:solidFill>
                      <a:schemeClr val="bg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sp>
              <p:nvSpPr>
                <p:cNvPr id="52" name="Полилиния: фигура 51">
                  <a:extLst>
                    <a:ext uri="{FF2B5EF4-FFF2-40B4-BE49-F238E27FC236}">
                      <a16:creationId xmlns:a16="http://schemas.microsoft.com/office/drawing/2014/main" id="{CBDFF0E6-E4DC-0D0F-0F04-FDF8F763C60A}"/>
                    </a:ext>
                  </a:extLst>
                </p:cNvPr>
                <p:cNvSpPr/>
                <p:nvPr/>
              </p:nvSpPr>
              <p:spPr>
                <a:xfrm>
                  <a:off x="9227216" y="5355939"/>
                  <a:ext cx="135255" cy="55721"/>
                </a:xfrm>
                <a:custGeom>
                  <a:avLst/>
                  <a:gdLst>
                    <a:gd name="connsiteX0" fmla="*/ 0 w 135255"/>
                    <a:gd name="connsiteY0" fmla="*/ 55721 h 55721"/>
                    <a:gd name="connsiteX1" fmla="*/ 0 w 135255"/>
                    <a:gd name="connsiteY1" fmla="*/ 9239 h 55721"/>
                    <a:gd name="connsiteX2" fmla="*/ 9239 w 135255"/>
                    <a:gd name="connsiteY2" fmla="*/ 0 h 55721"/>
                    <a:gd name="connsiteX3" fmla="*/ 126016 w 135255"/>
                    <a:gd name="connsiteY3" fmla="*/ 0 h 55721"/>
                    <a:gd name="connsiteX4" fmla="*/ 135255 w 135255"/>
                    <a:gd name="connsiteY4" fmla="*/ 9239 h 55721"/>
                    <a:gd name="connsiteX5" fmla="*/ 135255 w 135255"/>
                    <a:gd name="connsiteY5" fmla="*/ 55721 h 557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5255" h="55721">
                      <a:moveTo>
                        <a:pt x="0" y="55721"/>
                      </a:moveTo>
                      <a:lnTo>
                        <a:pt x="0" y="9239"/>
                      </a:lnTo>
                      <a:cubicBezTo>
                        <a:pt x="0" y="4096"/>
                        <a:pt x="4191" y="0"/>
                        <a:pt x="9239" y="0"/>
                      </a:cubicBezTo>
                      <a:lnTo>
                        <a:pt x="126016" y="0"/>
                      </a:lnTo>
                      <a:cubicBezTo>
                        <a:pt x="131159" y="0"/>
                        <a:pt x="135255" y="4191"/>
                        <a:pt x="135255" y="9239"/>
                      </a:cubicBezTo>
                      <a:lnTo>
                        <a:pt x="135255" y="55721"/>
                      </a:lnTo>
                    </a:path>
                  </a:pathLst>
                </a:custGeom>
                <a:noFill/>
                <a:ln w="22225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4EAB1F81-B688-87C8-07E6-EB088298EB4D}"/>
                  </a:ext>
                </a:extLst>
              </p:cNvPr>
              <p:cNvSpPr/>
              <p:nvPr/>
            </p:nvSpPr>
            <p:spPr>
              <a:xfrm>
                <a:off x="8946228" y="5053520"/>
                <a:ext cx="153923" cy="43719"/>
              </a:xfrm>
              <a:custGeom>
                <a:avLst/>
                <a:gdLst>
                  <a:gd name="connsiteX0" fmla="*/ 0 w 153923"/>
                  <a:gd name="connsiteY0" fmla="*/ 43720 h 43719"/>
                  <a:gd name="connsiteX1" fmla="*/ 0 w 153923"/>
                  <a:gd name="connsiteY1" fmla="*/ 0 h 43719"/>
                  <a:gd name="connsiteX2" fmla="*/ 153924 w 153923"/>
                  <a:gd name="connsiteY2" fmla="*/ 0 h 43719"/>
                  <a:gd name="connsiteX3" fmla="*/ 153924 w 153923"/>
                  <a:gd name="connsiteY3" fmla="*/ 43720 h 43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23" h="43719">
                    <a:moveTo>
                      <a:pt x="0" y="43720"/>
                    </a:moveTo>
                    <a:lnTo>
                      <a:pt x="0" y="0"/>
                    </a:lnTo>
                    <a:lnTo>
                      <a:pt x="153924" y="0"/>
                    </a:lnTo>
                    <a:lnTo>
                      <a:pt x="153924" y="43720"/>
                    </a:lnTo>
                  </a:path>
                </a:pathLst>
              </a:custGeom>
              <a:noFill/>
              <a:ln w="22225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81D3423D-5F5E-934D-6305-D23526EA5242}"/>
                  </a:ext>
                </a:extLst>
              </p:cNvPr>
              <p:cNvSpPr/>
              <p:nvPr/>
            </p:nvSpPr>
            <p:spPr>
              <a:xfrm>
                <a:off x="8946228" y="5136388"/>
                <a:ext cx="153924" cy="29622"/>
              </a:xfrm>
              <a:custGeom>
                <a:avLst/>
                <a:gdLst>
                  <a:gd name="connsiteX0" fmla="*/ 0 w 153924"/>
                  <a:gd name="connsiteY0" fmla="*/ 0 h 29622"/>
                  <a:gd name="connsiteX1" fmla="*/ 153924 w 153924"/>
                  <a:gd name="connsiteY1" fmla="*/ 0 h 29622"/>
                  <a:gd name="connsiteX2" fmla="*/ 153924 w 153924"/>
                  <a:gd name="connsiteY2" fmla="*/ 29623 h 29622"/>
                  <a:gd name="connsiteX3" fmla="*/ 0 w 153924"/>
                  <a:gd name="connsiteY3" fmla="*/ 29623 h 2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24" h="29622">
                    <a:moveTo>
                      <a:pt x="0" y="0"/>
                    </a:moveTo>
                    <a:lnTo>
                      <a:pt x="153924" y="0"/>
                    </a:lnTo>
                    <a:lnTo>
                      <a:pt x="153924" y="29623"/>
                    </a:lnTo>
                    <a:lnTo>
                      <a:pt x="0" y="29623"/>
                    </a:lnTo>
                    <a:close/>
                  </a:path>
                </a:pathLst>
              </a:custGeom>
              <a:noFill/>
              <a:ln w="22225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BE42124A-EE0D-180B-526A-0BCF7B21B689}"/>
                  </a:ext>
                </a:extLst>
              </p:cNvPr>
              <p:cNvSpPr/>
              <p:nvPr/>
            </p:nvSpPr>
            <p:spPr>
              <a:xfrm>
                <a:off x="8946228" y="5201444"/>
                <a:ext cx="153924" cy="29622"/>
              </a:xfrm>
              <a:custGeom>
                <a:avLst/>
                <a:gdLst>
                  <a:gd name="connsiteX0" fmla="*/ 0 w 153924"/>
                  <a:gd name="connsiteY0" fmla="*/ 0 h 29622"/>
                  <a:gd name="connsiteX1" fmla="*/ 153924 w 153924"/>
                  <a:gd name="connsiteY1" fmla="*/ 0 h 29622"/>
                  <a:gd name="connsiteX2" fmla="*/ 153924 w 153924"/>
                  <a:gd name="connsiteY2" fmla="*/ 29623 h 29622"/>
                  <a:gd name="connsiteX3" fmla="*/ 0 w 153924"/>
                  <a:gd name="connsiteY3" fmla="*/ 29623 h 2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924" h="29622">
                    <a:moveTo>
                      <a:pt x="0" y="0"/>
                    </a:moveTo>
                    <a:lnTo>
                      <a:pt x="153924" y="0"/>
                    </a:lnTo>
                    <a:lnTo>
                      <a:pt x="153924" y="29623"/>
                    </a:lnTo>
                    <a:lnTo>
                      <a:pt x="0" y="29623"/>
                    </a:lnTo>
                    <a:close/>
                  </a:path>
                </a:pathLst>
              </a:custGeom>
              <a:noFill/>
              <a:ln w="22225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28" name="Группа 127">
            <a:extLst>
              <a:ext uri="{FF2B5EF4-FFF2-40B4-BE49-F238E27FC236}">
                <a16:creationId xmlns:a16="http://schemas.microsoft.com/office/drawing/2014/main" id="{1BA91A8A-2FC2-A860-09E5-B73E538747C3}"/>
              </a:ext>
            </a:extLst>
          </p:cNvPr>
          <p:cNvGrpSpPr/>
          <p:nvPr/>
        </p:nvGrpSpPr>
        <p:grpSpPr>
          <a:xfrm>
            <a:off x="10056932" y="3120345"/>
            <a:ext cx="838800" cy="838729"/>
            <a:chOff x="10537995" y="3157980"/>
            <a:chExt cx="838800" cy="838729"/>
          </a:xfrm>
        </p:grpSpPr>
        <p:sp>
          <p:nvSpPr>
            <p:cNvPr id="55" name="Овал 54">
              <a:extLst>
                <a:ext uri="{FF2B5EF4-FFF2-40B4-BE49-F238E27FC236}">
                  <a16:creationId xmlns:a16="http://schemas.microsoft.com/office/drawing/2014/main" id="{F5926F57-E10D-4301-B6C8-6F3FD05BC12B}"/>
                </a:ext>
              </a:extLst>
            </p:cNvPr>
            <p:cNvSpPr/>
            <p:nvPr/>
          </p:nvSpPr>
          <p:spPr>
            <a:xfrm>
              <a:off x="10537995" y="3157980"/>
              <a:ext cx="838800" cy="838729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ru-RU" sz="1799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6" name="Группа 125">
              <a:extLst>
                <a:ext uri="{FF2B5EF4-FFF2-40B4-BE49-F238E27FC236}">
                  <a16:creationId xmlns:a16="http://schemas.microsoft.com/office/drawing/2014/main" id="{9D761418-DFE2-D917-00FB-09B7FD537C39}"/>
                </a:ext>
              </a:extLst>
            </p:cNvPr>
            <p:cNvGrpSpPr/>
            <p:nvPr/>
          </p:nvGrpSpPr>
          <p:grpSpPr>
            <a:xfrm>
              <a:off x="10649467" y="3290548"/>
              <a:ext cx="615857" cy="613017"/>
              <a:chOff x="10649467" y="3270836"/>
              <a:chExt cx="615857" cy="613017"/>
            </a:xfrm>
          </p:grpSpPr>
          <p:grpSp>
            <p:nvGrpSpPr>
              <p:cNvPr id="69" name="Рисунок 17">
                <a:extLst>
                  <a:ext uri="{FF2B5EF4-FFF2-40B4-BE49-F238E27FC236}">
                    <a16:creationId xmlns:a16="http://schemas.microsoft.com/office/drawing/2014/main" id="{5987B234-56A6-252E-B3FF-D7BA28B71D3A}"/>
                  </a:ext>
                </a:extLst>
              </p:cNvPr>
              <p:cNvGrpSpPr/>
              <p:nvPr/>
            </p:nvGrpSpPr>
            <p:grpSpPr>
              <a:xfrm>
                <a:off x="11076189" y="3270836"/>
                <a:ext cx="184927" cy="573048"/>
                <a:chOff x="8382636" y="9565855"/>
                <a:chExt cx="1129493" cy="3500056"/>
              </a:xfrm>
              <a:noFill/>
            </p:grpSpPr>
            <p:sp>
              <p:nvSpPr>
                <p:cNvPr id="106" name="Полилиния: фигура 105">
                  <a:extLst>
                    <a:ext uri="{FF2B5EF4-FFF2-40B4-BE49-F238E27FC236}">
                      <a16:creationId xmlns:a16="http://schemas.microsoft.com/office/drawing/2014/main" id="{8E90BE6F-C10C-32D2-9DA3-D871CCF036AD}"/>
                    </a:ext>
                  </a:extLst>
                </p:cNvPr>
                <p:cNvSpPr/>
                <p:nvPr/>
              </p:nvSpPr>
              <p:spPr>
                <a:xfrm>
                  <a:off x="8686014" y="9565855"/>
                  <a:ext cx="523113" cy="523112"/>
                </a:xfrm>
                <a:custGeom>
                  <a:avLst/>
                  <a:gdLst>
                    <a:gd name="connsiteX0" fmla="*/ 523113 w 523113"/>
                    <a:gd name="connsiteY0" fmla="*/ 261556 h 523112"/>
                    <a:gd name="connsiteX1" fmla="*/ 261556 w 523113"/>
                    <a:gd name="connsiteY1" fmla="*/ 523113 h 523112"/>
                    <a:gd name="connsiteX2" fmla="*/ 0 w 523113"/>
                    <a:gd name="connsiteY2" fmla="*/ 261556 h 523112"/>
                    <a:gd name="connsiteX3" fmla="*/ 261556 w 523113"/>
                    <a:gd name="connsiteY3" fmla="*/ 0 h 523112"/>
                    <a:gd name="connsiteX4" fmla="*/ 523113 w 523113"/>
                    <a:gd name="connsiteY4" fmla="*/ 261556 h 523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3113" h="523112">
                      <a:moveTo>
                        <a:pt x="523113" y="261556"/>
                      </a:moveTo>
                      <a:cubicBezTo>
                        <a:pt x="523113" y="406051"/>
                        <a:pt x="405955" y="523113"/>
                        <a:pt x="261556" y="523113"/>
                      </a:cubicBezTo>
                      <a:cubicBezTo>
                        <a:pt x="117157" y="523113"/>
                        <a:pt x="0" y="405956"/>
                        <a:pt x="0" y="261556"/>
                      </a:cubicBezTo>
                      <a:cubicBezTo>
                        <a:pt x="0" y="117157"/>
                        <a:pt x="117157" y="0"/>
                        <a:pt x="261556" y="0"/>
                      </a:cubicBezTo>
                      <a:cubicBezTo>
                        <a:pt x="405955" y="0"/>
                        <a:pt x="523113" y="117157"/>
                        <a:pt x="523113" y="261556"/>
                      </a:cubicBezTo>
                    </a:path>
                  </a:pathLst>
                </a:custGeom>
                <a:noFill/>
                <a:ln w="1587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07" name="Полилиния: фигура 106">
                  <a:extLst>
                    <a:ext uri="{FF2B5EF4-FFF2-40B4-BE49-F238E27FC236}">
                      <a16:creationId xmlns:a16="http://schemas.microsoft.com/office/drawing/2014/main" id="{1AC98E25-1F49-7A67-0A35-984C822DAF3D}"/>
                    </a:ext>
                  </a:extLst>
                </p:cNvPr>
                <p:cNvSpPr/>
                <p:nvPr/>
              </p:nvSpPr>
              <p:spPr>
                <a:xfrm>
                  <a:off x="8382636" y="10237367"/>
                  <a:ext cx="1129493" cy="2828543"/>
                </a:xfrm>
                <a:custGeom>
                  <a:avLst/>
                  <a:gdLst>
                    <a:gd name="connsiteX0" fmla="*/ 1106621 w 1129493"/>
                    <a:gd name="connsiteY0" fmla="*/ 6096 h 2828543"/>
                    <a:gd name="connsiteX1" fmla="*/ 719716 w 1129493"/>
                    <a:gd name="connsiteY1" fmla="*/ 0 h 2828543"/>
                    <a:gd name="connsiteX2" fmla="*/ 657613 w 1129493"/>
                    <a:gd name="connsiteY2" fmla="*/ 0 h 2828543"/>
                    <a:gd name="connsiteX3" fmla="*/ 463970 w 1129493"/>
                    <a:gd name="connsiteY3" fmla="*/ 0 h 2828543"/>
                    <a:gd name="connsiteX4" fmla="*/ 410058 w 1129493"/>
                    <a:gd name="connsiteY4" fmla="*/ 0 h 2828543"/>
                    <a:gd name="connsiteX5" fmla="*/ 18104 w 1129493"/>
                    <a:gd name="connsiteY5" fmla="*/ 6001 h 2828543"/>
                    <a:gd name="connsiteX6" fmla="*/ 7 w 1129493"/>
                    <a:gd name="connsiteY6" fmla="*/ 1308354 h 2828543"/>
                    <a:gd name="connsiteX7" fmla="*/ 78017 w 1129493"/>
                    <a:gd name="connsiteY7" fmla="*/ 1387507 h 2828543"/>
                    <a:gd name="connsiteX8" fmla="*/ 78017 w 1129493"/>
                    <a:gd name="connsiteY8" fmla="*/ 1387507 h 2828543"/>
                    <a:gd name="connsiteX9" fmla="*/ 155931 w 1129493"/>
                    <a:gd name="connsiteY9" fmla="*/ 1314641 h 2828543"/>
                    <a:gd name="connsiteX10" fmla="*/ 214510 w 1129493"/>
                    <a:gd name="connsiteY10" fmla="*/ 433388 h 2828543"/>
                    <a:gd name="connsiteX11" fmla="*/ 252610 w 1129493"/>
                    <a:gd name="connsiteY11" fmla="*/ 2689384 h 2828543"/>
                    <a:gd name="connsiteX12" fmla="*/ 394151 w 1129493"/>
                    <a:gd name="connsiteY12" fmla="*/ 2828544 h 2828543"/>
                    <a:gd name="connsiteX13" fmla="*/ 394151 w 1129493"/>
                    <a:gd name="connsiteY13" fmla="*/ 2828544 h 2828543"/>
                    <a:gd name="connsiteX14" fmla="*/ 535693 w 1129493"/>
                    <a:gd name="connsiteY14" fmla="*/ 2687384 h 2828543"/>
                    <a:gd name="connsiteX15" fmla="*/ 538741 w 1129493"/>
                    <a:gd name="connsiteY15" fmla="*/ 1387507 h 2828543"/>
                    <a:gd name="connsiteX16" fmla="*/ 591605 w 1129493"/>
                    <a:gd name="connsiteY16" fmla="*/ 1387316 h 2828543"/>
                    <a:gd name="connsiteX17" fmla="*/ 591605 w 1129493"/>
                    <a:gd name="connsiteY17" fmla="*/ 2685860 h 2828543"/>
                    <a:gd name="connsiteX18" fmla="*/ 732003 w 1129493"/>
                    <a:gd name="connsiteY18" fmla="*/ 2827401 h 2828543"/>
                    <a:gd name="connsiteX19" fmla="*/ 734575 w 1129493"/>
                    <a:gd name="connsiteY19" fmla="*/ 2827401 h 2828543"/>
                    <a:gd name="connsiteX20" fmla="*/ 877259 w 1129493"/>
                    <a:gd name="connsiteY20" fmla="*/ 2688241 h 2828543"/>
                    <a:gd name="connsiteX21" fmla="*/ 915359 w 1129493"/>
                    <a:gd name="connsiteY21" fmla="*/ 433292 h 2828543"/>
                    <a:gd name="connsiteX22" fmla="*/ 973938 w 1129493"/>
                    <a:gd name="connsiteY22" fmla="*/ 1315593 h 2828543"/>
                    <a:gd name="connsiteX23" fmla="*/ 1050710 w 1129493"/>
                    <a:gd name="connsiteY23" fmla="*/ 1387412 h 2828543"/>
                    <a:gd name="connsiteX24" fmla="*/ 1052615 w 1129493"/>
                    <a:gd name="connsiteY24" fmla="*/ 1387412 h 2828543"/>
                    <a:gd name="connsiteX25" fmla="*/ 1129482 w 1129493"/>
                    <a:gd name="connsiteY25" fmla="*/ 1309116 h 2828543"/>
                    <a:gd name="connsiteX26" fmla="*/ 1106621 w 1129493"/>
                    <a:gd name="connsiteY26" fmla="*/ 5906 h 2828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29493" h="2828543">
                      <a:moveTo>
                        <a:pt x="1106621" y="6096"/>
                      </a:moveTo>
                      <a:lnTo>
                        <a:pt x="719716" y="0"/>
                      </a:lnTo>
                      <a:lnTo>
                        <a:pt x="657613" y="0"/>
                      </a:lnTo>
                      <a:cubicBezTo>
                        <a:pt x="657613" y="0"/>
                        <a:pt x="463970" y="0"/>
                        <a:pt x="463970" y="0"/>
                      </a:cubicBezTo>
                      <a:lnTo>
                        <a:pt x="410058" y="0"/>
                      </a:lnTo>
                      <a:cubicBezTo>
                        <a:pt x="410058" y="0"/>
                        <a:pt x="18104" y="6001"/>
                        <a:pt x="18104" y="6001"/>
                      </a:cubicBezTo>
                      <a:lnTo>
                        <a:pt x="7" y="1308354"/>
                      </a:lnTo>
                      <a:cubicBezTo>
                        <a:pt x="-565" y="1351883"/>
                        <a:pt x="34487" y="1387507"/>
                        <a:pt x="78017" y="1387507"/>
                      </a:cubicBezTo>
                      <a:lnTo>
                        <a:pt x="78017" y="1387507"/>
                      </a:lnTo>
                      <a:cubicBezTo>
                        <a:pt x="119069" y="1387507"/>
                        <a:pt x="153169" y="1355598"/>
                        <a:pt x="155931" y="1314641"/>
                      </a:cubicBezTo>
                      <a:lnTo>
                        <a:pt x="214510" y="433388"/>
                      </a:lnTo>
                      <a:lnTo>
                        <a:pt x="252610" y="2689384"/>
                      </a:lnTo>
                      <a:cubicBezTo>
                        <a:pt x="253943" y="2766632"/>
                        <a:pt x="316904" y="2828544"/>
                        <a:pt x="394151" y="2828544"/>
                      </a:cubicBezTo>
                      <a:lnTo>
                        <a:pt x="394151" y="2828544"/>
                      </a:lnTo>
                      <a:cubicBezTo>
                        <a:pt x="472161" y="2828544"/>
                        <a:pt x="535502" y="2765393"/>
                        <a:pt x="535693" y="2687384"/>
                      </a:cubicBezTo>
                      <a:lnTo>
                        <a:pt x="538741" y="1387507"/>
                      </a:lnTo>
                      <a:lnTo>
                        <a:pt x="591605" y="1387316"/>
                      </a:lnTo>
                      <a:lnTo>
                        <a:pt x="591605" y="2685860"/>
                      </a:lnTo>
                      <a:cubicBezTo>
                        <a:pt x="591605" y="2763584"/>
                        <a:pt x="654279" y="2826734"/>
                        <a:pt x="732003" y="2827401"/>
                      </a:cubicBezTo>
                      <a:lnTo>
                        <a:pt x="734575" y="2827401"/>
                      </a:lnTo>
                      <a:cubicBezTo>
                        <a:pt x="812299" y="2828068"/>
                        <a:pt x="875926" y="2765965"/>
                        <a:pt x="877259" y="2688241"/>
                      </a:cubicBezTo>
                      <a:lnTo>
                        <a:pt x="915359" y="433292"/>
                      </a:lnTo>
                      <a:lnTo>
                        <a:pt x="973938" y="1315593"/>
                      </a:lnTo>
                      <a:cubicBezTo>
                        <a:pt x="976605" y="1355979"/>
                        <a:pt x="1010133" y="1387412"/>
                        <a:pt x="1050710" y="1387412"/>
                      </a:cubicBezTo>
                      <a:lnTo>
                        <a:pt x="1052615" y="1387412"/>
                      </a:lnTo>
                      <a:cubicBezTo>
                        <a:pt x="1095573" y="1387412"/>
                        <a:pt x="1130243" y="1352169"/>
                        <a:pt x="1129482" y="1309116"/>
                      </a:cubicBezTo>
                      <a:lnTo>
                        <a:pt x="1106621" y="5906"/>
                      </a:lnTo>
                      <a:close/>
                    </a:path>
                  </a:pathLst>
                </a:custGeom>
                <a:noFill/>
                <a:ln w="1587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sp>
            <p:nvSpPr>
              <p:cNvPr id="70" name="Полилиния: фигура 69">
                <a:extLst>
                  <a:ext uri="{FF2B5EF4-FFF2-40B4-BE49-F238E27FC236}">
                    <a16:creationId xmlns:a16="http://schemas.microsoft.com/office/drawing/2014/main" id="{B62FD6C3-DA7F-D50B-40A8-50BD1C5F5493}"/>
                  </a:ext>
                </a:extLst>
              </p:cNvPr>
              <p:cNvSpPr/>
              <p:nvPr/>
            </p:nvSpPr>
            <p:spPr>
              <a:xfrm>
                <a:off x="11232933" y="3639856"/>
                <a:ext cx="32391" cy="88844"/>
              </a:xfrm>
              <a:custGeom>
                <a:avLst/>
                <a:gdLst>
                  <a:gd name="connsiteX0" fmla="*/ 0 w 197834"/>
                  <a:gd name="connsiteY0" fmla="*/ 0 h 542639"/>
                  <a:gd name="connsiteX1" fmla="*/ 197834 w 197834"/>
                  <a:gd name="connsiteY1" fmla="*/ 0 h 542639"/>
                  <a:gd name="connsiteX2" fmla="*/ 197834 w 197834"/>
                  <a:gd name="connsiteY2" fmla="*/ 542639 h 542639"/>
                  <a:gd name="connsiteX3" fmla="*/ 0 w 197834"/>
                  <a:gd name="connsiteY3" fmla="*/ 542639 h 542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834" h="542639">
                    <a:moveTo>
                      <a:pt x="0" y="0"/>
                    </a:moveTo>
                    <a:lnTo>
                      <a:pt x="197834" y="0"/>
                    </a:lnTo>
                    <a:lnTo>
                      <a:pt x="197834" y="542639"/>
                    </a:lnTo>
                    <a:lnTo>
                      <a:pt x="0" y="542639"/>
                    </a:lnTo>
                    <a:close/>
                  </a:path>
                </a:pathLst>
              </a:custGeom>
              <a:noFill/>
              <a:ln w="15875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1" name="Полилиния: фигура 70">
                <a:extLst>
                  <a:ext uri="{FF2B5EF4-FFF2-40B4-BE49-F238E27FC236}">
                    <a16:creationId xmlns:a16="http://schemas.microsoft.com/office/drawing/2014/main" id="{3496332C-D903-AB7B-6168-F0C09F16B489}"/>
                  </a:ext>
                </a:extLst>
              </p:cNvPr>
              <p:cNvSpPr/>
              <p:nvPr/>
            </p:nvSpPr>
            <p:spPr>
              <a:xfrm>
                <a:off x="11244427" y="3612332"/>
                <a:ext cx="9419" cy="25529"/>
              </a:xfrm>
              <a:custGeom>
                <a:avLst/>
                <a:gdLst>
                  <a:gd name="connsiteX0" fmla="*/ 0 w 57531"/>
                  <a:gd name="connsiteY0" fmla="*/ 0 h 155924"/>
                  <a:gd name="connsiteX1" fmla="*/ 57531 w 57531"/>
                  <a:gd name="connsiteY1" fmla="*/ 0 h 155924"/>
                  <a:gd name="connsiteX2" fmla="*/ 57531 w 57531"/>
                  <a:gd name="connsiteY2" fmla="*/ 155924 h 155924"/>
                  <a:gd name="connsiteX3" fmla="*/ 0 w 57531"/>
                  <a:gd name="connsiteY3" fmla="*/ 155924 h 1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531" h="155924">
                    <a:moveTo>
                      <a:pt x="0" y="0"/>
                    </a:moveTo>
                    <a:lnTo>
                      <a:pt x="57531" y="0"/>
                    </a:lnTo>
                    <a:lnTo>
                      <a:pt x="57531" y="155924"/>
                    </a:lnTo>
                    <a:lnTo>
                      <a:pt x="0" y="155924"/>
                    </a:lnTo>
                    <a:close/>
                  </a:path>
                </a:pathLst>
              </a:custGeom>
              <a:noFill/>
              <a:ln w="15875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grpSp>
            <p:nvGrpSpPr>
              <p:cNvPr id="72" name="Рисунок 17">
                <a:extLst>
                  <a:ext uri="{FF2B5EF4-FFF2-40B4-BE49-F238E27FC236}">
                    <a16:creationId xmlns:a16="http://schemas.microsoft.com/office/drawing/2014/main" id="{95C1DAE1-8146-17FE-AD72-6ADF19B8EDDC}"/>
                  </a:ext>
                </a:extLst>
              </p:cNvPr>
              <p:cNvGrpSpPr/>
              <p:nvPr/>
            </p:nvGrpSpPr>
            <p:grpSpPr>
              <a:xfrm>
                <a:off x="10649467" y="3271381"/>
                <a:ext cx="184927" cy="573032"/>
                <a:chOff x="5776310" y="9569188"/>
                <a:chExt cx="1129493" cy="3499961"/>
              </a:xfrm>
              <a:noFill/>
            </p:grpSpPr>
            <p:sp>
              <p:nvSpPr>
                <p:cNvPr id="104" name="Полилиния: фигура 103">
                  <a:extLst>
                    <a:ext uri="{FF2B5EF4-FFF2-40B4-BE49-F238E27FC236}">
                      <a16:creationId xmlns:a16="http://schemas.microsoft.com/office/drawing/2014/main" id="{031C6791-244A-99F4-BC95-295DCA5A14C8}"/>
                    </a:ext>
                  </a:extLst>
                </p:cNvPr>
                <p:cNvSpPr/>
                <p:nvPr/>
              </p:nvSpPr>
              <p:spPr>
                <a:xfrm>
                  <a:off x="6079689" y="9569188"/>
                  <a:ext cx="523113" cy="523113"/>
                </a:xfrm>
                <a:custGeom>
                  <a:avLst/>
                  <a:gdLst>
                    <a:gd name="connsiteX0" fmla="*/ 523113 w 523113"/>
                    <a:gd name="connsiteY0" fmla="*/ 261557 h 523113"/>
                    <a:gd name="connsiteX1" fmla="*/ 261557 w 523113"/>
                    <a:gd name="connsiteY1" fmla="*/ 523113 h 523113"/>
                    <a:gd name="connsiteX2" fmla="*/ 0 w 523113"/>
                    <a:gd name="connsiteY2" fmla="*/ 261557 h 523113"/>
                    <a:gd name="connsiteX3" fmla="*/ 261557 w 523113"/>
                    <a:gd name="connsiteY3" fmla="*/ 0 h 523113"/>
                    <a:gd name="connsiteX4" fmla="*/ 523113 w 523113"/>
                    <a:gd name="connsiteY4" fmla="*/ 261557 h 5231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3113" h="523113">
                      <a:moveTo>
                        <a:pt x="523113" y="261557"/>
                      </a:moveTo>
                      <a:cubicBezTo>
                        <a:pt x="523113" y="406051"/>
                        <a:pt x="405956" y="523113"/>
                        <a:pt x="261557" y="523113"/>
                      </a:cubicBezTo>
                      <a:cubicBezTo>
                        <a:pt x="117157" y="523113"/>
                        <a:pt x="0" y="405956"/>
                        <a:pt x="0" y="261557"/>
                      </a:cubicBezTo>
                      <a:cubicBezTo>
                        <a:pt x="0" y="117158"/>
                        <a:pt x="117157" y="0"/>
                        <a:pt x="261557" y="0"/>
                      </a:cubicBezTo>
                      <a:cubicBezTo>
                        <a:pt x="405956" y="0"/>
                        <a:pt x="523113" y="117158"/>
                        <a:pt x="523113" y="261557"/>
                      </a:cubicBezTo>
                    </a:path>
                  </a:pathLst>
                </a:custGeom>
                <a:noFill/>
                <a:ln w="15875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105" name="Полилиния: фигура 104">
                  <a:extLst>
                    <a:ext uri="{FF2B5EF4-FFF2-40B4-BE49-F238E27FC236}">
                      <a16:creationId xmlns:a16="http://schemas.microsoft.com/office/drawing/2014/main" id="{9E6E5D32-9530-62D2-18FE-4B4C1FA3A126}"/>
                    </a:ext>
                  </a:extLst>
                </p:cNvPr>
                <p:cNvSpPr/>
                <p:nvPr/>
              </p:nvSpPr>
              <p:spPr>
                <a:xfrm>
                  <a:off x="5776310" y="10240605"/>
                  <a:ext cx="1129493" cy="2828543"/>
                </a:xfrm>
                <a:custGeom>
                  <a:avLst/>
                  <a:gdLst>
                    <a:gd name="connsiteX0" fmla="*/ 1106621 w 1129493"/>
                    <a:gd name="connsiteY0" fmla="*/ 6096 h 2828543"/>
                    <a:gd name="connsiteX1" fmla="*/ 719716 w 1129493"/>
                    <a:gd name="connsiteY1" fmla="*/ 0 h 2828543"/>
                    <a:gd name="connsiteX2" fmla="*/ 657613 w 1129493"/>
                    <a:gd name="connsiteY2" fmla="*/ 0 h 2828543"/>
                    <a:gd name="connsiteX3" fmla="*/ 463970 w 1129493"/>
                    <a:gd name="connsiteY3" fmla="*/ 0 h 2828543"/>
                    <a:gd name="connsiteX4" fmla="*/ 410058 w 1129493"/>
                    <a:gd name="connsiteY4" fmla="*/ 0 h 2828543"/>
                    <a:gd name="connsiteX5" fmla="*/ 18104 w 1129493"/>
                    <a:gd name="connsiteY5" fmla="*/ 6001 h 2828543"/>
                    <a:gd name="connsiteX6" fmla="*/ 7 w 1129493"/>
                    <a:gd name="connsiteY6" fmla="*/ 1308354 h 2828543"/>
                    <a:gd name="connsiteX7" fmla="*/ 78017 w 1129493"/>
                    <a:gd name="connsiteY7" fmla="*/ 1387507 h 2828543"/>
                    <a:gd name="connsiteX8" fmla="*/ 78017 w 1129493"/>
                    <a:gd name="connsiteY8" fmla="*/ 1387507 h 2828543"/>
                    <a:gd name="connsiteX9" fmla="*/ 155931 w 1129493"/>
                    <a:gd name="connsiteY9" fmla="*/ 1314641 h 2828543"/>
                    <a:gd name="connsiteX10" fmla="*/ 214510 w 1129493"/>
                    <a:gd name="connsiteY10" fmla="*/ 433388 h 2828543"/>
                    <a:gd name="connsiteX11" fmla="*/ 252610 w 1129493"/>
                    <a:gd name="connsiteY11" fmla="*/ 2689384 h 2828543"/>
                    <a:gd name="connsiteX12" fmla="*/ 394151 w 1129493"/>
                    <a:gd name="connsiteY12" fmla="*/ 2828544 h 2828543"/>
                    <a:gd name="connsiteX13" fmla="*/ 394151 w 1129493"/>
                    <a:gd name="connsiteY13" fmla="*/ 2828544 h 2828543"/>
                    <a:gd name="connsiteX14" fmla="*/ 535693 w 1129493"/>
                    <a:gd name="connsiteY14" fmla="*/ 2687384 h 2828543"/>
                    <a:gd name="connsiteX15" fmla="*/ 538741 w 1129493"/>
                    <a:gd name="connsiteY15" fmla="*/ 1387507 h 2828543"/>
                    <a:gd name="connsiteX16" fmla="*/ 591605 w 1129493"/>
                    <a:gd name="connsiteY16" fmla="*/ 1387316 h 2828543"/>
                    <a:gd name="connsiteX17" fmla="*/ 591605 w 1129493"/>
                    <a:gd name="connsiteY17" fmla="*/ 2685860 h 2828543"/>
                    <a:gd name="connsiteX18" fmla="*/ 732003 w 1129493"/>
                    <a:gd name="connsiteY18" fmla="*/ 2827401 h 2828543"/>
                    <a:gd name="connsiteX19" fmla="*/ 734575 w 1129493"/>
                    <a:gd name="connsiteY19" fmla="*/ 2827401 h 2828543"/>
                    <a:gd name="connsiteX20" fmla="*/ 877259 w 1129493"/>
                    <a:gd name="connsiteY20" fmla="*/ 2688241 h 2828543"/>
                    <a:gd name="connsiteX21" fmla="*/ 915359 w 1129493"/>
                    <a:gd name="connsiteY21" fmla="*/ 433292 h 2828543"/>
                    <a:gd name="connsiteX22" fmla="*/ 973938 w 1129493"/>
                    <a:gd name="connsiteY22" fmla="*/ 1315593 h 2828543"/>
                    <a:gd name="connsiteX23" fmla="*/ 1050710 w 1129493"/>
                    <a:gd name="connsiteY23" fmla="*/ 1387412 h 2828543"/>
                    <a:gd name="connsiteX24" fmla="*/ 1052615 w 1129493"/>
                    <a:gd name="connsiteY24" fmla="*/ 1387412 h 2828543"/>
                    <a:gd name="connsiteX25" fmla="*/ 1129481 w 1129493"/>
                    <a:gd name="connsiteY25" fmla="*/ 1309116 h 2828543"/>
                    <a:gd name="connsiteX26" fmla="*/ 1106621 w 1129493"/>
                    <a:gd name="connsiteY26" fmla="*/ 5906 h 2828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29493" h="2828543">
                      <a:moveTo>
                        <a:pt x="1106621" y="6096"/>
                      </a:moveTo>
                      <a:lnTo>
                        <a:pt x="719716" y="0"/>
                      </a:lnTo>
                      <a:lnTo>
                        <a:pt x="657613" y="0"/>
                      </a:lnTo>
                      <a:cubicBezTo>
                        <a:pt x="657613" y="0"/>
                        <a:pt x="463970" y="0"/>
                        <a:pt x="463970" y="0"/>
                      </a:cubicBezTo>
                      <a:lnTo>
                        <a:pt x="410058" y="0"/>
                      </a:lnTo>
                      <a:cubicBezTo>
                        <a:pt x="410058" y="0"/>
                        <a:pt x="18104" y="6001"/>
                        <a:pt x="18104" y="6001"/>
                      </a:cubicBezTo>
                      <a:lnTo>
                        <a:pt x="7" y="1308354"/>
                      </a:lnTo>
                      <a:cubicBezTo>
                        <a:pt x="-565" y="1351883"/>
                        <a:pt x="34487" y="1387507"/>
                        <a:pt x="78017" y="1387507"/>
                      </a:cubicBezTo>
                      <a:lnTo>
                        <a:pt x="78017" y="1387507"/>
                      </a:lnTo>
                      <a:cubicBezTo>
                        <a:pt x="119069" y="1387507"/>
                        <a:pt x="153169" y="1355598"/>
                        <a:pt x="155931" y="1314641"/>
                      </a:cubicBezTo>
                      <a:lnTo>
                        <a:pt x="214510" y="433388"/>
                      </a:lnTo>
                      <a:lnTo>
                        <a:pt x="252610" y="2689384"/>
                      </a:lnTo>
                      <a:cubicBezTo>
                        <a:pt x="253943" y="2766632"/>
                        <a:pt x="316904" y="2828544"/>
                        <a:pt x="394151" y="2828544"/>
                      </a:cubicBezTo>
                      <a:lnTo>
                        <a:pt x="394151" y="2828544"/>
                      </a:lnTo>
                      <a:cubicBezTo>
                        <a:pt x="472161" y="2828544"/>
                        <a:pt x="535502" y="2765394"/>
                        <a:pt x="535693" y="2687384"/>
                      </a:cubicBezTo>
                      <a:lnTo>
                        <a:pt x="538741" y="1387507"/>
                      </a:lnTo>
                      <a:lnTo>
                        <a:pt x="591605" y="1387316"/>
                      </a:lnTo>
                      <a:lnTo>
                        <a:pt x="591605" y="2685860"/>
                      </a:lnTo>
                      <a:cubicBezTo>
                        <a:pt x="591605" y="2763584"/>
                        <a:pt x="654279" y="2826734"/>
                        <a:pt x="732003" y="2827401"/>
                      </a:cubicBezTo>
                      <a:lnTo>
                        <a:pt x="734575" y="2827401"/>
                      </a:lnTo>
                      <a:cubicBezTo>
                        <a:pt x="812299" y="2828068"/>
                        <a:pt x="875926" y="2765965"/>
                        <a:pt x="877259" y="2688241"/>
                      </a:cubicBezTo>
                      <a:lnTo>
                        <a:pt x="915359" y="433292"/>
                      </a:lnTo>
                      <a:lnTo>
                        <a:pt x="973938" y="1315593"/>
                      </a:lnTo>
                      <a:cubicBezTo>
                        <a:pt x="976605" y="1355979"/>
                        <a:pt x="1010133" y="1387412"/>
                        <a:pt x="1050710" y="1387412"/>
                      </a:cubicBezTo>
                      <a:lnTo>
                        <a:pt x="1052615" y="1387412"/>
                      </a:lnTo>
                      <a:cubicBezTo>
                        <a:pt x="1095572" y="1387412"/>
                        <a:pt x="1130243" y="1352169"/>
                        <a:pt x="1129481" y="1309116"/>
                      </a:cubicBezTo>
                      <a:lnTo>
                        <a:pt x="1106621" y="5906"/>
                      </a:lnTo>
                      <a:close/>
                    </a:path>
                  </a:pathLst>
                </a:custGeom>
                <a:noFill/>
                <a:ln w="1587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73" name="Группа 72">
                <a:extLst>
                  <a:ext uri="{FF2B5EF4-FFF2-40B4-BE49-F238E27FC236}">
                    <a16:creationId xmlns:a16="http://schemas.microsoft.com/office/drawing/2014/main" id="{58A15556-53EB-89EC-5C80-F9FD61C18F07}"/>
                  </a:ext>
                </a:extLst>
              </p:cNvPr>
              <p:cNvGrpSpPr/>
              <p:nvPr/>
            </p:nvGrpSpPr>
            <p:grpSpPr>
              <a:xfrm>
                <a:off x="10720799" y="3380779"/>
                <a:ext cx="469062" cy="163979"/>
                <a:chOff x="6211991" y="10237367"/>
                <a:chExt cx="2864929" cy="1001553"/>
              </a:xfrm>
            </p:grpSpPr>
            <p:grpSp>
              <p:nvGrpSpPr>
                <p:cNvPr id="81" name="Рисунок 17">
                  <a:extLst>
                    <a:ext uri="{FF2B5EF4-FFF2-40B4-BE49-F238E27FC236}">
                      <a16:creationId xmlns:a16="http://schemas.microsoft.com/office/drawing/2014/main" id="{9ACA9970-6266-62CF-3C50-9814D757B372}"/>
                    </a:ext>
                  </a:extLst>
                </p:cNvPr>
                <p:cNvGrpSpPr/>
                <p:nvPr/>
              </p:nvGrpSpPr>
              <p:grpSpPr>
                <a:xfrm>
                  <a:off x="8818412" y="10237367"/>
                  <a:ext cx="258508" cy="998220"/>
                  <a:chOff x="8818412" y="10237367"/>
                  <a:chExt cx="258508" cy="998220"/>
                </a:xfrm>
                <a:solidFill>
                  <a:srgbClr val="FFFFFF"/>
                </a:solidFill>
              </p:grpSpPr>
              <p:sp>
                <p:nvSpPr>
                  <p:cNvPr id="102" name="Полилиния: фигура 101">
                    <a:extLst>
                      <a:ext uri="{FF2B5EF4-FFF2-40B4-BE49-F238E27FC236}">
                        <a16:creationId xmlns:a16="http://schemas.microsoft.com/office/drawing/2014/main" id="{73F4DC38-F148-BEE3-22E3-7C1EF6608140}"/>
                      </a:ext>
                    </a:extLst>
                  </p:cNvPr>
                  <p:cNvSpPr/>
                  <p:nvPr/>
                </p:nvSpPr>
                <p:spPr>
                  <a:xfrm>
                    <a:off x="8855083" y="10237367"/>
                    <a:ext cx="184975" cy="202501"/>
                  </a:xfrm>
                  <a:custGeom>
                    <a:avLst/>
                    <a:gdLst>
                      <a:gd name="connsiteX0" fmla="*/ 92773 w 184975"/>
                      <a:gd name="connsiteY0" fmla="*/ 202025 h 202501"/>
                      <a:gd name="connsiteX1" fmla="*/ 184976 w 184975"/>
                      <a:gd name="connsiteY1" fmla="*/ 114490 h 202501"/>
                      <a:gd name="connsiteX2" fmla="*/ 92773 w 184975"/>
                      <a:gd name="connsiteY2" fmla="*/ 667 h 202501"/>
                      <a:gd name="connsiteX3" fmla="*/ 92773 w 184975"/>
                      <a:gd name="connsiteY3" fmla="*/ 0 h 202501"/>
                      <a:gd name="connsiteX4" fmla="*/ 92488 w 184975"/>
                      <a:gd name="connsiteY4" fmla="*/ 286 h 202501"/>
                      <a:gd name="connsiteX5" fmla="*/ 92202 w 184975"/>
                      <a:gd name="connsiteY5" fmla="*/ 0 h 202501"/>
                      <a:gd name="connsiteX6" fmla="*/ 92202 w 184975"/>
                      <a:gd name="connsiteY6" fmla="*/ 667 h 202501"/>
                      <a:gd name="connsiteX7" fmla="*/ 0 w 184975"/>
                      <a:gd name="connsiteY7" fmla="*/ 114490 h 202501"/>
                      <a:gd name="connsiteX8" fmla="*/ 92202 w 184975"/>
                      <a:gd name="connsiteY8" fmla="*/ 202025 h 202501"/>
                      <a:gd name="connsiteX9" fmla="*/ 92202 w 184975"/>
                      <a:gd name="connsiteY9" fmla="*/ 202502 h 202501"/>
                      <a:gd name="connsiteX10" fmla="*/ 92488 w 184975"/>
                      <a:gd name="connsiteY10" fmla="*/ 202216 h 202501"/>
                      <a:gd name="connsiteX11" fmla="*/ 92773 w 184975"/>
                      <a:gd name="connsiteY11" fmla="*/ 202502 h 202501"/>
                      <a:gd name="connsiteX12" fmla="*/ 92773 w 184975"/>
                      <a:gd name="connsiteY12" fmla="*/ 202025 h 202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84975" h="202501">
                        <a:moveTo>
                          <a:pt x="92773" y="202025"/>
                        </a:moveTo>
                        <a:lnTo>
                          <a:pt x="184976" y="114490"/>
                        </a:lnTo>
                        <a:lnTo>
                          <a:pt x="92773" y="667"/>
                        </a:lnTo>
                        <a:lnTo>
                          <a:pt x="92773" y="0"/>
                        </a:lnTo>
                        <a:lnTo>
                          <a:pt x="92488" y="286"/>
                        </a:lnTo>
                        <a:lnTo>
                          <a:pt x="92202" y="0"/>
                        </a:lnTo>
                        <a:lnTo>
                          <a:pt x="92202" y="667"/>
                        </a:lnTo>
                        <a:lnTo>
                          <a:pt x="0" y="114490"/>
                        </a:lnTo>
                        <a:lnTo>
                          <a:pt x="92202" y="202025"/>
                        </a:lnTo>
                        <a:lnTo>
                          <a:pt x="92202" y="202502"/>
                        </a:lnTo>
                        <a:lnTo>
                          <a:pt x="92488" y="202216"/>
                        </a:lnTo>
                        <a:lnTo>
                          <a:pt x="92773" y="202502"/>
                        </a:lnTo>
                        <a:lnTo>
                          <a:pt x="92773" y="2020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103" name="Полилиния: фигура 102">
                    <a:extLst>
                      <a:ext uri="{FF2B5EF4-FFF2-40B4-BE49-F238E27FC236}">
                        <a16:creationId xmlns:a16="http://schemas.microsoft.com/office/drawing/2014/main" id="{20D8967C-6C52-86BF-6FC6-2103BE433612}"/>
                      </a:ext>
                    </a:extLst>
                  </p:cNvPr>
                  <p:cNvSpPr/>
                  <p:nvPr/>
                </p:nvSpPr>
                <p:spPr>
                  <a:xfrm>
                    <a:off x="8818412" y="10342999"/>
                    <a:ext cx="258508" cy="892587"/>
                  </a:xfrm>
                  <a:custGeom>
                    <a:avLst/>
                    <a:gdLst>
                      <a:gd name="connsiteX0" fmla="*/ 130778 w 258508"/>
                      <a:gd name="connsiteY0" fmla="*/ 892588 h 892587"/>
                      <a:gd name="connsiteX1" fmla="*/ 258509 w 258508"/>
                      <a:gd name="connsiteY1" fmla="*/ 715804 h 892587"/>
                      <a:gd name="connsiteX2" fmla="*/ 146399 w 258508"/>
                      <a:gd name="connsiteY2" fmla="*/ 1619 h 892587"/>
                      <a:gd name="connsiteX3" fmla="*/ 134874 w 258508"/>
                      <a:gd name="connsiteY3" fmla="*/ 2191 h 892587"/>
                      <a:gd name="connsiteX4" fmla="*/ 112395 w 258508"/>
                      <a:gd name="connsiteY4" fmla="*/ 0 h 892587"/>
                      <a:gd name="connsiteX5" fmla="*/ 0 w 258508"/>
                      <a:gd name="connsiteY5" fmla="*/ 715804 h 892587"/>
                      <a:gd name="connsiteX6" fmla="*/ 130873 w 258508"/>
                      <a:gd name="connsiteY6" fmla="*/ 892588 h 8925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58508" h="892587">
                        <a:moveTo>
                          <a:pt x="130778" y="892588"/>
                        </a:moveTo>
                        <a:lnTo>
                          <a:pt x="258509" y="715804"/>
                        </a:lnTo>
                        <a:lnTo>
                          <a:pt x="146399" y="1619"/>
                        </a:lnTo>
                        <a:cubicBezTo>
                          <a:pt x="142589" y="2000"/>
                          <a:pt x="138684" y="2191"/>
                          <a:pt x="134874" y="2191"/>
                        </a:cubicBezTo>
                        <a:cubicBezTo>
                          <a:pt x="127159" y="2191"/>
                          <a:pt x="119634" y="1429"/>
                          <a:pt x="112395" y="0"/>
                        </a:cubicBezTo>
                        <a:lnTo>
                          <a:pt x="0" y="715804"/>
                        </a:lnTo>
                        <a:lnTo>
                          <a:pt x="130873" y="89258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82" name="Рисунок 17">
                  <a:extLst>
                    <a:ext uri="{FF2B5EF4-FFF2-40B4-BE49-F238E27FC236}">
                      <a16:creationId xmlns:a16="http://schemas.microsoft.com/office/drawing/2014/main" id="{F8D06FBE-FCB4-647B-B1C1-49F4997012D0}"/>
                    </a:ext>
                  </a:extLst>
                </p:cNvPr>
                <p:cNvGrpSpPr/>
                <p:nvPr/>
              </p:nvGrpSpPr>
              <p:grpSpPr>
                <a:xfrm>
                  <a:off x="6211991" y="10240701"/>
                  <a:ext cx="258508" cy="998219"/>
                  <a:chOff x="6211991" y="10240701"/>
                  <a:chExt cx="258508" cy="998219"/>
                </a:xfrm>
                <a:solidFill>
                  <a:srgbClr val="FFFFFF"/>
                </a:solidFill>
              </p:grpSpPr>
              <p:sp>
                <p:nvSpPr>
                  <p:cNvPr id="84" name="Полилиния: фигура 83">
                    <a:extLst>
                      <a:ext uri="{FF2B5EF4-FFF2-40B4-BE49-F238E27FC236}">
                        <a16:creationId xmlns:a16="http://schemas.microsoft.com/office/drawing/2014/main" id="{9CB4947B-2147-FB7E-FB9A-58CCABFE003D}"/>
                      </a:ext>
                    </a:extLst>
                  </p:cNvPr>
                  <p:cNvSpPr/>
                  <p:nvPr/>
                </p:nvSpPr>
                <p:spPr>
                  <a:xfrm>
                    <a:off x="6248662" y="10240701"/>
                    <a:ext cx="184975" cy="202501"/>
                  </a:xfrm>
                  <a:custGeom>
                    <a:avLst/>
                    <a:gdLst>
                      <a:gd name="connsiteX0" fmla="*/ 92773 w 184975"/>
                      <a:gd name="connsiteY0" fmla="*/ 202025 h 202501"/>
                      <a:gd name="connsiteX1" fmla="*/ 184975 w 184975"/>
                      <a:gd name="connsiteY1" fmla="*/ 114491 h 202501"/>
                      <a:gd name="connsiteX2" fmla="*/ 92773 w 184975"/>
                      <a:gd name="connsiteY2" fmla="*/ 667 h 202501"/>
                      <a:gd name="connsiteX3" fmla="*/ 92773 w 184975"/>
                      <a:gd name="connsiteY3" fmla="*/ 0 h 202501"/>
                      <a:gd name="connsiteX4" fmla="*/ 92488 w 184975"/>
                      <a:gd name="connsiteY4" fmla="*/ 286 h 202501"/>
                      <a:gd name="connsiteX5" fmla="*/ 92202 w 184975"/>
                      <a:gd name="connsiteY5" fmla="*/ 0 h 202501"/>
                      <a:gd name="connsiteX6" fmla="*/ 92202 w 184975"/>
                      <a:gd name="connsiteY6" fmla="*/ 667 h 202501"/>
                      <a:gd name="connsiteX7" fmla="*/ 0 w 184975"/>
                      <a:gd name="connsiteY7" fmla="*/ 114491 h 202501"/>
                      <a:gd name="connsiteX8" fmla="*/ 92202 w 184975"/>
                      <a:gd name="connsiteY8" fmla="*/ 202025 h 202501"/>
                      <a:gd name="connsiteX9" fmla="*/ 92202 w 184975"/>
                      <a:gd name="connsiteY9" fmla="*/ 202502 h 202501"/>
                      <a:gd name="connsiteX10" fmla="*/ 92488 w 184975"/>
                      <a:gd name="connsiteY10" fmla="*/ 202216 h 202501"/>
                      <a:gd name="connsiteX11" fmla="*/ 92773 w 184975"/>
                      <a:gd name="connsiteY11" fmla="*/ 202502 h 202501"/>
                      <a:gd name="connsiteX12" fmla="*/ 92773 w 184975"/>
                      <a:gd name="connsiteY12" fmla="*/ 202025 h 202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84975" h="202501">
                        <a:moveTo>
                          <a:pt x="92773" y="202025"/>
                        </a:moveTo>
                        <a:lnTo>
                          <a:pt x="184975" y="114491"/>
                        </a:lnTo>
                        <a:lnTo>
                          <a:pt x="92773" y="667"/>
                        </a:lnTo>
                        <a:lnTo>
                          <a:pt x="92773" y="0"/>
                        </a:lnTo>
                        <a:lnTo>
                          <a:pt x="92488" y="286"/>
                        </a:lnTo>
                        <a:lnTo>
                          <a:pt x="92202" y="0"/>
                        </a:lnTo>
                        <a:lnTo>
                          <a:pt x="92202" y="667"/>
                        </a:lnTo>
                        <a:lnTo>
                          <a:pt x="0" y="114491"/>
                        </a:lnTo>
                        <a:lnTo>
                          <a:pt x="92202" y="202025"/>
                        </a:lnTo>
                        <a:lnTo>
                          <a:pt x="92202" y="202502"/>
                        </a:lnTo>
                        <a:lnTo>
                          <a:pt x="92488" y="202216"/>
                        </a:lnTo>
                        <a:lnTo>
                          <a:pt x="92773" y="202502"/>
                        </a:lnTo>
                        <a:lnTo>
                          <a:pt x="92773" y="2020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101" name="Полилиния: фигура 100">
                    <a:extLst>
                      <a:ext uri="{FF2B5EF4-FFF2-40B4-BE49-F238E27FC236}">
                        <a16:creationId xmlns:a16="http://schemas.microsoft.com/office/drawing/2014/main" id="{F4F9A6A5-00AD-296B-9B8B-8A6E2D6A9453}"/>
                      </a:ext>
                    </a:extLst>
                  </p:cNvPr>
                  <p:cNvSpPr/>
                  <p:nvPr/>
                </p:nvSpPr>
                <p:spPr>
                  <a:xfrm>
                    <a:off x="6211991" y="10346333"/>
                    <a:ext cx="258508" cy="892587"/>
                  </a:xfrm>
                  <a:custGeom>
                    <a:avLst/>
                    <a:gdLst>
                      <a:gd name="connsiteX0" fmla="*/ 130778 w 258508"/>
                      <a:gd name="connsiteY0" fmla="*/ 892588 h 892587"/>
                      <a:gd name="connsiteX1" fmla="*/ 258509 w 258508"/>
                      <a:gd name="connsiteY1" fmla="*/ 715804 h 892587"/>
                      <a:gd name="connsiteX2" fmla="*/ 146399 w 258508"/>
                      <a:gd name="connsiteY2" fmla="*/ 1619 h 892587"/>
                      <a:gd name="connsiteX3" fmla="*/ 134874 w 258508"/>
                      <a:gd name="connsiteY3" fmla="*/ 2191 h 892587"/>
                      <a:gd name="connsiteX4" fmla="*/ 112395 w 258508"/>
                      <a:gd name="connsiteY4" fmla="*/ 0 h 892587"/>
                      <a:gd name="connsiteX5" fmla="*/ 0 w 258508"/>
                      <a:gd name="connsiteY5" fmla="*/ 715804 h 892587"/>
                      <a:gd name="connsiteX6" fmla="*/ 130874 w 258508"/>
                      <a:gd name="connsiteY6" fmla="*/ 892588 h 8925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58508" h="892587">
                        <a:moveTo>
                          <a:pt x="130778" y="892588"/>
                        </a:moveTo>
                        <a:lnTo>
                          <a:pt x="258509" y="715804"/>
                        </a:lnTo>
                        <a:lnTo>
                          <a:pt x="146399" y="1619"/>
                        </a:lnTo>
                        <a:cubicBezTo>
                          <a:pt x="142589" y="2000"/>
                          <a:pt x="138684" y="2191"/>
                          <a:pt x="134874" y="2191"/>
                        </a:cubicBezTo>
                        <a:cubicBezTo>
                          <a:pt x="127159" y="2191"/>
                          <a:pt x="119634" y="1429"/>
                          <a:pt x="112395" y="0"/>
                        </a:cubicBezTo>
                        <a:lnTo>
                          <a:pt x="0" y="715804"/>
                        </a:lnTo>
                        <a:lnTo>
                          <a:pt x="130874" y="89258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74" name="Рисунок 17">
                <a:extLst>
                  <a:ext uri="{FF2B5EF4-FFF2-40B4-BE49-F238E27FC236}">
                    <a16:creationId xmlns:a16="http://schemas.microsoft.com/office/drawing/2014/main" id="{073069CA-4CB4-CB0D-E498-04AEACE59DCF}"/>
                  </a:ext>
                </a:extLst>
              </p:cNvPr>
              <p:cNvGrpSpPr/>
              <p:nvPr/>
            </p:nvGrpSpPr>
            <p:grpSpPr>
              <a:xfrm>
                <a:off x="10864286" y="3310805"/>
                <a:ext cx="184927" cy="573048"/>
                <a:chOff x="7088379" y="9809980"/>
                <a:chExt cx="1129493" cy="3500056"/>
              </a:xfrm>
              <a:noFill/>
            </p:grpSpPr>
            <p:sp>
              <p:nvSpPr>
                <p:cNvPr id="79" name="Полилиния: фигура 78">
                  <a:extLst>
                    <a:ext uri="{FF2B5EF4-FFF2-40B4-BE49-F238E27FC236}">
                      <a16:creationId xmlns:a16="http://schemas.microsoft.com/office/drawing/2014/main" id="{E8D7CC4E-4020-A1CA-EEF2-8EE62CD7F1D8}"/>
                    </a:ext>
                  </a:extLst>
                </p:cNvPr>
                <p:cNvSpPr/>
                <p:nvPr/>
              </p:nvSpPr>
              <p:spPr>
                <a:xfrm>
                  <a:off x="7391757" y="9809980"/>
                  <a:ext cx="523112" cy="523113"/>
                </a:xfrm>
                <a:custGeom>
                  <a:avLst/>
                  <a:gdLst>
                    <a:gd name="connsiteX0" fmla="*/ 523113 w 523112"/>
                    <a:gd name="connsiteY0" fmla="*/ 261557 h 523113"/>
                    <a:gd name="connsiteX1" fmla="*/ 261557 w 523112"/>
                    <a:gd name="connsiteY1" fmla="*/ 523113 h 523113"/>
                    <a:gd name="connsiteX2" fmla="*/ 0 w 523112"/>
                    <a:gd name="connsiteY2" fmla="*/ 261557 h 523113"/>
                    <a:gd name="connsiteX3" fmla="*/ 261557 w 523112"/>
                    <a:gd name="connsiteY3" fmla="*/ 0 h 523113"/>
                    <a:gd name="connsiteX4" fmla="*/ 523113 w 523112"/>
                    <a:gd name="connsiteY4" fmla="*/ 261557 h 5231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3112" h="523113">
                      <a:moveTo>
                        <a:pt x="523113" y="261557"/>
                      </a:moveTo>
                      <a:cubicBezTo>
                        <a:pt x="523113" y="406051"/>
                        <a:pt x="405956" y="523113"/>
                        <a:pt x="261557" y="523113"/>
                      </a:cubicBezTo>
                      <a:cubicBezTo>
                        <a:pt x="117158" y="523113"/>
                        <a:pt x="0" y="405956"/>
                        <a:pt x="0" y="261557"/>
                      </a:cubicBezTo>
                      <a:cubicBezTo>
                        <a:pt x="0" y="117158"/>
                        <a:pt x="117158" y="0"/>
                        <a:pt x="261557" y="0"/>
                      </a:cubicBezTo>
                      <a:cubicBezTo>
                        <a:pt x="405956" y="0"/>
                        <a:pt x="523113" y="117158"/>
                        <a:pt x="523113" y="261557"/>
                      </a:cubicBezTo>
                    </a:path>
                  </a:pathLst>
                </a:custGeom>
                <a:noFill/>
                <a:ln w="1587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80" name="Полилиния: фигура 79">
                  <a:extLst>
                    <a:ext uri="{FF2B5EF4-FFF2-40B4-BE49-F238E27FC236}">
                      <a16:creationId xmlns:a16="http://schemas.microsoft.com/office/drawing/2014/main" id="{3600B373-F44C-AFE2-42A3-349B60C9BDDB}"/>
                    </a:ext>
                  </a:extLst>
                </p:cNvPr>
                <p:cNvSpPr/>
                <p:nvPr/>
              </p:nvSpPr>
              <p:spPr>
                <a:xfrm>
                  <a:off x="7088379" y="10481493"/>
                  <a:ext cx="1129493" cy="2828543"/>
                </a:xfrm>
                <a:custGeom>
                  <a:avLst/>
                  <a:gdLst>
                    <a:gd name="connsiteX0" fmla="*/ 1106622 w 1129493"/>
                    <a:gd name="connsiteY0" fmla="*/ 6096 h 2828543"/>
                    <a:gd name="connsiteX1" fmla="*/ 719716 w 1129493"/>
                    <a:gd name="connsiteY1" fmla="*/ 0 h 2828543"/>
                    <a:gd name="connsiteX2" fmla="*/ 657613 w 1129493"/>
                    <a:gd name="connsiteY2" fmla="*/ 0 h 2828543"/>
                    <a:gd name="connsiteX3" fmla="*/ 463970 w 1129493"/>
                    <a:gd name="connsiteY3" fmla="*/ 0 h 2828543"/>
                    <a:gd name="connsiteX4" fmla="*/ 410058 w 1129493"/>
                    <a:gd name="connsiteY4" fmla="*/ 0 h 2828543"/>
                    <a:gd name="connsiteX5" fmla="*/ 18104 w 1129493"/>
                    <a:gd name="connsiteY5" fmla="*/ 6001 h 2828543"/>
                    <a:gd name="connsiteX6" fmla="*/ 7 w 1129493"/>
                    <a:gd name="connsiteY6" fmla="*/ 1308354 h 2828543"/>
                    <a:gd name="connsiteX7" fmla="*/ 78017 w 1129493"/>
                    <a:gd name="connsiteY7" fmla="*/ 1387507 h 2828543"/>
                    <a:gd name="connsiteX8" fmla="*/ 78017 w 1129493"/>
                    <a:gd name="connsiteY8" fmla="*/ 1387507 h 2828543"/>
                    <a:gd name="connsiteX9" fmla="*/ 155931 w 1129493"/>
                    <a:gd name="connsiteY9" fmla="*/ 1314641 h 2828543"/>
                    <a:gd name="connsiteX10" fmla="*/ 214510 w 1129493"/>
                    <a:gd name="connsiteY10" fmla="*/ 433388 h 2828543"/>
                    <a:gd name="connsiteX11" fmla="*/ 252610 w 1129493"/>
                    <a:gd name="connsiteY11" fmla="*/ 2689384 h 2828543"/>
                    <a:gd name="connsiteX12" fmla="*/ 394151 w 1129493"/>
                    <a:gd name="connsiteY12" fmla="*/ 2828544 h 2828543"/>
                    <a:gd name="connsiteX13" fmla="*/ 394151 w 1129493"/>
                    <a:gd name="connsiteY13" fmla="*/ 2828544 h 2828543"/>
                    <a:gd name="connsiteX14" fmla="*/ 535693 w 1129493"/>
                    <a:gd name="connsiteY14" fmla="*/ 2687384 h 2828543"/>
                    <a:gd name="connsiteX15" fmla="*/ 538741 w 1129493"/>
                    <a:gd name="connsiteY15" fmla="*/ 1387507 h 2828543"/>
                    <a:gd name="connsiteX16" fmla="*/ 591605 w 1129493"/>
                    <a:gd name="connsiteY16" fmla="*/ 1387316 h 2828543"/>
                    <a:gd name="connsiteX17" fmla="*/ 591605 w 1129493"/>
                    <a:gd name="connsiteY17" fmla="*/ 2685860 h 2828543"/>
                    <a:gd name="connsiteX18" fmla="*/ 732003 w 1129493"/>
                    <a:gd name="connsiteY18" fmla="*/ 2827401 h 2828543"/>
                    <a:gd name="connsiteX19" fmla="*/ 734575 w 1129493"/>
                    <a:gd name="connsiteY19" fmla="*/ 2827401 h 2828543"/>
                    <a:gd name="connsiteX20" fmla="*/ 877259 w 1129493"/>
                    <a:gd name="connsiteY20" fmla="*/ 2688241 h 2828543"/>
                    <a:gd name="connsiteX21" fmla="*/ 915359 w 1129493"/>
                    <a:gd name="connsiteY21" fmla="*/ 433292 h 2828543"/>
                    <a:gd name="connsiteX22" fmla="*/ 973938 w 1129493"/>
                    <a:gd name="connsiteY22" fmla="*/ 1315593 h 2828543"/>
                    <a:gd name="connsiteX23" fmla="*/ 1050710 w 1129493"/>
                    <a:gd name="connsiteY23" fmla="*/ 1387412 h 2828543"/>
                    <a:gd name="connsiteX24" fmla="*/ 1052615 w 1129493"/>
                    <a:gd name="connsiteY24" fmla="*/ 1387412 h 2828543"/>
                    <a:gd name="connsiteX25" fmla="*/ 1129481 w 1129493"/>
                    <a:gd name="connsiteY25" fmla="*/ 1309116 h 2828543"/>
                    <a:gd name="connsiteX26" fmla="*/ 1106622 w 1129493"/>
                    <a:gd name="connsiteY26" fmla="*/ 5906 h 2828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29493" h="2828543">
                      <a:moveTo>
                        <a:pt x="1106622" y="6096"/>
                      </a:moveTo>
                      <a:lnTo>
                        <a:pt x="719716" y="0"/>
                      </a:lnTo>
                      <a:lnTo>
                        <a:pt x="657613" y="0"/>
                      </a:lnTo>
                      <a:cubicBezTo>
                        <a:pt x="657613" y="0"/>
                        <a:pt x="463970" y="0"/>
                        <a:pt x="463970" y="0"/>
                      </a:cubicBezTo>
                      <a:lnTo>
                        <a:pt x="410058" y="0"/>
                      </a:lnTo>
                      <a:cubicBezTo>
                        <a:pt x="410058" y="0"/>
                        <a:pt x="18104" y="6001"/>
                        <a:pt x="18104" y="6001"/>
                      </a:cubicBezTo>
                      <a:lnTo>
                        <a:pt x="7" y="1308354"/>
                      </a:lnTo>
                      <a:cubicBezTo>
                        <a:pt x="-565" y="1351883"/>
                        <a:pt x="34487" y="1387507"/>
                        <a:pt x="78017" y="1387507"/>
                      </a:cubicBezTo>
                      <a:lnTo>
                        <a:pt x="78017" y="1387507"/>
                      </a:lnTo>
                      <a:cubicBezTo>
                        <a:pt x="119069" y="1387507"/>
                        <a:pt x="153169" y="1355598"/>
                        <a:pt x="155931" y="1314641"/>
                      </a:cubicBezTo>
                      <a:lnTo>
                        <a:pt x="214510" y="433388"/>
                      </a:lnTo>
                      <a:lnTo>
                        <a:pt x="252610" y="2689384"/>
                      </a:lnTo>
                      <a:cubicBezTo>
                        <a:pt x="253943" y="2766632"/>
                        <a:pt x="316904" y="2828544"/>
                        <a:pt x="394151" y="2828544"/>
                      </a:cubicBezTo>
                      <a:lnTo>
                        <a:pt x="394151" y="2828544"/>
                      </a:lnTo>
                      <a:cubicBezTo>
                        <a:pt x="472161" y="2828544"/>
                        <a:pt x="535502" y="2765393"/>
                        <a:pt x="535693" y="2687384"/>
                      </a:cubicBezTo>
                      <a:lnTo>
                        <a:pt x="538741" y="1387507"/>
                      </a:lnTo>
                      <a:lnTo>
                        <a:pt x="591605" y="1387316"/>
                      </a:lnTo>
                      <a:lnTo>
                        <a:pt x="591605" y="2685860"/>
                      </a:lnTo>
                      <a:cubicBezTo>
                        <a:pt x="591605" y="2763584"/>
                        <a:pt x="654279" y="2826734"/>
                        <a:pt x="732003" y="2827401"/>
                      </a:cubicBezTo>
                      <a:lnTo>
                        <a:pt x="734575" y="2827401"/>
                      </a:lnTo>
                      <a:cubicBezTo>
                        <a:pt x="812299" y="2828068"/>
                        <a:pt x="875926" y="2765965"/>
                        <a:pt x="877259" y="2688241"/>
                      </a:cubicBezTo>
                      <a:lnTo>
                        <a:pt x="915359" y="433292"/>
                      </a:lnTo>
                      <a:lnTo>
                        <a:pt x="973938" y="1315593"/>
                      </a:lnTo>
                      <a:cubicBezTo>
                        <a:pt x="976605" y="1355979"/>
                        <a:pt x="1010133" y="1387412"/>
                        <a:pt x="1050710" y="1387412"/>
                      </a:cubicBezTo>
                      <a:lnTo>
                        <a:pt x="1052615" y="1387412"/>
                      </a:lnTo>
                      <a:cubicBezTo>
                        <a:pt x="1095572" y="1387412"/>
                        <a:pt x="1130243" y="1352169"/>
                        <a:pt x="1129481" y="1309116"/>
                      </a:cubicBezTo>
                      <a:lnTo>
                        <a:pt x="1106622" y="5906"/>
                      </a:lnTo>
                      <a:close/>
                    </a:path>
                  </a:pathLst>
                </a:custGeom>
                <a:noFill/>
                <a:ln w="1587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sp>
            <p:nvSpPr>
              <p:cNvPr id="75" name="Полилиния: фигура 74">
                <a:extLst>
                  <a:ext uri="{FF2B5EF4-FFF2-40B4-BE49-F238E27FC236}">
                    <a16:creationId xmlns:a16="http://schemas.microsoft.com/office/drawing/2014/main" id="{78930348-2DE2-45D2-EF5D-DF22856B48B5}"/>
                  </a:ext>
                </a:extLst>
              </p:cNvPr>
              <p:cNvSpPr/>
              <p:nvPr/>
            </p:nvSpPr>
            <p:spPr>
              <a:xfrm>
                <a:off x="10926105" y="3429669"/>
                <a:ext cx="61318" cy="30659"/>
              </a:xfrm>
              <a:custGeom>
                <a:avLst/>
                <a:gdLst>
                  <a:gd name="connsiteX0" fmla="*/ 374523 w 374522"/>
                  <a:gd name="connsiteY0" fmla="*/ 0 h 187261"/>
                  <a:gd name="connsiteX1" fmla="*/ 187261 w 374522"/>
                  <a:gd name="connsiteY1" fmla="*/ 187262 h 187261"/>
                  <a:gd name="connsiteX2" fmla="*/ 0 w 374522"/>
                  <a:gd name="connsiteY2" fmla="*/ 0 h 187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4522" h="187261">
                    <a:moveTo>
                      <a:pt x="374523" y="0"/>
                    </a:moveTo>
                    <a:cubicBezTo>
                      <a:pt x="374523" y="103442"/>
                      <a:pt x="290703" y="187262"/>
                      <a:pt x="187261" y="187262"/>
                    </a:cubicBezTo>
                    <a:cubicBezTo>
                      <a:pt x="83820" y="187262"/>
                      <a:pt x="0" y="103442"/>
                      <a:pt x="0" y="0"/>
                    </a:cubicBezTo>
                  </a:path>
                </a:pathLst>
              </a:custGeom>
              <a:noFill/>
              <a:ln w="15875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6" name="Полилиния: фигура 75">
                <a:extLst>
                  <a:ext uri="{FF2B5EF4-FFF2-40B4-BE49-F238E27FC236}">
                    <a16:creationId xmlns:a16="http://schemas.microsoft.com/office/drawing/2014/main" id="{570CB434-7FA9-5B97-A4ED-5A8BBC4F5BC5}"/>
                  </a:ext>
                </a:extLst>
              </p:cNvPr>
              <p:cNvSpPr/>
              <p:nvPr/>
            </p:nvSpPr>
            <p:spPr>
              <a:xfrm>
                <a:off x="10927680" y="3270836"/>
                <a:ext cx="58200" cy="46753"/>
              </a:xfrm>
              <a:custGeom>
                <a:avLst/>
                <a:gdLst>
                  <a:gd name="connsiteX0" fmla="*/ 28289 w 355473"/>
                  <a:gd name="connsiteY0" fmla="*/ 273939 h 285559"/>
                  <a:gd name="connsiteX1" fmla="*/ 0 w 355473"/>
                  <a:gd name="connsiteY1" fmla="*/ 177737 h 285559"/>
                  <a:gd name="connsiteX2" fmla="*/ 177737 w 355473"/>
                  <a:gd name="connsiteY2" fmla="*/ 0 h 285559"/>
                  <a:gd name="connsiteX3" fmla="*/ 355473 w 355473"/>
                  <a:gd name="connsiteY3" fmla="*/ 177737 h 285559"/>
                  <a:gd name="connsiteX4" fmla="*/ 318992 w 355473"/>
                  <a:gd name="connsiteY4" fmla="*/ 285560 h 285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473" h="285559">
                    <a:moveTo>
                      <a:pt x="28289" y="273939"/>
                    </a:moveTo>
                    <a:cubicBezTo>
                      <a:pt x="10382" y="246221"/>
                      <a:pt x="0" y="213169"/>
                      <a:pt x="0" y="177737"/>
                    </a:cubicBezTo>
                    <a:cubicBezTo>
                      <a:pt x="0" y="79629"/>
                      <a:pt x="79534" y="0"/>
                      <a:pt x="177737" y="0"/>
                    </a:cubicBezTo>
                    <a:cubicBezTo>
                      <a:pt x="275939" y="0"/>
                      <a:pt x="355473" y="79534"/>
                      <a:pt x="355473" y="177737"/>
                    </a:cubicBezTo>
                    <a:cubicBezTo>
                      <a:pt x="355473" y="218313"/>
                      <a:pt x="341852" y="255651"/>
                      <a:pt x="318992" y="285560"/>
                    </a:cubicBezTo>
                  </a:path>
                </a:pathLst>
              </a:custGeom>
              <a:noFill/>
              <a:ln w="15875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7" name="Полилиния: фигура 76">
                <a:extLst>
                  <a:ext uri="{FF2B5EF4-FFF2-40B4-BE49-F238E27FC236}">
                    <a16:creationId xmlns:a16="http://schemas.microsoft.com/office/drawing/2014/main" id="{881BA863-E4C3-F5EF-6C2A-29AD02887D3B}"/>
                  </a:ext>
                </a:extLst>
              </p:cNvPr>
              <p:cNvSpPr/>
              <p:nvPr/>
            </p:nvSpPr>
            <p:spPr>
              <a:xfrm>
                <a:off x="10900888" y="3578725"/>
                <a:ext cx="55892" cy="1559"/>
              </a:xfrm>
              <a:custGeom>
                <a:avLst/>
                <a:gdLst>
                  <a:gd name="connsiteX0" fmla="*/ 0 w 341376"/>
                  <a:gd name="connsiteY0" fmla="*/ 0 h 9525"/>
                  <a:gd name="connsiteX1" fmla="*/ 341376 w 34137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1376" h="9525">
                    <a:moveTo>
                      <a:pt x="0" y="0"/>
                    </a:moveTo>
                    <a:lnTo>
                      <a:pt x="341376" y="0"/>
                    </a:lnTo>
                  </a:path>
                </a:pathLst>
              </a:custGeom>
              <a:noFill/>
              <a:ln w="15875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8" name="Полилиния: фигура 77">
                <a:extLst>
                  <a:ext uri="{FF2B5EF4-FFF2-40B4-BE49-F238E27FC236}">
                    <a16:creationId xmlns:a16="http://schemas.microsoft.com/office/drawing/2014/main" id="{3301BE39-0405-0BAF-308B-F266AAD8ECD8}"/>
                  </a:ext>
                </a:extLst>
              </p:cNvPr>
              <p:cNvSpPr/>
              <p:nvPr/>
            </p:nvSpPr>
            <p:spPr>
              <a:xfrm>
                <a:off x="10985880" y="3578725"/>
                <a:ext cx="22269" cy="1559"/>
              </a:xfrm>
              <a:custGeom>
                <a:avLst/>
                <a:gdLst>
                  <a:gd name="connsiteX0" fmla="*/ 0 w 136017"/>
                  <a:gd name="connsiteY0" fmla="*/ 0 h 9525"/>
                  <a:gd name="connsiteX1" fmla="*/ 136017 w 136017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6017" h="9525">
                    <a:moveTo>
                      <a:pt x="0" y="0"/>
                    </a:moveTo>
                    <a:lnTo>
                      <a:pt x="136017" y="0"/>
                    </a:lnTo>
                  </a:path>
                </a:pathLst>
              </a:custGeom>
              <a:noFill/>
              <a:ln w="15875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6775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E308C7E-8B77-AC92-C07C-BFE45EAE5B4E}"/>
              </a:ext>
            </a:extLst>
          </p:cNvPr>
          <p:cNvSpPr/>
          <p:nvPr/>
        </p:nvSpPr>
        <p:spPr>
          <a:xfrm>
            <a:off x="519274" y="7744486"/>
            <a:ext cx="17267076" cy="2039594"/>
          </a:xfrm>
          <a:prstGeom prst="roundRect">
            <a:avLst>
              <a:gd name="adj" fmla="val 22341"/>
            </a:avLst>
          </a:prstGeom>
          <a:solidFill>
            <a:srgbClr val="5BAFE3">
              <a:alpha val="20000"/>
            </a:srgbClr>
          </a:solidFill>
          <a:ln w="50800">
            <a:solidFill>
              <a:srgbClr val="5BAFE3"/>
            </a:solidFill>
            <a:prstDash val="sysDash"/>
          </a:ln>
        </p:spPr>
        <p:txBody>
          <a:bodyPr wrap="square" tIns="108000" anchor="ctr" anchorCtr="0">
            <a:noAutofit/>
          </a:bodyPr>
          <a:lstStyle/>
          <a:p>
            <a:pPr algn="ctr" defTabSz="456880">
              <a:spcBef>
                <a:spcPts val="1199"/>
              </a:spcBef>
              <a:buClr>
                <a:srgbClr val="006EBE"/>
              </a:buClr>
            </a:pPr>
            <a:endParaRPr lang="ru-RU" sz="3598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707262-CF37-1075-8492-624101C5ECD9}"/>
              </a:ext>
            </a:extLst>
          </p:cNvPr>
          <p:cNvSpPr txBox="1">
            <a:spLocks/>
          </p:cNvSpPr>
          <p:nvPr/>
        </p:nvSpPr>
        <p:spPr>
          <a:xfrm>
            <a:off x="401931" y="435537"/>
            <a:ext cx="14297706" cy="124999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defPPr>
              <a:defRPr lang="en-US"/>
            </a:defPPr>
            <a:lvl1pPr defTabSz="1371783">
              <a:lnSpc>
                <a:spcPct val="80000"/>
              </a:lnSpc>
              <a:spcBef>
                <a:spcPts val="3600"/>
              </a:spcBef>
              <a:buNone/>
              <a:defRPr sz="5000" b="1">
                <a:latin typeface="Arial" panose="020B0604020202020204" pitchFamily="34" charset="0"/>
                <a:ea typeface="PT Root UI Bold" panose="020B0603020202020204" pitchFamily="34" charset="-52"/>
                <a:cs typeface="Arial" panose="020B0604020202020204" pitchFamily="34" charset="0"/>
              </a:defRPr>
            </a:lvl1pPr>
          </a:lstStyle>
          <a:p>
            <a:pPr marL="0" marR="0" lvl="0" indent="0" algn="l" defTabSz="1371783" rtl="0" eaLnBrk="1" fontAlgn="auto" latinLnBrk="0" hangingPunct="1">
              <a:lnSpc>
                <a:spcPct val="8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600" dirty="0">
                <a:solidFill>
                  <a:srgbClr val="006EBE"/>
                </a:solidFill>
                <a:latin typeface="Arial" panose="020B0604020202020204"/>
              </a:rPr>
              <a:t>Состояние на конец 2023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899946-2D3B-EE78-01C1-974783925653}"/>
              </a:ext>
            </a:extLst>
          </p:cNvPr>
          <p:cNvSpPr txBox="1"/>
          <p:nvPr/>
        </p:nvSpPr>
        <p:spPr>
          <a:xfrm>
            <a:off x="444795" y="1521185"/>
            <a:ext cx="8256038" cy="5991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1463" lvl="0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5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Нет ИТ-процессов</a:t>
            </a:r>
          </a:p>
          <a:p>
            <a:pPr marL="271463" lvl="0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5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Нет Проектного управления</a:t>
            </a:r>
          </a:p>
          <a:p>
            <a:pPr marL="271463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5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Нет </a:t>
            </a:r>
            <a:r>
              <a:rPr lang="ru-RU" sz="2500" b="1" kern="100" dirty="0" err="1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человекоцентричной</a:t>
            </a:r>
            <a:r>
              <a:rPr lang="ru-RU" sz="25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 культуры </a:t>
            </a: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работы </a:t>
            </a:r>
            <a:b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ИТ-специалистов, техподдержка «по знакомству»</a:t>
            </a:r>
          </a:p>
          <a:p>
            <a:pPr marL="271463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5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Нет оперативных и объективных управленческих данных </a:t>
            </a: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о ключевых процессах Академии</a:t>
            </a:r>
          </a:p>
          <a:p>
            <a:pPr marL="271463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5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Нет вовлечения Заказчика </a:t>
            </a: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в постановку </a:t>
            </a:r>
            <a:b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и приемку задач</a:t>
            </a:r>
          </a:p>
          <a:p>
            <a:pPr marL="271463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Полностью </a:t>
            </a:r>
            <a:r>
              <a:rPr lang="ru-RU" sz="25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децентрализованная ИТ-функция</a:t>
            </a: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: информационные системы, инфраструктура, кадры, бюджет, закупки и др.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079E61-8635-98BB-90FB-E77D5674D162}"/>
              </a:ext>
            </a:extLst>
          </p:cNvPr>
          <p:cNvSpPr txBox="1"/>
          <p:nvPr/>
        </p:nvSpPr>
        <p:spPr>
          <a:xfrm>
            <a:off x="9372928" y="1521185"/>
            <a:ext cx="8492951" cy="496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1463" lvl="0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5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Слабое использования сотрудниками </a:t>
            </a: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существующего функционала информационных систем </a:t>
            </a:r>
          </a:p>
          <a:p>
            <a:pPr marL="271463" marR="0" lvl="0" indent="-271463" algn="l" rtl="0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5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Низкое качество и скорость </a:t>
            </a: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собственной разработки</a:t>
            </a:r>
          </a:p>
          <a:p>
            <a:pPr marL="271463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Регулярные </a:t>
            </a:r>
            <a:r>
              <a:rPr lang="ru-RU" sz="25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сбои в работе ИТ-инфраструктуры </a:t>
            </a: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и информационных систем</a:t>
            </a:r>
          </a:p>
          <a:p>
            <a:pPr marL="271463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5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Отсутствие резервирования</a:t>
            </a: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, долгое время устранения сбоев</a:t>
            </a:r>
          </a:p>
          <a:p>
            <a:pPr marL="271463" marR="0" lvl="0" indent="-271463" algn="l" rtl="0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endParaRPr lang="ru-RU" sz="2500" kern="100" dirty="0">
              <a:latin typeface="Arial" panose="020B0604020202020204" pitchFamily="34" charset="0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95E9D71-5B9D-4D41-AFB0-91235D330072}"/>
              </a:ext>
            </a:extLst>
          </p:cNvPr>
          <p:cNvSpPr/>
          <p:nvPr/>
        </p:nvSpPr>
        <p:spPr>
          <a:xfrm>
            <a:off x="9402423" y="8144155"/>
            <a:ext cx="8179186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463" lvl="0" indent="-271463">
              <a:spcBef>
                <a:spcPts val="20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5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Отставание в развитии цифровых инструментов</a:t>
            </a:r>
            <a:r>
              <a:rPr lang="ru-RU" sz="2500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 </a:t>
            </a: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по сравнению с другими вузами и компаниями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7D9B60-9E5B-4D3D-BB70-49619F72F6C8}"/>
              </a:ext>
            </a:extLst>
          </p:cNvPr>
          <p:cNvSpPr/>
          <p:nvPr/>
        </p:nvSpPr>
        <p:spPr>
          <a:xfrm>
            <a:off x="1097347" y="8144155"/>
            <a:ext cx="7560621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463" lvl="0" indent="-271463">
              <a:spcBef>
                <a:spcPts val="20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Уровень цифровых сервисов </a:t>
            </a:r>
            <a:r>
              <a:rPr lang="ru-RU" sz="25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не соответствует ожиданиям</a:t>
            </a:r>
            <a:r>
              <a:rPr lang="ru-RU" sz="2500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 </a:t>
            </a:r>
            <a:r>
              <a:rPr lang="ru-RU" sz="25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абитуриентов, обучающихся, преподавателей и сотрудников</a:t>
            </a:r>
          </a:p>
        </p:txBody>
      </p:sp>
    </p:spTree>
    <p:extLst>
      <p:ext uri="{BB962C8B-B14F-4D97-AF65-F5344CB8AC3E}">
        <p14:creationId xmlns:p14="http://schemas.microsoft.com/office/powerpoint/2010/main" val="1176307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78C24-58B0-F507-C9B7-E7DF1EED8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A9C2BB75-CBB4-C188-ADF8-7275FECAEC4B}"/>
              </a:ext>
            </a:extLst>
          </p:cNvPr>
          <p:cNvSpPr/>
          <p:nvPr/>
        </p:nvSpPr>
        <p:spPr>
          <a:xfrm>
            <a:off x="9806609" y="7964557"/>
            <a:ext cx="7288695" cy="1338469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5BA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12BD9C1-0D8D-D5A7-7E8C-380DDC4AC4FB}"/>
              </a:ext>
            </a:extLst>
          </p:cNvPr>
          <p:cNvSpPr/>
          <p:nvPr/>
        </p:nvSpPr>
        <p:spPr>
          <a:xfrm>
            <a:off x="0" y="2505694"/>
            <a:ext cx="9261764" cy="7782894"/>
          </a:xfrm>
          <a:prstGeom prst="rect">
            <a:avLst/>
          </a:prstGeom>
          <a:solidFill>
            <a:srgbClr val="E5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795799-DAE4-9035-62F7-91CD682E8922}"/>
              </a:ext>
            </a:extLst>
          </p:cNvPr>
          <p:cNvSpPr/>
          <p:nvPr/>
        </p:nvSpPr>
        <p:spPr>
          <a:xfrm>
            <a:off x="9242449" y="2106094"/>
            <a:ext cx="9048551" cy="4989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rgbClr val="0070C0"/>
              </a:buClr>
              <a:buSzPts val="2800"/>
            </a:pPr>
            <a:r>
              <a:rPr lang="ru-RU" sz="11500" b="1" dirty="0">
                <a:solidFill>
                  <a:srgbClr val="C30341"/>
                </a:solidFill>
              </a:rPr>
              <a:t>МЫ</a:t>
            </a:r>
            <a:r>
              <a:rPr lang="ru-RU" sz="6774" b="1" dirty="0"/>
              <a:t> </a:t>
            </a:r>
            <a:r>
              <a:rPr lang="ru-RU" sz="6774" b="1" dirty="0">
                <a:solidFill>
                  <a:srgbClr val="29345B"/>
                </a:solidFill>
              </a:rPr>
              <a:t>построим</a:t>
            </a:r>
          </a:p>
          <a:p>
            <a:pPr lvl="1">
              <a:buClr>
                <a:srgbClr val="0070C0"/>
              </a:buClr>
              <a:buSzPts val="2800"/>
            </a:pPr>
            <a:r>
              <a:rPr lang="ru-RU" sz="6774" b="1" dirty="0">
                <a:solidFill>
                  <a:srgbClr val="29345B"/>
                </a:solidFill>
              </a:rPr>
              <a:t>лучшую в стране цифровую Академию</a:t>
            </a:r>
          </a:p>
        </p:txBody>
      </p:sp>
      <p:sp>
        <p:nvSpPr>
          <p:cNvPr id="4" name="Прямоугольник 1">
            <a:extLst>
              <a:ext uri="{FF2B5EF4-FFF2-40B4-BE49-F238E27FC236}">
                <a16:creationId xmlns:a16="http://schemas.microsoft.com/office/drawing/2014/main" id="{EDFA3F26-2F82-F9C3-18C2-2032C7154208}"/>
              </a:ext>
            </a:extLst>
          </p:cNvPr>
          <p:cNvSpPr/>
          <p:nvPr/>
        </p:nvSpPr>
        <p:spPr>
          <a:xfrm>
            <a:off x="10474036" y="7572502"/>
            <a:ext cx="4927019" cy="845820"/>
          </a:xfrm>
          <a:prstGeom prst="roundRect">
            <a:avLst>
              <a:gd name="adj" fmla="val 22806"/>
            </a:avLst>
          </a:prstGeom>
          <a:solidFill>
            <a:srgbClr val="006EBE"/>
          </a:solidFill>
        </p:spPr>
        <p:txBody>
          <a:bodyPr wrap="square" tIns="0">
            <a:spAutoFit/>
          </a:bodyPr>
          <a:lstStyle/>
          <a:p>
            <a:pPr marL="0" lvl="1" algn="ctr"/>
            <a:r>
              <a:rPr lang="en-US" sz="4500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#</a:t>
            </a:r>
            <a:r>
              <a:rPr lang="ru-RU" sz="4500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президентская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7057D5-F5B9-6B23-946B-B881DB3EC8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00" r="3384"/>
          <a:stretch>
            <a:fillRect/>
          </a:stretch>
        </p:blipFill>
        <p:spPr>
          <a:xfrm>
            <a:off x="-1" y="2633456"/>
            <a:ext cx="9145587" cy="7655132"/>
          </a:xfrm>
          <a:prstGeom prst="rect">
            <a:avLst/>
          </a:prstGeom>
          <a:ln w="127000">
            <a:noFill/>
            <a:miter lim="800000"/>
          </a:ln>
        </p:spPr>
      </p:pic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81C2D957-4328-7378-0423-274CE26E2E80}"/>
              </a:ext>
            </a:extLst>
          </p:cNvPr>
          <p:cNvSpPr/>
          <p:nvPr/>
        </p:nvSpPr>
        <p:spPr>
          <a:xfrm>
            <a:off x="792163" y="731993"/>
            <a:ext cx="6570977" cy="2041667"/>
          </a:xfrm>
          <a:custGeom>
            <a:avLst/>
            <a:gdLst>
              <a:gd name="connsiteX0" fmla="*/ 0 w 5201392"/>
              <a:gd name="connsiteY0" fmla="*/ 95002 h 1330036"/>
              <a:gd name="connsiteX1" fmla="*/ 308759 w 5201392"/>
              <a:gd name="connsiteY1" fmla="*/ 1330036 h 1330036"/>
              <a:gd name="connsiteX2" fmla="*/ 4928260 w 5201392"/>
              <a:gd name="connsiteY2" fmla="*/ 1080654 h 1330036"/>
              <a:gd name="connsiteX3" fmla="*/ 5201392 w 5201392"/>
              <a:gd name="connsiteY3" fmla="*/ 0 h 1330036"/>
              <a:gd name="connsiteX4" fmla="*/ 0 w 5201392"/>
              <a:gd name="connsiteY4" fmla="*/ 95002 h 1330036"/>
              <a:gd name="connsiteX0" fmla="*/ 0 w 5284519"/>
              <a:gd name="connsiteY0" fmla="*/ 178129 h 1413163"/>
              <a:gd name="connsiteX1" fmla="*/ 308759 w 5284519"/>
              <a:gd name="connsiteY1" fmla="*/ 1413163 h 1413163"/>
              <a:gd name="connsiteX2" fmla="*/ 4928260 w 5284519"/>
              <a:gd name="connsiteY2" fmla="*/ 1163781 h 1413163"/>
              <a:gd name="connsiteX3" fmla="*/ 5284519 w 5284519"/>
              <a:gd name="connsiteY3" fmla="*/ 0 h 1413163"/>
              <a:gd name="connsiteX4" fmla="*/ 0 w 5284519"/>
              <a:gd name="connsiteY4" fmla="*/ 178129 h 1413163"/>
              <a:gd name="connsiteX0" fmla="*/ 0 w 5213267"/>
              <a:gd name="connsiteY0" fmla="*/ 47501 h 1282535"/>
              <a:gd name="connsiteX1" fmla="*/ 308759 w 5213267"/>
              <a:gd name="connsiteY1" fmla="*/ 1282535 h 1282535"/>
              <a:gd name="connsiteX2" fmla="*/ 4928260 w 5213267"/>
              <a:gd name="connsiteY2" fmla="*/ 1033153 h 1282535"/>
              <a:gd name="connsiteX3" fmla="*/ 5213267 w 5213267"/>
              <a:gd name="connsiteY3" fmla="*/ 0 h 1282535"/>
              <a:gd name="connsiteX4" fmla="*/ 0 w 5213267"/>
              <a:gd name="connsiteY4" fmla="*/ 47501 h 1282535"/>
              <a:gd name="connsiteX0" fmla="*/ 0 w 5213267"/>
              <a:gd name="connsiteY0" fmla="*/ 142503 h 1282535"/>
              <a:gd name="connsiteX1" fmla="*/ 308759 w 5213267"/>
              <a:gd name="connsiteY1" fmla="*/ 1282535 h 1282535"/>
              <a:gd name="connsiteX2" fmla="*/ 4928260 w 5213267"/>
              <a:gd name="connsiteY2" fmla="*/ 1033153 h 1282535"/>
              <a:gd name="connsiteX3" fmla="*/ 5213267 w 5213267"/>
              <a:gd name="connsiteY3" fmla="*/ 0 h 1282535"/>
              <a:gd name="connsiteX4" fmla="*/ 0 w 5213267"/>
              <a:gd name="connsiteY4" fmla="*/ 142503 h 1282535"/>
              <a:gd name="connsiteX0" fmla="*/ 0 w 5355770"/>
              <a:gd name="connsiteY0" fmla="*/ 0 h 1306286"/>
              <a:gd name="connsiteX1" fmla="*/ 451262 w 5355770"/>
              <a:gd name="connsiteY1" fmla="*/ 1306286 h 1306286"/>
              <a:gd name="connsiteX2" fmla="*/ 5070763 w 5355770"/>
              <a:gd name="connsiteY2" fmla="*/ 1056904 h 1306286"/>
              <a:gd name="connsiteX3" fmla="*/ 5355770 w 5355770"/>
              <a:gd name="connsiteY3" fmla="*/ 23751 h 1306286"/>
              <a:gd name="connsiteX4" fmla="*/ 0 w 5355770"/>
              <a:gd name="connsiteY4" fmla="*/ 0 h 1306286"/>
              <a:gd name="connsiteX0" fmla="*/ 0 w 5355770"/>
              <a:gd name="connsiteY0" fmla="*/ 0 h 1555667"/>
              <a:gd name="connsiteX1" fmla="*/ 261257 w 5355770"/>
              <a:gd name="connsiteY1" fmla="*/ 1555667 h 1555667"/>
              <a:gd name="connsiteX2" fmla="*/ 5070763 w 5355770"/>
              <a:gd name="connsiteY2" fmla="*/ 1056904 h 1555667"/>
              <a:gd name="connsiteX3" fmla="*/ 5355770 w 5355770"/>
              <a:gd name="connsiteY3" fmla="*/ 23751 h 1555667"/>
              <a:gd name="connsiteX4" fmla="*/ 0 w 5355770"/>
              <a:gd name="connsiteY4" fmla="*/ 0 h 1555667"/>
              <a:gd name="connsiteX0" fmla="*/ 0 w 5676404"/>
              <a:gd name="connsiteY0" fmla="*/ 178129 h 1733796"/>
              <a:gd name="connsiteX1" fmla="*/ 261257 w 5676404"/>
              <a:gd name="connsiteY1" fmla="*/ 1733796 h 1733796"/>
              <a:gd name="connsiteX2" fmla="*/ 5070763 w 5676404"/>
              <a:gd name="connsiteY2" fmla="*/ 1235033 h 1733796"/>
              <a:gd name="connsiteX3" fmla="*/ 5676404 w 5676404"/>
              <a:gd name="connsiteY3" fmla="*/ 0 h 1733796"/>
              <a:gd name="connsiteX4" fmla="*/ 0 w 5676404"/>
              <a:gd name="connsiteY4" fmla="*/ 178129 h 1733796"/>
              <a:gd name="connsiteX0" fmla="*/ 0 w 5676404"/>
              <a:gd name="connsiteY0" fmla="*/ 178129 h 1733796"/>
              <a:gd name="connsiteX1" fmla="*/ 261257 w 5676404"/>
              <a:gd name="connsiteY1" fmla="*/ 1733796 h 1733796"/>
              <a:gd name="connsiteX2" fmla="*/ 5355771 w 5676404"/>
              <a:gd name="connsiteY2" fmla="*/ 1389412 h 1733796"/>
              <a:gd name="connsiteX3" fmla="*/ 5676404 w 5676404"/>
              <a:gd name="connsiteY3" fmla="*/ 0 h 1733796"/>
              <a:gd name="connsiteX4" fmla="*/ 0 w 5676404"/>
              <a:gd name="connsiteY4" fmla="*/ 178129 h 1733796"/>
              <a:gd name="connsiteX0" fmla="*/ 0 w 5696811"/>
              <a:gd name="connsiteY0" fmla="*/ 320976 h 1876643"/>
              <a:gd name="connsiteX1" fmla="*/ 261257 w 5696811"/>
              <a:gd name="connsiteY1" fmla="*/ 1876643 h 1876643"/>
              <a:gd name="connsiteX2" fmla="*/ 5355771 w 5696811"/>
              <a:gd name="connsiteY2" fmla="*/ 1532259 h 1876643"/>
              <a:gd name="connsiteX3" fmla="*/ 5696811 w 5696811"/>
              <a:gd name="connsiteY3" fmla="*/ 0 h 1876643"/>
              <a:gd name="connsiteX4" fmla="*/ 0 w 5696811"/>
              <a:gd name="connsiteY4" fmla="*/ 320976 h 1876643"/>
              <a:gd name="connsiteX0" fmla="*/ 0 w 5686608"/>
              <a:gd name="connsiteY0" fmla="*/ 198537 h 1754204"/>
              <a:gd name="connsiteX1" fmla="*/ 261257 w 5686608"/>
              <a:gd name="connsiteY1" fmla="*/ 1754204 h 1754204"/>
              <a:gd name="connsiteX2" fmla="*/ 5355771 w 5686608"/>
              <a:gd name="connsiteY2" fmla="*/ 1409820 h 1754204"/>
              <a:gd name="connsiteX3" fmla="*/ 5686608 w 5686608"/>
              <a:gd name="connsiteY3" fmla="*/ 0 h 1754204"/>
              <a:gd name="connsiteX4" fmla="*/ 0 w 5686608"/>
              <a:gd name="connsiteY4" fmla="*/ 198537 h 1754204"/>
              <a:gd name="connsiteX0" fmla="*/ 0 w 5645795"/>
              <a:gd name="connsiteY0" fmla="*/ 137317 h 1754204"/>
              <a:gd name="connsiteX1" fmla="*/ 220444 w 5645795"/>
              <a:gd name="connsiteY1" fmla="*/ 1754204 h 1754204"/>
              <a:gd name="connsiteX2" fmla="*/ 5314958 w 5645795"/>
              <a:gd name="connsiteY2" fmla="*/ 1409820 h 1754204"/>
              <a:gd name="connsiteX3" fmla="*/ 5645795 w 5645795"/>
              <a:gd name="connsiteY3" fmla="*/ 0 h 1754204"/>
              <a:gd name="connsiteX4" fmla="*/ 0 w 5645795"/>
              <a:gd name="connsiteY4" fmla="*/ 137317 h 1754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5795" h="1754204">
                <a:moveTo>
                  <a:pt x="0" y="137317"/>
                </a:moveTo>
                <a:lnTo>
                  <a:pt x="220444" y="1754204"/>
                </a:lnTo>
                <a:lnTo>
                  <a:pt x="5314958" y="1409820"/>
                </a:lnTo>
                <a:lnTo>
                  <a:pt x="5645795" y="0"/>
                </a:lnTo>
                <a:lnTo>
                  <a:pt x="0" y="137317"/>
                </a:lnTo>
                <a:close/>
              </a:path>
            </a:pathLst>
          </a:custGeom>
          <a:solidFill>
            <a:srgbClr val="C303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216000" rtlCol="0" anchor="ctr"/>
          <a:lstStyle/>
          <a:p>
            <a:pPr algn="ctr"/>
            <a:r>
              <a:rPr lang="ru-RU" sz="6600" b="1" dirty="0"/>
              <a:t>ЭТО ВЫЗОВ</a:t>
            </a:r>
          </a:p>
        </p:txBody>
      </p:sp>
      <p:sp>
        <p:nvSpPr>
          <p:cNvPr id="9" name="Прямоугольник 1">
            <a:extLst>
              <a:ext uri="{FF2B5EF4-FFF2-40B4-BE49-F238E27FC236}">
                <a16:creationId xmlns:a16="http://schemas.microsoft.com/office/drawing/2014/main" id="{631C61B2-874E-E5A8-50FE-4E99BAB2E5EC}"/>
              </a:ext>
            </a:extLst>
          </p:cNvPr>
          <p:cNvSpPr/>
          <p:nvPr/>
        </p:nvSpPr>
        <p:spPr>
          <a:xfrm>
            <a:off x="12825885" y="8801964"/>
            <a:ext cx="3501446" cy="845820"/>
          </a:xfrm>
          <a:prstGeom prst="roundRect">
            <a:avLst>
              <a:gd name="adj" fmla="val 22806"/>
            </a:avLst>
          </a:prstGeom>
          <a:solidFill>
            <a:srgbClr val="006EBE"/>
          </a:solidFill>
        </p:spPr>
        <p:txBody>
          <a:bodyPr wrap="square" tIns="0">
            <a:spAutoFit/>
          </a:bodyPr>
          <a:lstStyle/>
          <a:p>
            <a:pPr marL="0" lvl="1" algn="ctr"/>
            <a:r>
              <a:rPr lang="en-US" sz="4500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#</a:t>
            </a:r>
            <a:r>
              <a:rPr lang="ru-RU" sz="4500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цифровая</a:t>
            </a:r>
          </a:p>
        </p:txBody>
      </p:sp>
    </p:spTree>
    <p:extLst>
      <p:ext uri="{BB962C8B-B14F-4D97-AF65-F5344CB8AC3E}">
        <p14:creationId xmlns:p14="http://schemas.microsoft.com/office/powerpoint/2010/main" val="1790519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5A954-C51C-902C-40C7-DC91DB2E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9C62171-E19B-6C5D-4285-6058A7311ACD}"/>
              </a:ext>
            </a:extLst>
          </p:cNvPr>
          <p:cNvSpPr/>
          <p:nvPr/>
        </p:nvSpPr>
        <p:spPr>
          <a:xfrm>
            <a:off x="504825" y="1960774"/>
            <a:ext cx="17281525" cy="7864263"/>
          </a:xfrm>
          <a:prstGeom prst="roundRect">
            <a:avLst>
              <a:gd name="adj" fmla="val 8764"/>
            </a:avLst>
          </a:prstGeom>
          <a:solidFill>
            <a:srgbClr val="D8ECF8"/>
          </a:solidFill>
          <a:ln w="381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F46609-BAC7-9D09-BD88-B488F81CCBD8}"/>
              </a:ext>
            </a:extLst>
          </p:cNvPr>
          <p:cNvSpPr txBox="1">
            <a:spLocks/>
          </p:cNvSpPr>
          <p:nvPr/>
        </p:nvSpPr>
        <p:spPr>
          <a:xfrm>
            <a:off x="380416" y="411786"/>
            <a:ext cx="15490952" cy="124999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defPPr>
              <a:defRPr lang="en-US"/>
            </a:defPPr>
            <a:lvl1pPr defTabSz="1371783">
              <a:lnSpc>
                <a:spcPct val="80000"/>
              </a:lnSpc>
              <a:spcBef>
                <a:spcPts val="3600"/>
              </a:spcBef>
              <a:buNone/>
              <a:defRPr sz="5000" b="1">
                <a:latin typeface="Arial" panose="020B0604020202020204" pitchFamily="34" charset="0"/>
                <a:ea typeface="PT Root UI Bold" panose="020B0603020202020204" pitchFamily="34" charset="-52"/>
                <a:cs typeface="Arial" panose="020B0604020202020204" pitchFamily="34" charset="0"/>
              </a:defRPr>
            </a:lvl1pPr>
          </a:lstStyle>
          <a:p>
            <a:pPr defTabSz="456880">
              <a:buClr>
                <a:srgbClr val="006EBE"/>
              </a:buClr>
              <a:defRPr/>
            </a:pPr>
            <a:r>
              <a:rPr lang="ru-RU" sz="4597" dirty="0">
                <a:solidFill>
                  <a:srgbClr val="006EBE"/>
                </a:solidFill>
                <a:ea typeface="+mn-ea"/>
              </a:rPr>
              <a:t>Цифровое лидерство среди вузов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675DBB8-AEBE-0E38-4F1D-D145F0065267}"/>
              </a:ext>
            </a:extLst>
          </p:cNvPr>
          <p:cNvSpPr/>
          <p:nvPr/>
        </p:nvSpPr>
        <p:spPr>
          <a:xfrm>
            <a:off x="12719486" y="2849261"/>
            <a:ext cx="4643803" cy="4093036"/>
          </a:xfrm>
          <a:prstGeom prst="roundRect">
            <a:avLst>
              <a:gd name="adj" fmla="val 11339"/>
            </a:avLst>
          </a:prstGeom>
          <a:solidFill>
            <a:schemeClr val="bg1"/>
          </a:solidFill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/>
          <a:p>
            <a:pPr algn="ctr" defTabSz="456880">
              <a:spcBef>
                <a:spcPts val="1199"/>
              </a:spcBef>
              <a:buClr>
                <a:srgbClr val="006EBE"/>
              </a:buClr>
            </a:pPr>
            <a:endParaRPr lang="ru-RU" sz="3598" b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Прямоугольник: скругленные углы 7">
            <a:extLst>
              <a:ext uri="{FF2B5EF4-FFF2-40B4-BE49-F238E27FC236}">
                <a16:creationId xmlns:a16="http://schemas.microsoft.com/office/drawing/2014/main" id="{1962E4FB-40E8-5CBE-ED2C-C58CDCE8D38E}"/>
              </a:ext>
            </a:extLst>
          </p:cNvPr>
          <p:cNvSpPr/>
          <p:nvPr/>
        </p:nvSpPr>
        <p:spPr>
          <a:xfrm>
            <a:off x="1515232" y="7740444"/>
            <a:ext cx="15848058" cy="1736653"/>
          </a:xfrm>
          <a:prstGeom prst="roundRect">
            <a:avLst>
              <a:gd name="adj" fmla="val 21164"/>
            </a:avLst>
          </a:prstGeom>
          <a:solidFill>
            <a:schemeClr val="bg1"/>
          </a:solidFill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/>
          <a:p>
            <a:pPr algn="ctr" defTabSz="456880">
              <a:spcBef>
                <a:spcPts val="1199"/>
              </a:spcBef>
              <a:buClr>
                <a:srgbClr val="006EBE"/>
              </a:buClr>
            </a:pPr>
            <a:endParaRPr lang="ru-RU" sz="3598" b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Прямоугольник: скругленные углы 4">
            <a:extLst>
              <a:ext uri="{FF2B5EF4-FFF2-40B4-BE49-F238E27FC236}">
                <a16:creationId xmlns:a16="http://schemas.microsoft.com/office/drawing/2014/main" id="{FE3BAA6C-5396-5808-917E-82898D8FCF99}"/>
              </a:ext>
            </a:extLst>
          </p:cNvPr>
          <p:cNvSpPr/>
          <p:nvPr/>
        </p:nvSpPr>
        <p:spPr>
          <a:xfrm>
            <a:off x="7101253" y="2849261"/>
            <a:ext cx="4643803" cy="4093036"/>
          </a:xfrm>
          <a:prstGeom prst="roundRect">
            <a:avLst>
              <a:gd name="adj" fmla="val 11558"/>
            </a:avLst>
          </a:prstGeom>
          <a:solidFill>
            <a:schemeClr val="bg1"/>
          </a:solidFill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/>
          <a:p>
            <a:pPr algn="ctr" defTabSz="456880">
              <a:spcBef>
                <a:spcPts val="1199"/>
              </a:spcBef>
              <a:buClr>
                <a:srgbClr val="006EBE"/>
              </a:buClr>
            </a:pPr>
            <a:endParaRPr lang="ru-RU" sz="3598" b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Google Shape;99;p17">
            <a:extLst>
              <a:ext uri="{FF2B5EF4-FFF2-40B4-BE49-F238E27FC236}">
                <a16:creationId xmlns:a16="http://schemas.microsoft.com/office/drawing/2014/main" id="{770BB23B-F4CF-7615-9E8F-9E4538AA5DB3}"/>
              </a:ext>
            </a:extLst>
          </p:cNvPr>
          <p:cNvSpPr txBox="1"/>
          <p:nvPr/>
        </p:nvSpPr>
        <p:spPr>
          <a:xfrm>
            <a:off x="7464164" y="2949313"/>
            <a:ext cx="3937998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ctr" fontAlgn="auto">
              <a:lnSpc>
                <a:spcPct val="100000"/>
              </a:lnSpc>
              <a:spcAft>
                <a:spcPts val="0"/>
              </a:spcAft>
              <a:buClr>
                <a:srgbClr val="CA0F3E"/>
              </a:buClr>
              <a:buSzPct val="100000"/>
              <a:tabLst/>
              <a:defRPr/>
            </a:pPr>
            <a:r>
              <a:rPr lang="ru-RU" sz="3200" b="1" kern="100" dirty="0">
                <a:solidFill>
                  <a:srgbClr val="071D35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Человек</a:t>
            </a:r>
          </a:p>
        </p:txBody>
      </p:sp>
      <p:sp>
        <p:nvSpPr>
          <p:cNvPr id="45" name="Google Shape;99;p17">
            <a:extLst>
              <a:ext uri="{FF2B5EF4-FFF2-40B4-BE49-F238E27FC236}">
                <a16:creationId xmlns:a16="http://schemas.microsoft.com/office/drawing/2014/main" id="{D22622FD-3590-B945-3E70-90D434A239C0}"/>
              </a:ext>
            </a:extLst>
          </p:cNvPr>
          <p:cNvSpPr txBox="1"/>
          <p:nvPr/>
        </p:nvSpPr>
        <p:spPr>
          <a:xfrm>
            <a:off x="12869627" y="3962451"/>
            <a:ext cx="4237515" cy="249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41338" indent="-324000">
              <a:spcBef>
                <a:spcPts val="1200"/>
              </a:spcBef>
              <a:buClr>
                <a:srgbClr val="5BAFE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2400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Трансформация Образования</a:t>
            </a:r>
          </a:p>
          <a:p>
            <a:pPr marL="541338" indent="-324000">
              <a:spcBef>
                <a:spcPts val="1200"/>
              </a:spcBef>
              <a:buClr>
                <a:srgbClr val="5BAFE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2400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Трансформация Науки</a:t>
            </a:r>
          </a:p>
          <a:p>
            <a:pPr marL="541338" indent="-324000">
              <a:spcBef>
                <a:spcPts val="1200"/>
              </a:spcBef>
              <a:buClr>
                <a:srgbClr val="5BAFE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2400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Трансформация управления Академией</a:t>
            </a:r>
          </a:p>
        </p:txBody>
      </p:sp>
      <p:sp>
        <p:nvSpPr>
          <p:cNvPr id="100" name="Google Shape;99;p17">
            <a:extLst>
              <a:ext uri="{FF2B5EF4-FFF2-40B4-BE49-F238E27FC236}">
                <a16:creationId xmlns:a16="http://schemas.microsoft.com/office/drawing/2014/main" id="{69F819AE-6473-C60C-7073-B78DC218A579}"/>
              </a:ext>
            </a:extLst>
          </p:cNvPr>
          <p:cNvSpPr txBox="1"/>
          <p:nvPr/>
        </p:nvSpPr>
        <p:spPr>
          <a:xfrm>
            <a:off x="2292092" y="8258887"/>
            <a:ext cx="13454582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rgbClr val="CA0F3E"/>
              </a:buClr>
              <a:buSzPct val="100000"/>
              <a:tabLst/>
              <a:defRPr/>
            </a:pPr>
            <a:r>
              <a:rPr kumimoji="0" lang="ru-RU" sz="3200" b="1" i="0" u="none" strike="noStrike" kern="100" cap="none" spc="0" normalizeH="0" baseline="0" noProof="0" dirty="0">
                <a:ln>
                  <a:noFill/>
                </a:ln>
                <a:solidFill>
                  <a:srgbClr val="071D3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Montserrat"/>
              </a:rPr>
              <a:t>Управление ИТ – Процессами и Проектами</a:t>
            </a:r>
          </a:p>
        </p:txBody>
      </p:sp>
      <p:sp>
        <p:nvSpPr>
          <p:cNvPr id="109" name="Google Shape;99;p17">
            <a:extLst>
              <a:ext uri="{FF2B5EF4-FFF2-40B4-BE49-F238E27FC236}">
                <a16:creationId xmlns:a16="http://schemas.microsoft.com/office/drawing/2014/main" id="{9B7EB040-B542-A4E3-26D4-10353D2E306D}"/>
              </a:ext>
            </a:extLst>
          </p:cNvPr>
          <p:cNvSpPr txBox="1"/>
          <p:nvPr/>
        </p:nvSpPr>
        <p:spPr>
          <a:xfrm>
            <a:off x="13154426" y="2949313"/>
            <a:ext cx="3943336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ctr" fontAlgn="auto">
              <a:lnSpc>
                <a:spcPct val="100000"/>
              </a:lnSpc>
              <a:spcAft>
                <a:spcPts val="0"/>
              </a:spcAft>
              <a:buClr>
                <a:srgbClr val="CA0F3E"/>
              </a:buClr>
              <a:buSzPct val="100000"/>
              <a:tabLst/>
              <a:defRPr/>
            </a:pPr>
            <a:r>
              <a:rPr lang="ru-RU" sz="3200" b="1" kern="100" dirty="0">
                <a:solidFill>
                  <a:srgbClr val="071D35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ИИ-решения</a:t>
            </a:r>
          </a:p>
        </p:txBody>
      </p:sp>
      <p:sp>
        <p:nvSpPr>
          <p:cNvPr id="3" name="Прямоугольник: скругленные углы 4">
            <a:extLst>
              <a:ext uri="{FF2B5EF4-FFF2-40B4-BE49-F238E27FC236}">
                <a16:creationId xmlns:a16="http://schemas.microsoft.com/office/drawing/2014/main" id="{E847EB2A-0F15-074A-4FF8-F74500C39C57}"/>
              </a:ext>
            </a:extLst>
          </p:cNvPr>
          <p:cNvSpPr/>
          <p:nvPr/>
        </p:nvSpPr>
        <p:spPr>
          <a:xfrm>
            <a:off x="1529049" y="2849261"/>
            <a:ext cx="4643803" cy="4093036"/>
          </a:xfrm>
          <a:prstGeom prst="roundRect">
            <a:avLst>
              <a:gd name="adj" fmla="val 11996"/>
            </a:avLst>
          </a:prstGeom>
          <a:solidFill>
            <a:schemeClr val="bg1"/>
          </a:solidFill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/>
          <a:p>
            <a:pPr algn="ctr" defTabSz="456880">
              <a:spcBef>
                <a:spcPts val="1199"/>
              </a:spcBef>
              <a:buClr>
                <a:srgbClr val="006EBE"/>
              </a:buClr>
            </a:pPr>
            <a:endParaRPr lang="ru-RU" sz="3598" b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99;p17">
            <a:extLst>
              <a:ext uri="{FF2B5EF4-FFF2-40B4-BE49-F238E27FC236}">
                <a16:creationId xmlns:a16="http://schemas.microsoft.com/office/drawing/2014/main" id="{45D36E8C-D1A4-3C18-591F-0B4D62336E6D}"/>
              </a:ext>
            </a:extLst>
          </p:cNvPr>
          <p:cNvSpPr txBox="1"/>
          <p:nvPr/>
        </p:nvSpPr>
        <p:spPr>
          <a:xfrm>
            <a:off x="2240716" y="2949313"/>
            <a:ext cx="3499805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rgbClr val="CA0F3E"/>
              </a:buClr>
              <a:buSzPct val="100000"/>
              <a:defRPr/>
            </a:pPr>
            <a:r>
              <a:rPr lang="ru-RU" sz="3200" b="1" kern="100" dirty="0">
                <a:solidFill>
                  <a:srgbClr val="071D35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Цифровая среда</a:t>
            </a:r>
          </a:p>
        </p:txBody>
      </p:sp>
      <p:sp>
        <p:nvSpPr>
          <p:cNvPr id="30" name="Google Shape;99;p17">
            <a:extLst>
              <a:ext uri="{FF2B5EF4-FFF2-40B4-BE49-F238E27FC236}">
                <a16:creationId xmlns:a16="http://schemas.microsoft.com/office/drawing/2014/main" id="{6C4DECBE-0E24-E2CB-E94B-C8648C883933}"/>
              </a:ext>
            </a:extLst>
          </p:cNvPr>
          <p:cNvSpPr txBox="1"/>
          <p:nvPr/>
        </p:nvSpPr>
        <p:spPr>
          <a:xfrm>
            <a:off x="1619017" y="3962451"/>
            <a:ext cx="4301719" cy="2277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9763" indent="-457200">
              <a:spcBef>
                <a:spcPts val="1200"/>
              </a:spcBef>
              <a:buClr>
                <a:srgbClr val="5BAFE3"/>
              </a:buClr>
              <a:buSzPct val="100000"/>
              <a:buFont typeface="+mj-lt"/>
              <a:buAutoNum type="arabicPeriod"/>
              <a:defRPr/>
            </a:pPr>
            <a:r>
              <a:rPr lang="ru-RU" sz="2400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Инфраструктура</a:t>
            </a:r>
          </a:p>
          <a:p>
            <a:pPr marL="639763" indent="-457200">
              <a:spcBef>
                <a:spcPts val="1200"/>
              </a:spcBef>
              <a:buClr>
                <a:srgbClr val="5BAFE3"/>
              </a:buClr>
              <a:buSzPct val="100000"/>
              <a:buFont typeface="+mj-lt"/>
              <a:buAutoNum type="arabicPeriod"/>
              <a:defRPr/>
            </a:pPr>
            <a:r>
              <a:rPr lang="ru-RU" sz="2400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Цифровые решения</a:t>
            </a:r>
          </a:p>
          <a:p>
            <a:pPr marL="639763" indent="-457200">
              <a:spcBef>
                <a:spcPts val="1200"/>
              </a:spcBef>
              <a:buClr>
                <a:srgbClr val="5BAFE3"/>
              </a:buClr>
              <a:buSzPct val="100000"/>
              <a:buFont typeface="+mj-lt"/>
              <a:buAutoNum type="arabicPeriod"/>
              <a:defRPr/>
            </a:pPr>
            <a:r>
              <a:rPr lang="ru-RU" sz="2400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Данные</a:t>
            </a:r>
          </a:p>
          <a:p>
            <a:pPr marL="639763" indent="-457200">
              <a:spcBef>
                <a:spcPts val="1200"/>
              </a:spcBef>
              <a:buClr>
                <a:srgbClr val="5BAFE3"/>
              </a:buClr>
              <a:buSzPct val="100000"/>
              <a:buFont typeface="+mj-lt"/>
              <a:buAutoNum type="arabicPeriod"/>
              <a:defRPr/>
            </a:pPr>
            <a:r>
              <a:rPr lang="ru-RU" sz="2400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Управление ИТ</a:t>
            </a:r>
          </a:p>
        </p:txBody>
      </p:sp>
      <p:sp>
        <p:nvSpPr>
          <p:cNvPr id="97" name="Google Shape;99;p17">
            <a:extLst>
              <a:ext uri="{FF2B5EF4-FFF2-40B4-BE49-F238E27FC236}">
                <a16:creationId xmlns:a16="http://schemas.microsoft.com/office/drawing/2014/main" id="{93100AC3-270B-F9E9-9E19-D0B6310BCAF7}"/>
              </a:ext>
            </a:extLst>
          </p:cNvPr>
          <p:cNvSpPr txBox="1"/>
          <p:nvPr/>
        </p:nvSpPr>
        <p:spPr>
          <a:xfrm>
            <a:off x="7416522" y="3962451"/>
            <a:ext cx="4237515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41338" indent="-324000">
              <a:spcBef>
                <a:spcPts val="1200"/>
              </a:spcBef>
              <a:buClr>
                <a:srgbClr val="5BAFE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2400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Абитуриенты/  Обучающиеся</a:t>
            </a:r>
          </a:p>
          <a:p>
            <a:pPr marL="541338" indent="-324000">
              <a:spcBef>
                <a:spcPts val="1200"/>
              </a:spcBef>
              <a:buClr>
                <a:srgbClr val="5BAFE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2400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Преподаватели</a:t>
            </a:r>
          </a:p>
          <a:p>
            <a:pPr marL="541338" indent="-324000">
              <a:spcBef>
                <a:spcPts val="1200"/>
              </a:spcBef>
              <a:buClr>
                <a:srgbClr val="5BAFE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2400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Научные работники</a:t>
            </a:r>
          </a:p>
          <a:p>
            <a:pPr marL="541338" indent="-324000">
              <a:spcBef>
                <a:spcPts val="1200"/>
              </a:spcBef>
              <a:buClr>
                <a:srgbClr val="5BAFE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2400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Сотрудники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FC3DDBB1-749B-1A48-EB24-4CC02C9FCF02}"/>
              </a:ext>
            </a:extLst>
          </p:cNvPr>
          <p:cNvSpPr/>
          <p:nvPr/>
        </p:nvSpPr>
        <p:spPr>
          <a:xfrm>
            <a:off x="814765" y="7161899"/>
            <a:ext cx="1400934" cy="1400934"/>
          </a:xfrm>
          <a:prstGeom prst="ellipse">
            <a:avLst/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ru-RU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1073A591-AD0C-E07A-A056-45AE4075DC9F}"/>
              </a:ext>
            </a:extLst>
          </p:cNvPr>
          <p:cNvGrpSpPr/>
          <p:nvPr/>
        </p:nvGrpSpPr>
        <p:grpSpPr>
          <a:xfrm rot="17100000">
            <a:off x="1069567" y="7161836"/>
            <a:ext cx="957390" cy="1197584"/>
            <a:chOff x="4385524" y="7808933"/>
            <a:chExt cx="966977" cy="1169781"/>
          </a:xfrm>
        </p:grpSpPr>
        <p:sp>
          <p:nvSpPr>
            <p:cNvPr id="103" name="Полилиния: фигура 102">
              <a:extLst>
                <a:ext uri="{FF2B5EF4-FFF2-40B4-BE49-F238E27FC236}">
                  <a16:creationId xmlns:a16="http://schemas.microsoft.com/office/drawing/2014/main" id="{EF0554FF-C820-48C7-C7D8-02952CF1646F}"/>
                </a:ext>
              </a:extLst>
            </p:cNvPr>
            <p:cNvSpPr/>
            <p:nvPr/>
          </p:nvSpPr>
          <p:spPr>
            <a:xfrm>
              <a:off x="4385524" y="8550776"/>
              <a:ext cx="462819" cy="427938"/>
            </a:xfrm>
            <a:custGeom>
              <a:avLst/>
              <a:gdLst>
                <a:gd name="connsiteX0" fmla="*/ 276035 w 462819"/>
                <a:gd name="connsiteY0" fmla="*/ 383181 h 427938"/>
                <a:gd name="connsiteX1" fmla="*/ 294418 w 462819"/>
                <a:gd name="connsiteY1" fmla="*/ 415090 h 427938"/>
                <a:gd name="connsiteX2" fmla="*/ 329470 w 462819"/>
                <a:gd name="connsiteY2" fmla="*/ 424519 h 427938"/>
                <a:gd name="connsiteX3" fmla="*/ 364712 w 462819"/>
                <a:gd name="connsiteY3" fmla="*/ 404231 h 427938"/>
                <a:gd name="connsiteX4" fmla="*/ 374142 w 462819"/>
                <a:gd name="connsiteY4" fmla="*/ 369179 h 427938"/>
                <a:gd name="connsiteX5" fmla="*/ 355759 w 462819"/>
                <a:gd name="connsiteY5" fmla="*/ 337366 h 427938"/>
                <a:gd name="connsiteX6" fmla="*/ 400336 w 462819"/>
                <a:gd name="connsiteY6" fmla="*/ 260023 h 427938"/>
                <a:gd name="connsiteX7" fmla="*/ 437102 w 462819"/>
                <a:gd name="connsiteY7" fmla="*/ 260023 h 427938"/>
                <a:gd name="connsiteX8" fmla="*/ 462820 w 462819"/>
                <a:gd name="connsiteY8" fmla="*/ 234305 h 427938"/>
                <a:gd name="connsiteX9" fmla="*/ 462820 w 462819"/>
                <a:gd name="connsiteY9" fmla="*/ 193633 h 427938"/>
                <a:gd name="connsiteX10" fmla="*/ 437102 w 462819"/>
                <a:gd name="connsiteY10" fmla="*/ 167916 h 427938"/>
                <a:gd name="connsiteX11" fmla="*/ 400336 w 462819"/>
                <a:gd name="connsiteY11" fmla="*/ 167916 h 427938"/>
                <a:gd name="connsiteX12" fmla="*/ 355759 w 462819"/>
                <a:gd name="connsiteY12" fmla="*/ 90573 h 427938"/>
                <a:gd name="connsiteX13" fmla="*/ 374142 w 462819"/>
                <a:gd name="connsiteY13" fmla="*/ 58759 h 427938"/>
                <a:gd name="connsiteX14" fmla="*/ 364712 w 462819"/>
                <a:gd name="connsiteY14" fmla="*/ 23707 h 427938"/>
                <a:gd name="connsiteX15" fmla="*/ 329470 w 462819"/>
                <a:gd name="connsiteY15" fmla="*/ 3419 h 427938"/>
                <a:gd name="connsiteX16" fmla="*/ 294418 w 462819"/>
                <a:gd name="connsiteY16" fmla="*/ 12849 h 427938"/>
                <a:gd name="connsiteX17" fmla="*/ 276035 w 462819"/>
                <a:gd name="connsiteY17" fmla="*/ 44758 h 427938"/>
                <a:gd name="connsiteX18" fmla="*/ 186785 w 462819"/>
                <a:gd name="connsiteY18" fmla="*/ 44758 h 427938"/>
                <a:gd name="connsiteX19" fmla="*/ 168402 w 462819"/>
                <a:gd name="connsiteY19" fmla="*/ 12849 h 427938"/>
                <a:gd name="connsiteX20" fmla="*/ 133350 w 462819"/>
                <a:gd name="connsiteY20" fmla="*/ 3419 h 427938"/>
                <a:gd name="connsiteX21" fmla="*/ 98108 w 462819"/>
                <a:gd name="connsiteY21" fmla="*/ 23707 h 427938"/>
                <a:gd name="connsiteX22" fmla="*/ 88678 w 462819"/>
                <a:gd name="connsiteY22" fmla="*/ 58759 h 427938"/>
                <a:gd name="connsiteX23" fmla="*/ 107061 w 462819"/>
                <a:gd name="connsiteY23" fmla="*/ 90573 h 427938"/>
                <a:gd name="connsiteX24" fmla="*/ 62484 w 462819"/>
                <a:gd name="connsiteY24" fmla="*/ 167916 h 427938"/>
                <a:gd name="connsiteX25" fmla="*/ 25717 w 462819"/>
                <a:gd name="connsiteY25" fmla="*/ 167916 h 427938"/>
                <a:gd name="connsiteX26" fmla="*/ 0 w 462819"/>
                <a:gd name="connsiteY26" fmla="*/ 193633 h 427938"/>
                <a:gd name="connsiteX27" fmla="*/ 0 w 462819"/>
                <a:gd name="connsiteY27" fmla="*/ 234305 h 427938"/>
                <a:gd name="connsiteX28" fmla="*/ 25717 w 462819"/>
                <a:gd name="connsiteY28" fmla="*/ 260023 h 427938"/>
                <a:gd name="connsiteX29" fmla="*/ 62484 w 462819"/>
                <a:gd name="connsiteY29" fmla="*/ 260023 h 427938"/>
                <a:gd name="connsiteX30" fmla="*/ 107061 w 462819"/>
                <a:gd name="connsiteY30" fmla="*/ 337366 h 427938"/>
                <a:gd name="connsiteX31" fmla="*/ 88678 w 462819"/>
                <a:gd name="connsiteY31" fmla="*/ 369179 h 427938"/>
                <a:gd name="connsiteX32" fmla="*/ 98108 w 462819"/>
                <a:gd name="connsiteY32" fmla="*/ 404231 h 427938"/>
                <a:gd name="connsiteX33" fmla="*/ 133350 w 462819"/>
                <a:gd name="connsiteY33" fmla="*/ 424519 h 427938"/>
                <a:gd name="connsiteX34" fmla="*/ 168402 w 462819"/>
                <a:gd name="connsiteY34" fmla="*/ 415090 h 427938"/>
                <a:gd name="connsiteX35" fmla="*/ 186785 w 462819"/>
                <a:gd name="connsiteY35" fmla="*/ 383181 h 427938"/>
                <a:gd name="connsiteX36" fmla="*/ 276035 w 462819"/>
                <a:gd name="connsiteY36" fmla="*/ 383181 h 427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62819" h="427938">
                  <a:moveTo>
                    <a:pt x="276035" y="383181"/>
                  </a:moveTo>
                  <a:lnTo>
                    <a:pt x="294418" y="415090"/>
                  </a:lnTo>
                  <a:cubicBezTo>
                    <a:pt x="301466" y="427377"/>
                    <a:pt x="317183" y="431568"/>
                    <a:pt x="329470" y="424519"/>
                  </a:cubicBezTo>
                  <a:lnTo>
                    <a:pt x="364712" y="404231"/>
                  </a:lnTo>
                  <a:cubicBezTo>
                    <a:pt x="377000" y="397183"/>
                    <a:pt x="381191" y="381466"/>
                    <a:pt x="374142" y="369179"/>
                  </a:cubicBezTo>
                  <a:lnTo>
                    <a:pt x="355759" y="337366"/>
                  </a:lnTo>
                  <a:cubicBezTo>
                    <a:pt x="377857" y="315077"/>
                    <a:pt x="392621" y="288312"/>
                    <a:pt x="400336" y="260023"/>
                  </a:cubicBezTo>
                  <a:lnTo>
                    <a:pt x="437102" y="260023"/>
                  </a:lnTo>
                  <a:cubicBezTo>
                    <a:pt x="451295" y="260023"/>
                    <a:pt x="462820" y="248497"/>
                    <a:pt x="462820" y="234305"/>
                  </a:cubicBezTo>
                  <a:lnTo>
                    <a:pt x="462820" y="193633"/>
                  </a:lnTo>
                  <a:cubicBezTo>
                    <a:pt x="462820" y="179441"/>
                    <a:pt x="451295" y="167916"/>
                    <a:pt x="437102" y="167916"/>
                  </a:cubicBezTo>
                  <a:lnTo>
                    <a:pt x="400336" y="167916"/>
                  </a:lnTo>
                  <a:cubicBezTo>
                    <a:pt x="392621" y="139627"/>
                    <a:pt x="377857" y="112861"/>
                    <a:pt x="355759" y="90573"/>
                  </a:cubicBezTo>
                  <a:lnTo>
                    <a:pt x="374142" y="58759"/>
                  </a:lnTo>
                  <a:cubicBezTo>
                    <a:pt x="381191" y="46472"/>
                    <a:pt x="377000" y="30756"/>
                    <a:pt x="364712" y="23707"/>
                  </a:cubicBezTo>
                  <a:lnTo>
                    <a:pt x="329470" y="3419"/>
                  </a:lnTo>
                  <a:cubicBezTo>
                    <a:pt x="317183" y="-3629"/>
                    <a:pt x="301466" y="562"/>
                    <a:pt x="294418" y="12849"/>
                  </a:cubicBezTo>
                  <a:lnTo>
                    <a:pt x="276035" y="44758"/>
                  </a:lnTo>
                  <a:cubicBezTo>
                    <a:pt x="246793" y="37042"/>
                    <a:pt x="216027" y="37042"/>
                    <a:pt x="186785" y="44758"/>
                  </a:cubicBezTo>
                  <a:lnTo>
                    <a:pt x="168402" y="12849"/>
                  </a:lnTo>
                  <a:cubicBezTo>
                    <a:pt x="161354" y="562"/>
                    <a:pt x="145637" y="-3629"/>
                    <a:pt x="133350" y="3419"/>
                  </a:cubicBezTo>
                  <a:lnTo>
                    <a:pt x="98108" y="23707"/>
                  </a:lnTo>
                  <a:cubicBezTo>
                    <a:pt x="85820" y="30756"/>
                    <a:pt x="81629" y="46472"/>
                    <a:pt x="88678" y="58759"/>
                  </a:cubicBezTo>
                  <a:lnTo>
                    <a:pt x="107061" y="90573"/>
                  </a:lnTo>
                  <a:cubicBezTo>
                    <a:pt x="84963" y="112861"/>
                    <a:pt x="70199" y="139627"/>
                    <a:pt x="62484" y="167916"/>
                  </a:cubicBezTo>
                  <a:lnTo>
                    <a:pt x="25717" y="167916"/>
                  </a:lnTo>
                  <a:cubicBezTo>
                    <a:pt x="11525" y="167916"/>
                    <a:pt x="0" y="179441"/>
                    <a:pt x="0" y="193633"/>
                  </a:cubicBezTo>
                  <a:lnTo>
                    <a:pt x="0" y="234305"/>
                  </a:lnTo>
                  <a:cubicBezTo>
                    <a:pt x="0" y="248497"/>
                    <a:pt x="11525" y="260023"/>
                    <a:pt x="25717" y="260023"/>
                  </a:cubicBezTo>
                  <a:lnTo>
                    <a:pt x="62484" y="260023"/>
                  </a:lnTo>
                  <a:cubicBezTo>
                    <a:pt x="70199" y="288312"/>
                    <a:pt x="84963" y="315077"/>
                    <a:pt x="107061" y="337366"/>
                  </a:cubicBezTo>
                  <a:lnTo>
                    <a:pt x="88678" y="369179"/>
                  </a:lnTo>
                  <a:cubicBezTo>
                    <a:pt x="81629" y="381466"/>
                    <a:pt x="85820" y="397183"/>
                    <a:pt x="98108" y="404231"/>
                  </a:cubicBezTo>
                  <a:lnTo>
                    <a:pt x="133350" y="424519"/>
                  </a:lnTo>
                  <a:cubicBezTo>
                    <a:pt x="145637" y="431568"/>
                    <a:pt x="161354" y="427377"/>
                    <a:pt x="168402" y="415090"/>
                  </a:cubicBezTo>
                  <a:lnTo>
                    <a:pt x="186785" y="383181"/>
                  </a:lnTo>
                  <a:cubicBezTo>
                    <a:pt x="216027" y="390896"/>
                    <a:pt x="246793" y="390896"/>
                    <a:pt x="276035" y="383181"/>
                  </a:cubicBezTo>
                  <a:close/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4" name="Полилиния: фигура 103">
              <a:extLst>
                <a:ext uri="{FF2B5EF4-FFF2-40B4-BE49-F238E27FC236}">
                  <a16:creationId xmlns:a16="http://schemas.microsoft.com/office/drawing/2014/main" id="{1634C1C4-2751-4314-5A5C-A5F7FF2B3FD0}"/>
                </a:ext>
              </a:extLst>
            </p:cNvPr>
            <p:cNvSpPr/>
            <p:nvPr/>
          </p:nvSpPr>
          <p:spPr>
            <a:xfrm>
              <a:off x="4736615" y="8110209"/>
              <a:ext cx="615886" cy="569549"/>
            </a:xfrm>
            <a:custGeom>
              <a:avLst/>
              <a:gdLst>
                <a:gd name="connsiteX0" fmla="*/ 367284 w 615886"/>
                <a:gd name="connsiteY0" fmla="*/ 509994 h 569549"/>
                <a:gd name="connsiteX1" fmla="*/ 391763 w 615886"/>
                <a:gd name="connsiteY1" fmla="*/ 552475 h 569549"/>
                <a:gd name="connsiteX2" fmla="*/ 438436 w 615886"/>
                <a:gd name="connsiteY2" fmla="*/ 564953 h 569549"/>
                <a:gd name="connsiteX3" fmla="*/ 485299 w 615886"/>
                <a:gd name="connsiteY3" fmla="*/ 537902 h 569549"/>
                <a:gd name="connsiteX4" fmla="*/ 497777 w 615886"/>
                <a:gd name="connsiteY4" fmla="*/ 491229 h 569549"/>
                <a:gd name="connsiteX5" fmla="*/ 473392 w 615886"/>
                <a:gd name="connsiteY5" fmla="*/ 448938 h 569549"/>
                <a:gd name="connsiteX6" fmla="*/ 532733 w 615886"/>
                <a:gd name="connsiteY6" fmla="*/ 346068 h 569549"/>
                <a:gd name="connsiteX7" fmla="*/ 581692 w 615886"/>
                <a:gd name="connsiteY7" fmla="*/ 346068 h 569549"/>
                <a:gd name="connsiteX8" fmla="*/ 615886 w 615886"/>
                <a:gd name="connsiteY8" fmla="*/ 311874 h 569549"/>
                <a:gd name="connsiteX9" fmla="*/ 615886 w 615886"/>
                <a:gd name="connsiteY9" fmla="*/ 257772 h 569549"/>
                <a:gd name="connsiteX10" fmla="*/ 581692 w 615886"/>
                <a:gd name="connsiteY10" fmla="*/ 223577 h 569549"/>
                <a:gd name="connsiteX11" fmla="*/ 532733 w 615886"/>
                <a:gd name="connsiteY11" fmla="*/ 223577 h 569549"/>
                <a:gd name="connsiteX12" fmla="*/ 473392 w 615886"/>
                <a:gd name="connsiteY12" fmla="*/ 120707 h 569549"/>
                <a:gd name="connsiteX13" fmla="*/ 497777 w 615886"/>
                <a:gd name="connsiteY13" fmla="*/ 78416 h 569549"/>
                <a:gd name="connsiteX14" fmla="*/ 485299 w 615886"/>
                <a:gd name="connsiteY14" fmla="*/ 31743 h 569549"/>
                <a:gd name="connsiteX15" fmla="*/ 438436 w 615886"/>
                <a:gd name="connsiteY15" fmla="*/ 4692 h 569549"/>
                <a:gd name="connsiteX16" fmla="*/ 391763 w 615886"/>
                <a:gd name="connsiteY16" fmla="*/ 17170 h 569549"/>
                <a:gd name="connsiteX17" fmla="*/ 367284 w 615886"/>
                <a:gd name="connsiteY17" fmla="*/ 59556 h 569549"/>
                <a:gd name="connsiteX18" fmla="*/ 248602 w 615886"/>
                <a:gd name="connsiteY18" fmla="*/ 59556 h 569549"/>
                <a:gd name="connsiteX19" fmla="*/ 224123 w 615886"/>
                <a:gd name="connsiteY19" fmla="*/ 17075 h 569549"/>
                <a:gd name="connsiteX20" fmla="*/ 177451 w 615886"/>
                <a:gd name="connsiteY20" fmla="*/ 4597 h 569549"/>
                <a:gd name="connsiteX21" fmla="*/ 130588 w 615886"/>
                <a:gd name="connsiteY21" fmla="*/ 31648 h 569549"/>
                <a:gd name="connsiteX22" fmla="*/ 118110 w 615886"/>
                <a:gd name="connsiteY22" fmla="*/ 78321 h 569549"/>
                <a:gd name="connsiteX23" fmla="*/ 142494 w 615886"/>
                <a:gd name="connsiteY23" fmla="*/ 120612 h 569549"/>
                <a:gd name="connsiteX24" fmla="*/ 83153 w 615886"/>
                <a:gd name="connsiteY24" fmla="*/ 223482 h 569549"/>
                <a:gd name="connsiteX25" fmla="*/ 34195 w 615886"/>
                <a:gd name="connsiteY25" fmla="*/ 223482 h 569549"/>
                <a:gd name="connsiteX26" fmla="*/ 0 w 615886"/>
                <a:gd name="connsiteY26" fmla="*/ 257676 h 569549"/>
                <a:gd name="connsiteX27" fmla="*/ 0 w 615886"/>
                <a:gd name="connsiteY27" fmla="*/ 311778 h 569549"/>
                <a:gd name="connsiteX28" fmla="*/ 34195 w 615886"/>
                <a:gd name="connsiteY28" fmla="*/ 345973 h 569549"/>
                <a:gd name="connsiteX29" fmla="*/ 83153 w 615886"/>
                <a:gd name="connsiteY29" fmla="*/ 345973 h 569549"/>
                <a:gd name="connsiteX30" fmla="*/ 142494 w 615886"/>
                <a:gd name="connsiteY30" fmla="*/ 448843 h 569549"/>
                <a:gd name="connsiteX31" fmla="*/ 118110 w 615886"/>
                <a:gd name="connsiteY31" fmla="*/ 491134 h 569549"/>
                <a:gd name="connsiteX32" fmla="*/ 130588 w 615886"/>
                <a:gd name="connsiteY32" fmla="*/ 537807 h 569549"/>
                <a:gd name="connsiteX33" fmla="*/ 177451 w 615886"/>
                <a:gd name="connsiteY33" fmla="*/ 564858 h 569549"/>
                <a:gd name="connsiteX34" fmla="*/ 224123 w 615886"/>
                <a:gd name="connsiteY34" fmla="*/ 552380 h 569549"/>
                <a:gd name="connsiteX35" fmla="*/ 248602 w 615886"/>
                <a:gd name="connsiteY35" fmla="*/ 509898 h 569549"/>
                <a:gd name="connsiteX36" fmla="*/ 367284 w 615886"/>
                <a:gd name="connsiteY36" fmla="*/ 509898 h 56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15886" h="569549">
                  <a:moveTo>
                    <a:pt x="367284" y="509994"/>
                  </a:moveTo>
                  <a:lnTo>
                    <a:pt x="391763" y="552475"/>
                  </a:lnTo>
                  <a:cubicBezTo>
                    <a:pt x="401193" y="568858"/>
                    <a:pt x="422053" y="574383"/>
                    <a:pt x="438436" y="564953"/>
                  </a:cubicBezTo>
                  <a:lnTo>
                    <a:pt x="485299" y="537902"/>
                  </a:lnTo>
                  <a:cubicBezTo>
                    <a:pt x="501682" y="528472"/>
                    <a:pt x="507206" y="507612"/>
                    <a:pt x="497777" y="491229"/>
                  </a:cubicBezTo>
                  <a:lnTo>
                    <a:pt x="473392" y="448938"/>
                  </a:lnTo>
                  <a:cubicBezTo>
                    <a:pt x="502825" y="419316"/>
                    <a:pt x="522446" y="383692"/>
                    <a:pt x="532733" y="346068"/>
                  </a:cubicBezTo>
                  <a:lnTo>
                    <a:pt x="581692" y="346068"/>
                  </a:lnTo>
                  <a:cubicBezTo>
                    <a:pt x="600551" y="346068"/>
                    <a:pt x="615886" y="330733"/>
                    <a:pt x="615886" y="311874"/>
                  </a:cubicBezTo>
                  <a:lnTo>
                    <a:pt x="615886" y="257772"/>
                  </a:lnTo>
                  <a:cubicBezTo>
                    <a:pt x="615886" y="238912"/>
                    <a:pt x="600551" y="223577"/>
                    <a:pt x="581692" y="223577"/>
                  </a:cubicBezTo>
                  <a:lnTo>
                    <a:pt x="532733" y="223577"/>
                  </a:lnTo>
                  <a:cubicBezTo>
                    <a:pt x="522542" y="185953"/>
                    <a:pt x="502825" y="150330"/>
                    <a:pt x="473392" y="120707"/>
                  </a:cubicBezTo>
                  <a:lnTo>
                    <a:pt x="497777" y="78416"/>
                  </a:lnTo>
                  <a:cubicBezTo>
                    <a:pt x="507206" y="62033"/>
                    <a:pt x="501586" y="41173"/>
                    <a:pt x="485299" y="31743"/>
                  </a:cubicBezTo>
                  <a:lnTo>
                    <a:pt x="438436" y="4692"/>
                  </a:lnTo>
                  <a:cubicBezTo>
                    <a:pt x="422053" y="-4737"/>
                    <a:pt x="401193" y="882"/>
                    <a:pt x="391763" y="17170"/>
                  </a:cubicBezTo>
                  <a:lnTo>
                    <a:pt x="367284" y="59556"/>
                  </a:lnTo>
                  <a:cubicBezTo>
                    <a:pt x="328422" y="49365"/>
                    <a:pt x="287465" y="49365"/>
                    <a:pt x="248602" y="59556"/>
                  </a:cubicBezTo>
                  <a:lnTo>
                    <a:pt x="224123" y="17075"/>
                  </a:lnTo>
                  <a:cubicBezTo>
                    <a:pt x="214694" y="692"/>
                    <a:pt x="193834" y="-4833"/>
                    <a:pt x="177451" y="4597"/>
                  </a:cubicBezTo>
                  <a:lnTo>
                    <a:pt x="130588" y="31648"/>
                  </a:lnTo>
                  <a:cubicBezTo>
                    <a:pt x="114205" y="41078"/>
                    <a:pt x="108680" y="61938"/>
                    <a:pt x="118110" y="78321"/>
                  </a:cubicBezTo>
                  <a:lnTo>
                    <a:pt x="142494" y="120612"/>
                  </a:lnTo>
                  <a:cubicBezTo>
                    <a:pt x="113062" y="150234"/>
                    <a:pt x="93440" y="185858"/>
                    <a:pt x="83153" y="223482"/>
                  </a:cubicBezTo>
                  <a:lnTo>
                    <a:pt x="34195" y="223482"/>
                  </a:lnTo>
                  <a:cubicBezTo>
                    <a:pt x="15335" y="223482"/>
                    <a:pt x="0" y="238817"/>
                    <a:pt x="0" y="257676"/>
                  </a:cubicBezTo>
                  <a:lnTo>
                    <a:pt x="0" y="311778"/>
                  </a:lnTo>
                  <a:cubicBezTo>
                    <a:pt x="0" y="330638"/>
                    <a:pt x="15335" y="345973"/>
                    <a:pt x="34195" y="345973"/>
                  </a:cubicBezTo>
                  <a:lnTo>
                    <a:pt x="83153" y="345973"/>
                  </a:lnTo>
                  <a:cubicBezTo>
                    <a:pt x="93345" y="383597"/>
                    <a:pt x="113062" y="419220"/>
                    <a:pt x="142494" y="448843"/>
                  </a:cubicBezTo>
                  <a:lnTo>
                    <a:pt x="118110" y="491134"/>
                  </a:lnTo>
                  <a:cubicBezTo>
                    <a:pt x="108680" y="507517"/>
                    <a:pt x="114300" y="528377"/>
                    <a:pt x="130588" y="537807"/>
                  </a:cubicBezTo>
                  <a:lnTo>
                    <a:pt x="177451" y="564858"/>
                  </a:lnTo>
                  <a:cubicBezTo>
                    <a:pt x="193834" y="574287"/>
                    <a:pt x="214694" y="568668"/>
                    <a:pt x="224123" y="552380"/>
                  </a:cubicBezTo>
                  <a:lnTo>
                    <a:pt x="248602" y="509898"/>
                  </a:lnTo>
                  <a:cubicBezTo>
                    <a:pt x="287465" y="520090"/>
                    <a:pt x="328422" y="520090"/>
                    <a:pt x="367284" y="509898"/>
                  </a:cubicBezTo>
                  <a:close/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Полилиния: фигура 104">
              <a:extLst>
                <a:ext uri="{FF2B5EF4-FFF2-40B4-BE49-F238E27FC236}">
                  <a16:creationId xmlns:a16="http://schemas.microsoft.com/office/drawing/2014/main" id="{15CEB54C-8F3F-303B-AC40-3C49ABAE2E8F}"/>
                </a:ext>
              </a:extLst>
            </p:cNvPr>
            <p:cNvSpPr/>
            <p:nvPr/>
          </p:nvSpPr>
          <p:spPr>
            <a:xfrm>
              <a:off x="4386595" y="7808933"/>
              <a:ext cx="464867" cy="440391"/>
            </a:xfrm>
            <a:custGeom>
              <a:avLst/>
              <a:gdLst>
                <a:gd name="connsiteX0" fmla="*/ 404408 w 464867"/>
                <a:gd name="connsiteY0" fmla="*/ 252914 h 440391"/>
                <a:gd name="connsiteX1" fmla="*/ 441174 w 464867"/>
                <a:gd name="connsiteY1" fmla="*/ 250057 h 440391"/>
                <a:gd name="connsiteX2" fmla="*/ 464796 w 464867"/>
                <a:gd name="connsiteY2" fmla="*/ 222434 h 440391"/>
                <a:gd name="connsiteX3" fmla="*/ 461653 w 464867"/>
                <a:gd name="connsiteY3" fmla="*/ 181858 h 440391"/>
                <a:gd name="connsiteX4" fmla="*/ 434031 w 464867"/>
                <a:gd name="connsiteY4" fmla="*/ 158236 h 440391"/>
                <a:gd name="connsiteX5" fmla="*/ 397455 w 464867"/>
                <a:gd name="connsiteY5" fmla="*/ 161093 h 440391"/>
                <a:gd name="connsiteX6" fmla="*/ 346782 w 464867"/>
                <a:gd name="connsiteY6" fmla="*/ 87560 h 440391"/>
                <a:gd name="connsiteX7" fmla="*/ 362593 w 464867"/>
                <a:gd name="connsiteY7" fmla="*/ 54318 h 440391"/>
                <a:gd name="connsiteX8" fmla="*/ 350496 w 464867"/>
                <a:gd name="connsiteY8" fmla="*/ 20028 h 440391"/>
                <a:gd name="connsiteX9" fmla="*/ 313825 w 464867"/>
                <a:gd name="connsiteY9" fmla="*/ 2502 h 440391"/>
                <a:gd name="connsiteX10" fmla="*/ 279535 w 464867"/>
                <a:gd name="connsiteY10" fmla="*/ 14599 h 440391"/>
                <a:gd name="connsiteX11" fmla="*/ 263724 w 464867"/>
                <a:gd name="connsiteY11" fmla="*/ 47841 h 440391"/>
                <a:gd name="connsiteX12" fmla="*/ 174665 w 464867"/>
                <a:gd name="connsiteY12" fmla="*/ 54794 h 440391"/>
                <a:gd name="connsiteX13" fmla="*/ 153900 w 464867"/>
                <a:gd name="connsiteY13" fmla="*/ 24505 h 440391"/>
                <a:gd name="connsiteX14" fmla="*/ 118182 w 464867"/>
                <a:gd name="connsiteY14" fmla="*/ 17837 h 440391"/>
                <a:gd name="connsiteX15" fmla="*/ 84654 w 464867"/>
                <a:gd name="connsiteY15" fmla="*/ 40888 h 440391"/>
                <a:gd name="connsiteX16" fmla="*/ 77986 w 464867"/>
                <a:gd name="connsiteY16" fmla="*/ 76606 h 440391"/>
                <a:gd name="connsiteX17" fmla="*/ 98846 w 464867"/>
                <a:gd name="connsiteY17" fmla="*/ 106991 h 440391"/>
                <a:gd name="connsiteX18" fmla="*/ 60460 w 464867"/>
                <a:gd name="connsiteY18" fmla="*/ 187477 h 440391"/>
                <a:gd name="connsiteX19" fmla="*/ 23694 w 464867"/>
                <a:gd name="connsiteY19" fmla="*/ 190335 h 440391"/>
                <a:gd name="connsiteX20" fmla="*/ 72 w 464867"/>
                <a:gd name="connsiteY20" fmla="*/ 217957 h 440391"/>
                <a:gd name="connsiteX21" fmla="*/ 3215 w 464867"/>
                <a:gd name="connsiteY21" fmla="*/ 258534 h 440391"/>
                <a:gd name="connsiteX22" fmla="*/ 30837 w 464867"/>
                <a:gd name="connsiteY22" fmla="*/ 282156 h 440391"/>
                <a:gd name="connsiteX23" fmla="*/ 67413 w 464867"/>
                <a:gd name="connsiteY23" fmla="*/ 279298 h 440391"/>
                <a:gd name="connsiteX24" fmla="*/ 118086 w 464867"/>
                <a:gd name="connsiteY24" fmla="*/ 352831 h 440391"/>
                <a:gd name="connsiteX25" fmla="*/ 102275 w 464867"/>
                <a:gd name="connsiteY25" fmla="*/ 386074 h 440391"/>
                <a:gd name="connsiteX26" fmla="*/ 114372 w 464867"/>
                <a:gd name="connsiteY26" fmla="*/ 420364 h 440391"/>
                <a:gd name="connsiteX27" fmla="*/ 151043 w 464867"/>
                <a:gd name="connsiteY27" fmla="*/ 437890 h 440391"/>
                <a:gd name="connsiteX28" fmla="*/ 185333 w 464867"/>
                <a:gd name="connsiteY28" fmla="*/ 425793 h 440391"/>
                <a:gd name="connsiteX29" fmla="*/ 201144 w 464867"/>
                <a:gd name="connsiteY29" fmla="*/ 392551 h 440391"/>
                <a:gd name="connsiteX30" fmla="*/ 290203 w 464867"/>
                <a:gd name="connsiteY30" fmla="*/ 385597 h 440391"/>
                <a:gd name="connsiteX31" fmla="*/ 310968 w 464867"/>
                <a:gd name="connsiteY31" fmla="*/ 415887 h 440391"/>
                <a:gd name="connsiteX32" fmla="*/ 346686 w 464867"/>
                <a:gd name="connsiteY32" fmla="*/ 422554 h 440391"/>
                <a:gd name="connsiteX33" fmla="*/ 380214 w 464867"/>
                <a:gd name="connsiteY33" fmla="*/ 399504 h 440391"/>
                <a:gd name="connsiteX34" fmla="*/ 386882 w 464867"/>
                <a:gd name="connsiteY34" fmla="*/ 363785 h 440391"/>
                <a:gd name="connsiteX35" fmla="*/ 366022 w 464867"/>
                <a:gd name="connsiteY35" fmla="*/ 333400 h 440391"/>
                <a:gd name="connsiteX36" fmla="*/ 404408 w 464867"/>
                <a:gd name="connsiteY36" fmla="*/ 252914 h 44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64867" h="440391">
                  <a:moveTo>
                    <a:pt x="404408" y="252914"/>
                  </a:moveTo>
                  <a:lnTo>
                    <a:pt x="441174" y="250057"/>
                  </a:lnTo>
                  <a:cubicBezTo>
                    <a:pt x="455271" y="248914"/>
                    <a:pt x="465844" y="236531"/>
                    <a:pt x="464796" y="222434"/>
                  </a:cubicBezTo>
                  <a:lnTo>
                    <a:pt x="461653" y="181858"/>
                  </a:lnTo>
                  <a:cubicBezTo>
                    <a:pt x="460510" y="167761"/>
                    <a:pt x="448223" y="157188"/>
                    <a:pt x="434031" y="158236"/>
                  </a:cubicBezTo>
                  <a:lnTo>
                    <a:pt x="397455" y="161093"/>
                  </a:lnTo>
                  <a:cubicBezTo>
                    <a:pt x="386882" y="131566"/>
                    <a:pt x="369070" y="106705"/>
                    <a:pt x="346782" y="87560"/>
                  </a:cubicBezTo>
                  <a:lnTo>
                    <a:pt x="362593" y="54318"/>
                  </a:lnTo>
                  <a:cubicBezTo>
                    <a:pt x="368689" y="41554"/>
                    <a:pt x="363260" y="26219"/>
                    <a:pt x="350496" y="20028"/>
                  </a:cubicBezTo>
                  <a:lnTo>
                    <a:pt x="313825" y="2502"/>
                  </a:lnTo>
                  <a:cubicBezTo>
                    <a:pt x="301062" y="-3594"/>
                    <a:pt x="285726" y="1835"/>
                    <a:pt x="279535" y="14599"/>
                  </a:cubicBezTo>
                  <a:lnTo>
                    <a:pt x="263724" y="47841"/>
                  </a:lnTo>
                  <a:cubicBezTo>
                    <a:pt x="234863" y="42602"/>
                    <a:pt x="204383" y="44412"/>
                    <a:pt x="174665" y="54794"/>
                  </a:cubicBezTo>
                  <a:lnTo>
                    <a:pt x="153900" y="24505"/>
                  </a:lnTo>
                  <a:cubicBezTo>
                    <a:pt x="145899" y="12789"/>
                    <a:pt x="129897" y="9836"/>
                    <a:pt x="118182" y="17837"/>
                  </a:cubicBezTo>
                  <a:lnTo>
                    <a:pt x="84654" y="40888"/>
                  </a:lnTo>
                  <a:cubicBezTo>
                    <a:pt x="72938" y="48889"/>
                    <a:pt x="69985" y="64891"/>
                    <a:pt x="77986" y="76606"/>
                  </a:cubicBezTo>
                  <a:lnTo>
                    <a:pt x="98846" y="106991"/>
                  </a:lnTo>
                  <a:cubicBezTo>
                    <a:pt x="79320" y="130042"/>
                    <a:pt x="66080" y="157855"/>
                    <a:pt x="60460" y="187477"/>
                  </a:cubicBezTo>
                  <a:lnTo>
                    <a:pt x="23694" y="190335"/>
                  </a:lnTo>
                  <a:cubicBezTo>
                    <a:pt x="9597" y="191478"/>
                    <a:pt x="-976" y="203860"/>
                    <a:pt x="72" y="217957"/>
                  </a:cubicBezTo>
                  <a:lnTo>
                    <a:pt x="3215" y="258534"/>
                  </a:lnTo>
                  <a:cubicBezTo>
                    <a:pt x="4358" y="272726"/>
                    <a:pt x="16740" y="283204"/>
                    <a:pt x="30837" y="282156"/>
                  </a:cubicBezTo>
                  <a:lnTo>
                    <a:pt x="67413" y="279298"/>
                  </a:lnTo>
                  <a:cubicBezTo>
                    <a:pt x="77986" y="308826"/>
                    <a:pt x="95798" y="333686"/>
                    <a:pt x="118086" y="352831"/>
                  </a:cubicBezTo>
                  <a:lnTo>
                    <a:pt x="102275" y="386074"/>
                  </a:lnTo>
                  <a:cubicBezTo>
                    <a:pt x="96179" y="398837"/>
                    <a:pt x="101608" y="414172"/>
                    <a:pt x="114372" y="420364"/>
                  </a:cubicBezTo>
                  <a:lnTo>
                    <a:pt x="151043" y="437890"/>
                  </a:lnTo>
                  <a:cubicBezTo>
                    <a:pt x="163806" y="443986"/>
                    <a:pt x="179142" y="438556"/>
                    <a:pt x="185333" y="425793"/>
                  </a:cubicBezTo>
                  <a:lnTo>
                    <a:pt x="201144" y="392551"/>
                  </a:lnTo>
                  <a:cubicBezTo>
                    <a:pt x="230005" y="397789"/>
                    <a:pt x="260485" y="395980"/>
                    <a:pt x="290203" y="385597"/>
                  </a:cubicBezTo>
                  <a:lnTo>
                    <a:pt x="310968" y="415887"/>
                  </a:lnTo>
                  <a:cubicBezTo>
                    <a:pt x="318969" y="427603"/>
                    <a:pt x="334971" y="430555"/>
                    <a:pt x="346686" y="422554"/>
                  </a:cubicBezTo>
                  <a:lnTo>
                    <a:pt x="380214" y="399504"/>
                  </a:lnTo>
                  <a:cubicBezTo>
                    <a:pt x="391930" y="391503"/>
                    <a:pt x="394883" y="375501"/>
                    <a:pt x="386882" y="363785"/>
                  </a:cubicBezTo>
                  <a:lnTo>
                    <a:pt x="366022" y="333400"/>
                  </a:lnTo>
                  <a:cubicBezTo>
                    <a:pt x="385548" y="310350"/>
                    <a:pt x="398788" y="282537"/>
                    <a:pt x="404408" y="252914"/>
                  </a:cubicBezTo>
                  <a:close/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6" name="Полилиния: фигура 105">
              <a:extLst>
                <a:ext uri="{FF2B5EF4-FFF2-40B4-BE49-F238E27FC236}">
                  <a16:creationId xmlns:a16="http://schemas.microsoft.com/office/drawing/2014/main" id="{E7A8BEF0-106F-D94A-4A85-8B935582F93C}"/>
                </a:ext>
              </a:extLst>
            </p:cNvPr>
            <p:cNvSpPr/>
            <p:nvPr/>
          </p:nvSpPr>
          <p:spPr>
            <a:xfrm>
              <a:off x="4552783" y="7962883"/>
              <a:ext cx="132588" cy="132588"/>
            </a:xfrm>
            <a:custGeom>
              <a:avLst/>
              <a:gdLst>
                <a:gd name="connsiteX0" fmla="*/ 132588 w 132588"/>
                <a:gd name="connsiteY0" fmla="*/ 66294 h 132588"/>
                <a:gd name="connsiteX1" fmla="*/ 66294 w 132588"/>
                <a:gd name="connsiteY1" fmla="*/ 0 h 132588"/>
                <a:gd name="connsiteX2" fmla="*/ 0 w 132588"/>
                <a:gd name="connsiteY2" fmla="*/ 66294 h 132588"/>
                <a:gd name="connsiteX3" fmla="*/ 66294 w 132588"/>
                <a:gd name="connsiteY3" fmla="*/ 132588 h 132588"/>
                <a:gd name="connsiteX4" fmla="*/ 132588 w 132588"/>
                <a:gd name="connsiteY4" fmla="*/ 66294 h 132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588" h="132588">
                  <a:moveTo>
                    <a:pt x="132588" y="66294"/>
                  </a:moveTo>
                  <a:cubicBezTo>
                    <a:pt x="132588" y="29623"/>
                    <a:pt x="102870" y="0"/>
                    <a:pt x="66294" y="0"/>
                  </a:cubicBezTo>
                  <a:cubicBezTo>
                    <a:pt x="29718" y="0"/>
                    <a:pt x="0" y="29718"/>
                    <a:pt x="0" y="66294"/>
                  </a:cubicBezTo>
                  <a:cubicBezTo>
                    <a:pt x="0" y="102870"/>
                    <a:pt x="29718" y="132588"/>
                    <a:pt x="66294" y="132588"/>
                  </a:cubicBezTo>
                  <a:cubicBezTo>
                    <a:pt x="102870" y="132588"/>
                    <a:pt x="132588" y="102870"/>
                    <a:pt x="132588" y="66294"/>
                  </a:cubicBezTo>
                  <a:close/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7" name="Полилиния: фигура 106">
              <a:extLst>
                <a:ext uri="{FF2B5EF4-FFF2-40B4-BE49-F238E27FC236}">
                  <a16:creationId xmlns:a16="http://schemas.microsoft.com/office/drawing/2014/main" id="{7034237B-8441-76DC-E6AF-CA2E0D4004B6}"/>
                </a:ext>
              </a:extLst>
            </p:cNvPr>
            <p:cNvSpPr/>
            <p:nvPr/>
          </p:nvSpPr>
          <p:spPr>
            <a:xfrm rot="21528600">
              <a:off x="4550678" y="8698329"/>
              <a:ext cx="132587" cy="132587"/>
            </a:xfrm>
            <a:custGeom>
              <a:avLst/>
              <a:gdLst>
                <a:gd name="connsiteX0" fmla="*/ 132588 w 132587"/>
                <a:gd name="connsiteY0" fmla="*/ 66294 h 132587"/>
                <a:gd name="connsiteX1" fmla="*/ 66294 w 132587"/>
                <a:gd name="connsiteY1" fmla="*/ 132588 h 132587"/>
                <a:gd name="connsiteX2" fmla="*/ 0 w 132587"/>
                <a:gd name="connsiteY2" fmla="*/ 66294 h 132587"/>
                <a:gd name="connsiteX3" fmla="*/ 66294 w 132587"/>
                <a:gd name="connsiteY3" fmla="*/ 0 h 132587"/>
                <a:gd name="connsiteX4" fmla="*/ 132588 w 132587"/>
                <a:gd name="connsiteY4" fmla="*/ 66294 h 13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587" h="132587">
                  <a:moveTo>
                    <a:pt x="132588" y="66294"/>
                  </a:moveTo>
                  <a:cubicBezTo>
                    <a:pt x="132588" y="102907"/>
                    <a:pt x="102907" y="132588"/>
                    <a:pt x="66294" y="132588"/>
                  </a:cubicBezTo>
                  <a:cubicBezTo>
                    <a:pt x="29681" y="132588"/>
                    <a:pt x="0" y="102907"/>
                    <a:pt x="0" y="66294"/>
                  </a:cubicBezTo>
                  <a:cubicBezTo>
                    <a:pt x="0" y="29681"/>
                    <a:pt x="29681" y="0"/>
                    <a:pt x="66294" y="0"/>
                  </a:cubicBezTo>
                  <a:cubicBezTo>
                    <a:pt x="102907" y="0"/>
                    <a:pt x="132588" y="29681"/>
                    <a:pt x="132588" y="66294"/>
                  </a:cubicBezTo>
                  <a:close/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8" name="Полилиния: фигура 107">
              <a:extLst>
                <a:ext uri="{FF2B5EF4-FFF2-40B4-BE49-F238E27FC236}">
                  <a16:creationId xmlns:a16="http://schemas.microsoft.com/office/drawing/2014/main" id="{B717A50F-72B2-EBAB-C794-CE7FDDC5C7E6}"/>
                </a:ext>
              </a:extLst>
            </p:cNvPr>
            <p:cNvSpPr/>
            <p:nvPr/>
          </p:nvSpPr>
          <p:spPr>
            <a:xfrm>
              <a:off x="4984861" y="8335239"/>
              <a:ext cx="119395" cy="119395"/>
            </a:xfrm>
            <a:custGeom>
              <a:avLst/>
              <a:gdLst>
                <a:gd name="connsiteX0" fmla="*/ 101894 w 119395"/>
                <a:gd name="connsiteY0" fmla="*/ 17502 h 119395"/>
                <a:gd name="connsiteX1" fmla="*/ 17502 w 119395"/>
                <a:gd name="connsiteY1" fmla="*/ 17502 h 119395"/>
                <a:gd name="connsiteX2" fmla="*/ 17502 w 119395"/>
                <a:gd name="connsiteY2" fmla="*/ 101894 h 119395"/>
                <a:gd name="connsiteX3" fmla="*/ 101894 w 119395"/>
                <a:gd name="connsiteY3" fmla="*/ 101894 h 119395"/>
                <a:gd name="connsiteX4" fmla="*/ 101894 w 119395"/>
                <a:gd name="connsiteY4" fmla="*/ 17502 h 11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95" h="119395">
                  <a:moveTo>
                    <a:pt x="101894" y="17502"/>
                  </a:moveTo>
                  <a:cubicBezTo>
                    <a:pt x="78557" y="-5834"/>
                    <a:pt x="40838" y="-5834"/>
                    <a:pt x="17502" y="17502"/>
                  </a:cubicBezTo>
                  <a:cubicBezTo>
                    <a:pt x="-5834" y="40838"/>
                    <a:pt x="-5834" y="78557"/>
                    <a:pt x="17502" y="101894"/>
                  </a:cubicBezTo>
                  <a:cubicBezTo>
                    <a:pt x="40838" y="125230"/>
                    <a:pt x="78557" y="125230"/>
                    <a:pt x="101894" y="101894"/>
                  </a:cubicBezTo>
                  <a:cubicBezTo>
                    <a:pt x="125230" y="78557"/>
                    <a:pt x="125230" y="40838"/>
                    <a:pt x="101894" y="17502"/>
                  </a:cubicBezTo>
                  <a:close/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Овал 6">
            <a:extLst>
              <a:ext uri="{FF2B5EF4-FFF2-40B4-BE49-F238E27FC236}">
                <a16:creationId xmlns:a16="http://schemas.microsoft.com/office/drawing/2014/main" id="{56D7D76F-9873-1AB9-2B6A-1022BFAA6D00}"/>
              </a:ext>
            </a:extLst>
          </p:cNvPr>
          <p:cNvSpPr/>
          <p:nvPr/>
        </p:nvSpPr>
        <p:spPr>
          <a:xfrm>
            <a:off x="839783" y="2308713"/>
            <a:ext cx="1400934" cy="1400934"/>
          </a:xfrm>
          <a:prstGeom prst="ellipse">
            <a:avLst/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ru-RU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2DC8AE33-13B8-004C-C50C-1F15913E0DB5}"/>
              </a:ext>
            </a:extLst>
          </p:cNvPr>
          <p:cNvSpPr/>
          <p:nvPr/>
        </p:nvSpPr>
        <p:spPr>
          <a:xfrm>
            <a:off x="6411371" y="2308713"/>
            <a:ext cx="1400934" cy="1400934"/>
          </a:xfrm>
          <a:prstGeom prst="ellipse">
            <a:avLst/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ru-RU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id="{DC8F5746-8DC3-3035-EB12-48B67F614266}"/>
              </a:ext>
            </a:extLst>
          </p:cNvPr>
          <p:cNvSpPr/>
          <p:nvPr/>
        </p:nvSpPr>
        <p:spPr>
          <a:xfrm>
            <a:off x="12019019" y="2308713"/>
            <a:ext cx="1400934" cy="1400934"/>
          </a:xfrm>
          <a:prstGeom prst="ellipse">
            <a:avLst/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ru-RU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A785A86C-6655-BF60-8842-4E98FB35A92C}"/>
              </a:ext>
            </a:extLst>
          </p:cNvPr>
          <p:cNvGrpSpPr/>
          <p:nvPr/>
        </p:nvGrpSpPr>
        <p:grpSpPr>
          <a:xfrm>
            <a:off x="1030687" y="2513648"/>
            <a:ext cx="1037057" cy="1026925"/>
            <a:chOff x="8526462" y="4529931"/>
            <a:chExt cx="1238250" cy="1226153"/>
          </a:xfrm>
        </p:grpSpPr>
        <p:sp>
          <p:nvSpPr>
            <p:cNvPr id="33" name="Полилиния: фигура 52">
              <a:extLst>
                <a:ext uri="{FF2B5EF4-FFF2-40B4-BE49-F238E27FC236}">
                  <a16:creationId xmlns:a16="http://schemas.microsoft.com/office/drawing/2014/main" id="{5CCDFBBA-EFEF-0F04-2C49-EFF0663253CC}"/>
                </a:ext>
              </a:extLst>
            </p:cNvPr>
            <p:cNvSpPr/>
            <p:nvPr/>
          </p:nvSpPr>
          <p:spPr>
            <a:xfrm>
              <a:off x="9157208" y="5496147"/>
              <a:ext cx="19621" cy="19621"/>
            </a:xfrm>
            <a:custGeom>
              <a:avLst/>
              <a:gdLst>
                <a:gd name="connsiteX0" fmla="*/ 19621 w 19621"/>
                <a:gd name="connsiteY0" fmla="*/ 9811 h 19621"/>
                <a:gd name="connsiteX1" fmla="*/ 9811 w 19621"/>
                <a:gd name="connsiteY1" fmla="*/ 19621 h 19621"/>
                <a:gd name="connsiteX2" fmla="*/ 0 w 19621"/>
                <a:gd name="connsiteY2" fmla="*/ 9811 h 19621"/>
                <a:gd name="connsiteX3" fmla="*/ 9811 w 19621"/>
                <a:gd name="connsiteY3" fmla="*/ 0 h 19621"/>
                <a:gd name="connsiteX4" fmla="*/ 19621 w 19621"/>
                <a:gd name="connsiteY4" fmla="*/ 9811 h 1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21" h="19621">
                  <a:moveTo>
                    <a:pt x="19621" y="9811"/>
                  </a:moveTo>
                  <a:cubicBezTo>
                    <a:pt x="19621" y="15240"/>
                    <a:pt x="15240" y="19621"/>
                    <a:pt x="9811" y="19621"/>
                  </a:cubicBezTo>
                  <a:cubicBezTo>
                    <a:pt x="4381" y="19621"/>
                    <a:pt x="0" y="15240"/>
                    <a:pt x="0" y="9811"/>
                  </a:cubicBezTo>
                  <a:cubicBezTo>
                    <a:pt x="0" y="4381"/>
                    <a:pt x="4381" y="0"/>
                    <a:pt x="9811" y="0"/>
                  </a:cubicBezTo>
                  <a:cubicBezTo>
                    <a:pt x="15240" y="0"/>
                    <a:pt x="19621" y="4381"/>
                    <a:pt x="19621" y="9811"/>
                  </a:cubicBezTo>
                  <a:close/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/>
            </a:p>
          </p:txBody>
        </p:sp>
        <p:sp>
          <p:nvSpPr>
            <p:cNvPr id="34" name="Полилиния: фигура 53">
              <a:extLst>
                <a:ext uri="{FF2B5EF4-FFF2-40B4-BE49-F238E27FC236}">
                  <a16:creationId xmlns:a16="http://schemas.microsoft.com/office/drawing/2014/main" id="{4C637DC0-2BF2-04C7-BDC6-24BF8D4285A3}"/>
                </a:ext>
              </a:extLst>
            </p:cNvPr>
            <p:cNvSpPr/>
            <p:nvPr/>
          </p:nvSpPr>
          <p:spPr>
            <a:xfrm>
              <a:off x="8913724" y="5567585"/>
              <a:ext cx="506725" cy="188499"/>
            </a:xfrm>
            <a:custGeom>
              <a:avLst/>
              <a:gdLst>
                <a:gd name="connsiteX0" fmla="*/ 253389 w 506725"/>
                <a:gd name="connsiteY0" fmla="*/ 0 h 188499"/>
                <a:gd name="connsiteX1" fmla="*/ 428363 w 506725"/>
                <a:gd name="connsiteY1" fmla="*/ 0 h 188499"/>
                <a:gd name="connsiteX2" fmla="*/ 433031 w 506725"/>
                <a:gd name="connsiteY2" fmla="*/ 88582 h 188499"/>
                <a:gd name="connsiteX3" fmla="*/ 501134 w 506725"/>
                <a:gd name="connsiteY3" fmla="*/ 170879 h 188499"/>
                <a:gd name="connsiteX4" fmla="*/ 501134 w 506725"/>
                <a:gd name="connsiteY4" fmla="*/ 170879 h 188499"/>
                <a:gd name="connsiteX5" fmla="*/ 494277 w 506725"/>
                <a:gd name="connsiteY5" fmla="*/ 188500 h 188499"/>
                <a:gd name="connsiteX6" fmla="*/ 12407 w 506725"/>
                <a:gd name="connsiteY6" fmla="*/ 188500 h 188499"/>
                <a:gd name="connsiteX7" fmla="*/ 5549 w 506725"/>
                <a:gd name="connsiteY7" fmla="*/ 170879 h 188499"/>
                <a:gd name="connsiteX8" fmla="*/ 5549 w 506725"/>
                <a:gd name="connsiteY8" fmla="*/ 170879 h 188499"/>
                <a:gd name="connsiteX9" fmla="*/ 73652 w 506725"/>
                <a:gd name="connsiteY9" fmla="*/ 88582 h 188499"/>
                <a:gd name="connsiteX10" fmla="*/ 78320 w 506725"/>
                <a:gd name="connsiteY10" fmla="*/ 0 h 188499"/>
                <a:gd name="connsiteX11" fmla="*/ 253294 w 506725"/>
                <a:gd name="connsiteY11" fmla="*/ 0 h 18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6725" h="188499">
                  <a:moveTo>
                    <a:pt x="253389" y="0"/>
                  </a:moveTo>
                  <a:lnTo>
                    <a:pt x="428363" y="0"/>
                  </a:lnTo>
                  <a:cubicBezTo>
                    <a:pt x="428363" y="0"/>
                    <a:pt x="424268" y="44672"/>
                    <a:pt x="433031" y="88582"/>
                  </a:cubicBezTo>
                  <a:cubicBezTo>
                    <a:pt x="439794" y="122206"/>
                    <a:pt x="464558" y="152114"/>
                    <a:pt x="501134" y="170879"/>
                  </a:cubicBezTo>
                  <a:lnTo>
                    <a:pt x="501134" y="170879"/>
                  </a:lnTo>
                  <a:cubicBezTo>
                    <a:pt x="511421" y="176117"/>
                    <a:pt x="506564" y="188500"/>
                    <a:pt x="494277" y="188500"/>
                  </a:cubicBezTo>
                  <a:lnTo>
                    <a:pt x="12407" y="188500"/>
                  </a:lnTo>
                  <a:cubicBezTo>
                    <a:pt x="119" y="188500"/>
                    <a:pt x="-4643" y="176117"/>
                    <a:pt x="5549" y="170879"/>
                  </a:cubicBezTo>
                  <a:lnTo>
                    <a:pt x="5549" y="170879"/>
                  </a:lnTo>
                  <a:cubicBezTo>
                    <a:pt x="42125" y="152114"/>
                    <a:pt x="66890" y="122206"/>
                    <a:pt x="73652" y="88582"/>
                  </a:cubicBezTo>
                  <a:cubicBezTo>
                    <a:pt x="82511" y="44672"/>
                    <a:pt x="78320" y="0"/>
                    <a:pt x="78320" y="0"/>
                  </a:cubicBezTo>
                  <a:lnTo>
                    <a:pt x="253294" y="0"/>
                  </a:lnTo>
                  <a:close/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/>
            </a:p>
          </p:txBody>
        </p:sp>
        <p:sp>
          <p:nvSpPr>
            <p:cNvPr id="35" name="Полилиния: фигура 54">
              <a:extLst>
                <a:ext uri="{FF2B5EF4-FFF2-40B4-BE49-F238E27FC236}">
                  <a16:creationId xmlns:a16="http://schemas.microsoft.com/office/drawing/2014/main" id="{84B306E6-B880-F5B2-E992-D6FD74E75BAB}"/>
                </a:ext>
              </a:extLst>
            </p:cNvPr>
            <p:cNvSpPr/>
            <p:nvPr/>
          </p:nvSpPr>
          <p:spPr>
            <a:xfrm>
              <a:off x="8658669" y="5443855"/>
              <a:ext cx="1016888" cy="9525"/>
            </a:xfrm>
            <a:custGeom>
              <a:avLst/>
              <a:gdLst>
                <a:gd name="connsiteX0" fmla="*/ 0 w 1016888"/>
                <a:gd name="connsiteY0" fmla="*/ 0 h 9525"/>
                <a:gd name="connsiteX1" fmla="*/ 1016889 w 1016888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6888" h="9525">
                  <a:moveTo>
                    <a:pt x="0" y="0"/>
                  </a:moveTo>
                  <a:lnTo>
                    <a:pt x="1016889" y="0"/>
                  </a:lnTo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/>
            </a:p>
          </p:txBody>
        </p:sp>
        <p:sp>
          <p:nvSpPr>
            <p:cNvPr id="36" name="Полилиния: фигура 55">
              <a:extLst>
                <a:ext uri="{FF2B5EF4-FFF2-40B4-BE49-F238E27FC236}">
                  <a16:creationId xmlns:a16="http://schemas.microsoft.com/office/drawing/2014/main" id="{21C20C00-2385-1B44-9E69-10AEF6BABE24}"/>
                </a:ext>
              </a:extLst>
            </p:cNvPr>
            <p:cNvSpPr/>
            <p:nvPr/>
          </p:nvSpPr>
          <p:spPr>
            <a:xfrm>
              <a:off x="8526462" y="4780629"/>
              <a:ext cx="1238250" cy="786860"/>
            </a:xfrm>
            <a:custGeom>
              <a:avLst/>
              <a:gdLst>
                <a:gd name="connsiteX0" fmla="*/ 1182243 w 1238250"/>
                <a:gd name="connsiteY0" fmla="*/ 0 h 786860"/>
                <a:gd name="connsiteX1" fmla="*/ 1238250 w 1238250"/>
                <a:gd name="connsiteY1" fmla="*/ 56007 h 786860"/>
                <a:gd name="connsiteX2" fmla="*/ 1238250 w 1238250"/>
                <a:gd name="connsiteY2" fmla="*/ 730853 h 786860"/>
                <a:gd name="connsiteX3" fmla="*/ 1182243 w 1238250"/>
                <a:gd name="connsiteY3" fmla="*/ 786860 h 786860"/>
                <a:gd name="connsiteX4" fmla="*/ 56007 w 1238250"/>
                <a:gd name="connsiteY4" fmla="*/ 786860 h 786860"/>
                <a:gd name="connsiteX5" fmla="*/ 0 w 1238250"/>
                <a:gd name="connsiteY5" fmla="*/ 730853 h 786860"/>
                <a:gd name="connsiteX6" fmla="*/ 0 w 1238250"/>
                <a:gd name="connsiteY6" fmla="*/ 56007 h 786860"/>
                <a:gd name="connsiteX7" fmla="*/ 56007 w 1238250"/>
                <a:gd name="connsiteY7" fmla="*/ 0 h 786860"/>
                <a:gd name="connsiteX8" fmla="*/ 56007 w 1238250"/>
                <a:gd name="connsiteY8" fmla="*/ 0 h 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38250" h="786860">
                  <a:moveTo>
                    <a:pt x="1182243" y="0"/>
                  </a:moveTo>
                  <a:cubicBezTo>
                    <a:pt x="1213199" y="0"/>
                    <a:pt x="1238250" y="25051"/>
                    <a:pt x="1238250" y="56007"/>
                  </a:cubicBezTo>
                  <a:lnTo>
                    <a:pt x="1238250" y="730853"/>
                  </a:lnTo>
                  <a:cubicBezTo>
                    <a:pt x="1238250" y="761810"/>
                    <a:pt x="1213199" y="786860"/>
                    <a:pt x="1182243" y="786860"/>
                  </a:cubicBezTo>
                  <a:lnTo>
                    <a:pt x="56007" y="786860"/>
                  </a:lnTo>
                  <a:cubicBezTo>
                    <a:pt x="25051" y="786860"/>
                    <a:pt x="0" y="761810"/>
                    <a:pt x="0" y="730853"/>
                  </a:cubicBezTo>
                  <a:lnTo>
                    <a:pt x="0" y="56007"/>
                  </a:lnTo>
                  <a:cubicBezTo>
                    <a:pt x="0" y="25051"/>
                    <a:pt x="25051" y="0"/>
                    <a:pt x="56007" y="0"/>
                  </a:cubicBezTo>
                  <a:lnTo>
                    <a:pt x="56007" y="0"/>
                  </a:lnTo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 dirty="0"/>
            </a:p>
          </p:txBody>
        </p:sp>
        <p:sp>
          <p:nvSpPr>
            <p:cNvPr id="37" name="Полилиния: фигура 56">
              <a:extLst>
                <a:ext uri="{FF2B5EF4-FFF2-40B4-BE49-F238E27FC236}">
                  <a16:creationId xmlns:a16="http://schemas.microsoft.com/office/drawing/2014/main" id="{16631390-7755-97C4-A233-870B49C4779A}"/>
                </a:ext>
              </a:extLst>
            </p:cNvPr>
            <p:cNvSpPr/>
            <p:nvPr/>
          </p:nvSpPr>
          <p:spPr>
            <a:xfrm>
              <a:off x="9105011" y="4780629"/>
              <a:ext cx="270414" cy="9525"/>
            </a:xfrm>
            <a:custGeom>
              <a:avLst/>
              <a:gdLst>
                <a:gd name="connsiteX0" fmla="*/ 0 w 270414"/>
                <a:gd name="connsiteY0" fmla="*/ 0 h 9525"/>
                <a:gd name="connsiteX1" fmla="*/ 270415 w 27041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14" h="9525">
                  <a:moveTo>
                    <a:pt x="0" y="0"/>
                  </a:moveTo>
                  <a:lnTo>
                    <a:pt x="270415" y="0"/>
                  </a:lnTo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/>
            </a:p>
          </p:txBody>
        </p:sp>
        <p:grpSp>
          <p:nvGrpSpPr>
            <p:cNvPr id="38" name="Рисунок 50">
              <a:extLst>
                <a:ext uri="{FF2B5EF4-FFF2-40B4-BE49-F238E27FC236}">
                  <a16:creationId xmlns:a16="http://schemas.microsoft.com/office/drawing/2014/main" id="{B0E1338B-F3CA-EE51-74AB-AD276BD2DD07}"/>
                </a:ext>
              </a:extLst>
            </p:cNvPr>
            <p:cNvGrpSpPr/>
            <p:nvPr/>
          </p:nvGrpSpPr>
          <p:grpSpPr>
            <a:xfrm>
              <a:off x="8635428" y="4529931"/>
              <a:ext cx="421671" cy="364521"/>
              <a:chOff x="8635428" y="4529931"/>
              <a:chExt cx="421671" cy="364521"/>
            </a:xfrm>
            <a:noFill/>
          </p:grpSpPr>
          <p:grpSp>
            <p:nvGrpSpPr>
              <p:cNvPr id="125" name="Рисунок 50">
                <a:extLst>
                  <a:ext uri="{FF2B5EF4-FFF2-40B4-BE49-F238E27FC236}">
                    <a16:creationId xmlns:a16="http://schemas.microsoft.com/office/drawing/2014/main" id="{986B224A-2284-E35C-BE78-E3D6048BB4C2}"/>
                  </a:ext>
                </a:extLst>
              </p:cNvPr>
              <p:cNvGrpSpPr/>
              <p:nvPr/>
            </p:nvGrpSpPr>
            <p:grpSpPr>
              <a:xfrm>
                <a:off x="8635428" y="4529931"/>
                <a:ext cx="370046" cy="319944"/>
                <a:chOff x="8635428" y="4529931"/>
                <a:chExt cx="370046" cy="319944"/>
              </a:xfrm>
              <a:noFill/>
            </p:grpSpPr>
            <p:sp>
              <p:nvSpPr>
                <p:cNvPr id="127" name="Полилиния: фигура 59">
                  <a:extLst>
                    <a:ext uri="{FF2B5EF4-FFF2-40B4-BE49-F238E27FC236}">
                      <a16:creationId xmlns:a16="http://schemas.microsoft.com/office/drawing/2014/main" id="{DCD33203-326F-AB1A-2575-9FFE5A37F5A0}"/>
                    </a:ext>
                  </a:extLst>
                </p:cNvPr>
                <p:cNvSpPr/>
                <p:nvPr/>
              </p:nvSpPr>
              <p:spPr>
                <a:xfrm>
                  <a:off x="8635428" y="4529931"/>
                  <a:ext cx="370046" cy="319944"/>
                </a:xfrm>
                <a:custGeom>
                  <a:avLst/>
                  <a:gdLst>
                    <a:gd name="connsiteX0" fmla="*/ 0 w 370046"/>
                    <a:gd name="connsiteY0" fmla="*/ 0 h 319944"/>
                    <a:gd name="connsiteX1" fmla="*/ 370046 w 370046"/>
                    <a:gd name="connsiteY1" fmla="*/ 0 h 319944"/>
                    <a:gd name="connsiteX2" fmla="*/ 370046 w 370046"/>
                    <a:gd name="connsiteY2" fmla="*/ 319945 h 319944"/>
                    <a:gd name="connsiteX3" fmla="*/ 0 w 370046"/>
                    <a:gd name="connsiteY3" fmla="*/ 319945 h 319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0046" h="319944">
                      <a:moveTo>
                        <a:pt x="0" y="0"/>
                      </a:moveTo>
                      <a:lnTo>
                        <a:pt x="370046" y="0"/>
                      </a:lnTo>
                      <a:lnTo>
                        <a:pt x="370046" y="319945"/>
                      </a:lnTo>
                      <a:lnTo>
                        <a:pt x="0" y="319945"/>
                      </a:lnTo>
                      <a:close/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28" name="Полилиния: фигура 60">
                  <a:extLst>
                    <a:ext uri="{FF2B5EF4-FFF2-40B4-BE49-F238E27FC236}">
                      <a16:creationId xmlns:a16="http://schemas.microsoft.com/office/drawing/2014/main" id="{0A1212BE-DE54-4B0A-AA36-5CD6E63CAADC}"/>
                    </a:ext>
                  </a:extLst>
                </p:cNvPr>
                <p:cNvSpPr/>
                <p:nvPr/>
              </p:nvSpPr>
              <p:spPr>
                <a:xfrm>
                  <a:off x="8680100" y="4574508"/>
                  <a:ext cx="127349" cy="127349"/>
                </a:xfrm>
                <a:custGeom>
                  <a:avLst/>
                  <a:gdLst>
                    <a:gd name="connsiteX0" fmla="*/ 0 w 127349"/>
                    <a:gd name="connsiteY0" fmla="*/ 0 h 127349"/>
                    <a:gd name="connsiteX1" fmla="*/ 127349 w 127349"/>
                    <a:gd name="connsiteY1" fmla="*/ 0 h 127349"/>
                    <a:gd name="connsiteX2" fmla="*/ 127349 w 127349"/>
                    <a:gd name="connsiteY2" fmla="*/ 127349 h 127349"/>
                    <a:gd name="connsiteX3" fmla="*/ 0 w 127349"/>
                    <a:gd name="connsiteY3" fmla="*/ 127349 h 12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349" h="127349">
                      <a:moveTo>
                        <a:pt x="0" y="0"/>
                      </a:moveTo>
                      <a:lnTo>
                        <a:pt x="127349" y="0"/>
                      </a:lnTo>
                      <a:lnTo>
                        <a:pt x="127349" y="127349"/>
                      </a:lnTo>
                      <a:lnTo>
                        <a:pt x="0" y="127349"/>
                      </a:lnTo>
                      <a:close/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29" name="Полилиния: фигура 61">
                  <a:extLst>
                    <a:ext uri="{FF2B5EF4-FFF2-40B4-BE49-F238E27FC236}">
                      <a16:creationId xmlns:a16="http://schemas.microsoft.com/office/drawing/2014/main" id="{9571B4D0-DB35-1E29-BB08-75618F19E907}"/>
                    </a:ext>
                  </a:extLst>
                </p:cNvPr>
                <p:cNvSpPr/>
                <p:nvPr/>
              </p:nvSpPr>
              <p:spPr>
                <a:xfrm>
                  <a:off x="8672766" y="4746911"/>
                  <a:ext cx="294036" cy="9525"/>
                </a:xfrm>
                <a:custGeom>
                  <a:avLst/>
                  <a:gdLst>
                    <a:gd name="connsiteX0" fmla="*/ 0 w 294036"/>
                    <a:gd name="connsiteY0" fmla="*/ 0 h 9525"/>
                    <a:gd name="connsiteX1" fmla="*/ 294037 w 294036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94036" h="9525">
                      <a:moveTo>
                        <a:pt x="0" y="0"/>
                      </a:moveTo>
                      <a:lnTo>
                        <a:pt x="294037" y="0"/>
                      </a:lnTo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30" name="Полилиния: фигура 62">
                  <a:extLst>
                    <a:ext uri="{FF2B5EF4-FFF2-40B4-BE49-F238E27FC236}">
                      <a16:creationId xmlns:a16="http://schemas.microsoft.com/office/drawing/2014/main" id="{D59D9374-D881-8AC1-1D66-5A36666269D4}"/>
                    </a:ext>
                  </a:extLst>
                </p:cNvPr>
                <p:cNvSpPr/>
                <p:nvPr/>
              </p:nvSpPr>
              <p:spPr>
                <a:xfrm>
                  <a:off x="8672766" y="4793678"/>
                  <a:ext cx="294036" cy="9525"/>
                </a:xfrm>
                <a:custGeom>
                  <a:avLst/>
                  <a:gdLst>
                    <a:gd name="connsiteX0" fmla="*/ 0 w 294036"/>
                    <a:gd name="connsiteY0" fmla="*/ 0 h 9525"/>
                    <a:gd name="connsiteX1" fmla="*/ 294037 w 294036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94036" h="9525">
                      <a:moveTo>
                        <a:pt x="0" y="0"/>
                      </a:moveTo>
                      <a:lnTo>
                        <a:pt x="294037" y="0"/>
                      </a:lnTo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31" name="Полилиния: фигура 63">
                  <a:extLst>
                    <a:ext uri="{FF2B5EF4-FFF2-40B4-BE49-F238E27FC236}">
                      <a16:creationId xmlns:a16="http://schemas.microsoft.com/office/drawing/2014/main" id="{DB5A4A67-5D5D-FD69-2087-6473ABC86C7C}"/>
                    </a:ext>
                  </a:extLst>
                </p:cNvPr>
                <p:cNvSpPr/>
                <p:nvPr/>
              </p:nvSpPr>
              <p:spPr>
                <a:xfrm>
                  <a:off x="8847645" y="4574508"/>
                  <a:ext cx="119157" cy="9525"/>
                </a:xfrm>
                <a:custGeom>
                  <a:avLst/>
                  <a:gdLst>
                    <a:gd name="connsiteX0" fmla="*/ 0 w 119157"/>
                    <a:gd name="connsiteY0" fmla="*/ 0 h 9525"/>
                    <a:gd name="connsiteX1" fmla="*/ 119158 w 119157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9157" h="9525">
                      <a:moveTo>
                        <a:pt x="0" y="0"/>
                      </a:moveTo>
                      <a:lnTo>
                        <a:pt x="119158" y="0"/>
                      </a:lnTo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32" name="Полилиния: фигура 64">
                  <a:extLst>
                    <a:ext uri="{FF2B5EF4-FFF2-40B4-BE49-F238E27FC236}">
                      <a16:creationId xmlns:a16="http://schemas.microsoft.com/office/drawing/2014/main" id="{076B0A5A-7424-2818-B524-B048575E88AA}"/>
                    </a:ext>
                  </a:extLst>
                </p:cNvPr>
                <p:cNvSpPr/>
                <p:nvPr/>
              </p:nvSpPr>
              <p:spPr>
                <a:xfrm>
                  <a:off x="8847645" y="4621276"/>
                  <a:ext cx="119157" cy="9525"/>
                </a:xfrm>
                <a:custGeom>
                  <a:avLst/>
                  <a:gdLst>
                    <a:gd name="connsiteX0" fmla="*/ 0 w 119157"/>
                    <a:gd name="connsiteY0" fmla="*/ 0 h 9525"/>
                    <a:gd name="connsiteX1" fmla="*/ 119158 w 119157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9157" h="9525">
                      <a:moveTo>
                        <a:pt x="0" y="0"/>
                      </a:moveTo>
                      <a:lnTo>
                        <a:pt x="119158" y="0"/>
                      </a:lnTo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</p:grpSp>
          <p:sp>
            <p:nvSpPr>
              <p:cNvPr id="126" name="Полилиния: фигура 65">
                <a:extLst>
                  <a:ext uri="{FF2B5EF4-FFF2-40B4-BE49-F238E27FC236}">
                    <a16:creationId xmlns:a16="http://schemas.microsoft.com/office/drawing/2014/main" id="{824B1E99-0426-4616-62A1-AFC5ADF6D8F1}"/>
                  </a:ext>
                </a:extLst>
              </p:cNvPr>
              <p:cNvSpPr/>
              <p:nvPr/>
            </p:nvSpPr>
            <p:spPr>
              <a:xfrm>
                <a:off x="8687054" y="4574508"/>
                <a:ext cx="370046" cy="319944"/>
              </a:xfrm>
              <a:custGeom>
                <a:avLst/>
                <a:gdLst>
                  <a:gd name="connsiteX0" fmla="*/ 329660 w 370046"/>
                  <a:gd name="connsiteY0" fmla="*/ 0 h 319944"/>
                  <a:gd name="connsiteX1" fmla="*/ 370046 w 370046"/>
                  <a:gd name="connsiteY1" fmla="*/ 0 h 319944"/>
                  <a:gd name="connsiteX2" fmla="*/ 370046 w 370046"/>
                  <a:gd name="connsiteY2" fmla="*/ 319945 h 319944"/>
                  <a:gd name="connsiteX3" fmla="*/ 0 w 370046"/>
                  <a:gd name="connsiteY3" fmla="*/ 319945 h 319944"/>
                  <a:gd name="connsiteX4" fmla="*/ 0 w 370046"/>
                  <a:gd name="connsiteY4" fmla="*/ 275368 h 319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0046" h="319944">
                    <a:moveTo>
                      <a:pt x="329660" y="0"/>
                    </a:moveTo>
                    <a:lnTo>
                      <a:pt x="370046" y="0"/>
                    </a:lnTo>
                    <a:lnTo>
                      <a:pt x="370046" y="319945"/>
                    </a:lnTo>
                    <a:lnTo>
                      <a:pt x="0" y="319945"/>
                    </a:lnTo>
                    <a:lnTo>
                      <a:pt x="0" y="275368"/>
                    </a:lnTo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</p:grpSp>
        <p:grpSp>
          <p:nvGrpSpPr>
            <p:cNvPr id="39" name="Рисунок 50">
              <a:extLst>
                <a:ext uri="{FF2B5EF4-FFF2-40B4-BE49-F238E27FC236}">
                  <a16:creationId xmlns:a16="http://schemas.microsoft.com/office/drawing/2014/main" id="{21E5E129-7965-32E0-7F83-E7BFA0DAC534}"/>
                </a:ext>
              </a:extLst>
            </p:cNvPr>
            <p:cNvGrpSpPr/>
            <p:nvPr/>
          </p:nvGrpSpPr>
          <p:grpSpPr>
            <a:xfrm>
              <a:off x="8951370" y="4941365"/>
              <a:ext cx="431387" cy="399042"/>
              <a:chOff x="8951370" y="4941365"/>
              <a:chExt cx="431387" cy="399042"/>
            </a:xfrm>
            <a:noFill/>
          </p:grpSpPr>
          <p:sp>
            <p:nvSpPr>
              <p:cNvPr id="123" name="Полилиния: фигура 67">
                <a:extLst>
                  <a:ext uri="{FF2B5EF4-FFF2-40B4-BE49-F238E27FC236}">
                    <a16:creationId xmlns:a16="http://schemas.microsoft.com/office/drawing/2014/main" id="{0FF49740-BF35-EFBD-36DF-625391A4A258}"/>
                  </a:ext>
                </a:extLst>
              </p:cNvPr>
              <p:cNvSpPr/>
              <p:nvPr/>
            </p:nvSpPr>
            <p:spPr>
              <a:xfrm>
                <a:off x="8951370" y="4941365"/>
                <a:ext cx="431387" cy="399042"/>
              </a:xfrm>
              <a:custGeom>
                <a:avLst/>
                <a:gdLst>
                  <a:gd name="connsiteX0" fmla="*/ 257270 w 431387"/>
                  <a:gd name="connsiteY0" fmla="*/ 357329 h 399042"/>
                  <a:gd name="connsiteX1" fmla="*/ 274415 w 431387"/>
                  <a:gd name="connsiteY1" fmla="*/ 387047 h 399042"/>
                  <a:gd name="connsiteX2" fmla="*/ 307181 w 431387"/>
                  <a:gd name="connsiteY2" fmla="*/ 395810 h 399042"/>
                  <a:gd name="connsiteX3" fmla="*/ 340042 w 431387"/>
                  <a:gd name="connsiteY3" fmla="*/ 376855 h 399042"/>
                  <a:gd name="connsiteX4" fmla="*/ 348806 w 431387"/>
                  <a:gd name="connsiteY4" fmla="*/ 344089 h 399042"/>
                  <a:gd name="connsiteX5" fmla="*/ 331661 w 431387"/>
                  <a:gd name="connsiteY5" fmla="*/ 314467 h 399042"/>
                  <a:gd name="connsiteX6" fmla="*/ 373190 w 431387"/>
                  <a:gd name="connsiteY6" fmla="*/ 242362 h 399042"/>
                  <a:gd name="connsiteX7" fmla="*/ 407480 w 431387"/>
                  <a:gd name="connsiteY7" fmla="*/ 242362 h 399042"/>
                  <a:gd name="connsiteX8" fmla="*/ 431387 w 431387"/>
                  <a:gd name="connsiteY8" fmla="*/ 218455 h 399042"/>
                  <a:gd name="connsiteX9" fmla="*/ 431387 w 431387"/>
                  <a:gd name="connsiteY9" fmla="*/ 180545 h 399042"/>
                  <a:gd name="connsiteX10" fmla="*/ 407480 w 431387"/>
                  <a:gd name="connsiteY10" fmla="*/ 156637 h 399042"/>
                  <a:gd name="connsiteX11" fmla="*/ 373190 w 431387"/>
                  <a:gd name="connsiteY11" fmla="*/ 156637 h 399042"/>
                  <a:gd name="connsiteX12" fmla="*/ 331661 w 431387"/>
                  <a:gd name="connsiteY12" fmla="*/ 84533 h 399042"/>
                  <a:gd name="connsiteX13" fmla="*/ 348806 w 431387"/>
                  <a:gd name="connsiteY13" fmla="*/ 54910 h 399042"/>
                  <a:gd name="connsiteX14" fmla="*/ 340042 w 431387"/>
                  <a:gd name="connsiteY14" fmla="*/ 22144 h 399042"/>
                  <a:gd name="connsiteX15" fmla="*/ 307181 w 431387"/>
                  <a:gd name="connsiteY15" fmla="*/ 3190 h 399042"/>
                  <a:gd name="connsiteX16" fmla="*/ 274415 w 431387"/>
                  <a:gd name="connsiteY16" fmla="*/ 11953 h 399042"/>
                  <a:gd name="connsiteX17" fmla="*/ 257270 w 431387"/>
                  <a:gd name="connsiteY17" fmla="*/ 41671 h 399042"/>
                  <a:gd name="connsiteX18" fmla="*/ 174117 w 431387"/>
                  <a:gd name="connsiteY18" fmla="*/ 41671 h 399042"/>
                  <a:gd name="connsiteX19" fmla="*/ 156972 w 431387"/>
                  <a:gd name="connsiteY19" fmla="*/ 11953 h 399042"/>
                  <a:gd name="connsiteX20" fmla="*/ 124206 w 431387"/>
                  <a:gd name="connsiteY20" fmla="*/ 3190 h 399042"/>
                  <a:gd name="connsiteX21" fmla="*/ 91345 w 431387"/>
                  <a:gd name="connsiteY21" fmla="*/ 22144 h 399042"/>
                  <a:gd name="connsiteX22" fmla="*/ 82582 w 431387"/>
                  <a:gd name="connsiteY22" fmla="*/ 54910 h 399042"/>
                  <a:gd name="connsiteX23" fmla="*/ 99727 w 431387"/>
                  <a:gd name="connsiteY23" fmla="*/ 84533 h 399042"/>
                  <a:gd name="connsiteX24" fmla="*/ 58198 w 431387"/>
                  <a:gd name="connsiteY24" fmla="*/ 156637 h 399042"/>
                  <a:gd name="connsiteX25" fmla="*/ 23908 w 431387"/>
                  <a:gd name="connsiteY25" fmla="*/ 156637 h 399042"/>
                  <a:gd name="connsiteX26" fmla="*/ 0 w 431387"/>
                  <a:gd name="connsiteY26" fmla="*/ 180545 h 399042"/>
                  <a:gd name="connsiteX27" fmla="*/ 0 w 431387"/>
                  <a:gd name="connsiteY27" fmla="*/ 218455 h 399042"/>
                  <a:gd name="connsiteX28" fmla="*/ 23908 w 431387"/>
                  <a:gd name="connsiteY28" fmla="*/ 242362 h 399042"/>
                  <a:gd name="connsiteX29" fmla="*/ 58198 w 431387"/>
                  <a:gd name="connsiteY29" fmla="*/ 242362 h 399042"/>
                  <a:gd name="connsiteX30" fmla="*/ 99727 w 431387"/>
                  <a:gd name="connsiteY30" fmla="*/ 314467 h 399042"/>
                  <a:gd name="connsiteX31" fmla="*/ 82582 w 431387"/>
                  <a:gd name="connsiteY31" fmla="*/ 344089 h 399042"/>
                  <a:gd name="connsiteX32" fmla="*/ 91345 w 431387"/>
                  <a:gd name="connsiteY32" fmla="*/ 376855 h 399042"/>
                  <a:gd name="connsiteX33" fmla="*/ 124206 w 431387"/>
                  <a:gd name="connsiteY33" fmla="*/ 395810 h 399042"/>
                  <a:gd name="connsiteX34" fmla="*/ 156972 w 431387"/>
                  <a:gd name="connsiteY34" fmla="*/ 387047 h 399042"/>
                  <a:gd name="connsiteX35" fmla="*/ 174117 w 431387"/>
                  <a:gd name="connsiteY35" fmla="*/ 357329 h 399042"/>
                  <a:gd name="connsiteX36" fmla="*/ 257270 w 431387"/>
                  <a:gd name="connsiteY36" fmla="*/ 357329 h 399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31387" h="399042">
                    <a:moveTo>
                      <a:pt x="257270" y="357329"/>
                    </a:moveTo>
                    <a:lnTo>
                      <a:pt x="274415" y="387047"/>
                    </a:lnTo>
                    <a:cubicBezTo>
                      <a:pt x="280988" y="398477"/>
                      <a:pt x="295656" y="402478"/>
                      <a:pt x="307181" y="395810"/>
                    </a:cubicBezTo>
                    <a:lnTo>
                      <a:pt x="340042" y="376855"/>
                    </a:lnTo>
                    <a:cubicBezTo>
                      <a:pt x="351473" y="370283"/>
                      <a:pt x="355378" y="355615"/>
                      <a:pt x="348806" y="344089"/>
                    </a:cubicBezTo>
                    <a:lnTo>
                      <a:pt x="331661" y="314467"/>
                    </a:lnTo>
                    <a:cubicBezTo>
                      <a:pt x="352330" y="293702"/>
                      <a:pt x="366046" y="268747"/>
                      <a:pt x="373190" y="242362"/>
                    </a:cubicBezTo>
                    <a:lnTo>
                      <a:pt x="407480" y="242362"/>
                    </a:lnTo>
                    <a:cubicBezTo>
                      <a:pt x="420719" y="242362"/>
                      <a:pt x="431387" y="231599"/>
                      <a:pt x="431387" y="218455"/>
                    </a:cubicBezTo>
                    <a:lnTo>
                      <a:pt x="431387" y="180545"/>
                    </a:lnTo>
                    <a:cubicBezTo>
                      <a:pt x="431387" y="167305"/>
                      <a:pt x="420624" y="156637"/>
                      <a:pt x="407480" y="156637"/>
                    </a:cubicBezTo>
                    <a:lnTo>
                      <a:pt x="373190" y="156637"/>
                    </a:lnTo>
                    <a:cubicBezTo>
                      <a:pt x="366046" y="130253"/>
                      <a:pt x="352234" y="105298"/>
                      <a:pt x="331661" y="84533"/>
                    </a:cubicBezTo>
                    <a:lnTo>
                      <a:pt x="348806" y="54910"/>
                    </a:lnTo>
                    <a:cubicBezTo>
                      <a:pt x="355378" y="43480"/>
                      <a:pt x="351473" y="28812"/>
                      <a:pt x="340042" y="22144"/>
                    </a:cubicBezTo>
                    <a:lnTo>
                      <a:pt x="307181" y="3190"/>
                    </a:lnTo>
                    <a:cubicBezTo>
                      <a:pt x="295751" y="-3383"/>
                      <a:pt x="281083" y="523"/>
                      <a:pt x="274415" y="11953"/>
                    </a:cubicBezTo>
                    <a:lnTo>
                      <a:pt x="257270" y="41671"/>
                    </a:lnTo>
                    <a:cubicBezTo>
                      <a:pt x="230029" y="34527"/>
                      <a:pt x="201359" y="34527"/>
                      <a:pt x="174117" y="41671"/>
                    </a:cubicBezTo>
                    <a:lnTo>
                      <a:pt x="156972" y="11953"/>
                    </a:lnTo>
                    <a:cubicBezTo>
                      <a:pt x="150400" y="523"/>
                      <a:pt x="135731" y="-3383"/>
                      <a:pt x="124206" y="3190"/>
                    </a:cubicBezTo>
                    <a:lnTo>
                      <a:pt x="91345" y="22144"/>
                    </a:lnTo>
                    <a:cubicBezTo>
                      <a:pt x="79915" y="28717"/>
                      <a:pt x="76009" y="43385"/>
                      <a:pt x="82582" y="54910"/>
                    </a:cubicBezTo>
                    <a:lnTo>
                      <a:pt x="99727" y="84533"/>
                    </a:lnTo>
                    <a:cubicBezTo>
                      <a:pt x="79057" y="105298"/>
                      <a:pt x="65342" y="130253"/>
                      <a:pt x="58198" y="156637"/>
                    </a:cubicBezTo>
                    <a:lnTo>
                      <a:pt x="23908" y="156637"/>
                    </a:lnTo>
                    <a:cubicBezTo>
                      <a:pt x="10668" y="156637"/>
                      <a:pt x="0" y="167401"/>
                      <a:pt x="0" y="180545"/>
                    </a:cubicBezTo>
                    <a:lnTo>
                      <a:pt x="0" y="218455"/>
                    </a:lnTo>
                    <a:cubicBezTo>
                      <a:pt x="0" y="231694"/>
                      <a:pt x="10763" y="242362"/>
                      <a:pt x="23908" y="242362"/>
                    </a:cubicBezTo>
                    <a:lnTo>
                      <a:pt x="58198" y="242362"/>
                    </a:lnTo>
                    <a:cubicBezTo>
                      <a:pt x="65342" y="268747"/>
                      <a:pt x="79153" y="293702"/>
                      <a:pt x="99727" y="314467"/>
                    </a:cubicBezTo>
                    <a:lnTo>
                      <a:pt x="82582" y="344089"/>
                    </a:lnTo>
                    <a:cubicBezTo>
                      <a:pt x="76009" y="355519"/>
                      <a:pt x="79915" y="370188"/>
                      <a:pt x="91345" y="376855"/>
                    </a:cubicBezTo>
                    <a:lnTo>
                      <a:pt x="124206" y="395810"/>
                    </a:lnTo>
                    <a:cubicBezTo>
                      <a:pt x="135636" y="402382"/>
                      <a:pt x="150304" y="398477"/>
                      <a:pt x="156972" y="387047"/>
                    </a:cubicBezTo>
                    <a:lnTo>
                      <a:pt x="174117" y="357329"/>
                    </a:lnTo>
                    <a:cubicBezTo>
                      <a:pt x="201359" y="364473"/>
                      <a:pt x="230029" y="364473"/>
                      <a:pt x="257270" y="357329"/>
                    </a:cubicBezTo>
                    <a:close/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124" name="Полилиния: фигура 68">
                <a:extLst>
                  <a:ext uri="{FF2B5EF4-FFF2-40B4-BE49-F238E27FC236}">
                    <a16:creationId xmlns:a16="http://schemas.microsoft.com/office/drawing/2014/main" id="{382419DB-EBA0-4B04-A173-66058B72ECEA}"/>
                  </a:ext>
                </a:extLst>
              </p:cNvPr>
              <p:cNvSpPr/>
              <p:nvPr/>
            </p:nvSpPr>
            <p:spPr>
              <a:xfrm>
                <a:off x="9105296" y="5079047"/>
                <a:ext cx="123634" cy="123634"/>
              </a:xfrm>
              <a:custGeom>
                <a:avLst/>
                <a:gdLst>
                  <a:gd name="connsiteX0" fmla="*/ 123634 w 123634"/>
                  <a:gd name="connsiteY0" fmla="*/ 61817 h 123634"/>
                  <a:gd name="connsiteX1" fmla="*/ 61817 w 123634"/>
                  <a:gd name="connsiteY1" fmla="*/ 0 h 123634"/>
                  <a:gd name="connsiteX2" fmla="*/ 0 w 123634"/>
                  <a:gd name="connsiteY2" fmla="*/ 61817 h 123634"/>
                  <a:gd name="connsiteX3" fmla="*/ 61817 w 123634"/>
                  <a:gd name="connsiteY3" fmla="*/ 123634 h 123634"/>
                  <a:gd name="connsiteX4" fmla="*/ 123634 w 123634"/>
                  <a:gd name="connsiteY4" fmla="*/ 61817 h 123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634" h="123634">
                    <a:moveTo>
                      <a:pt x="123634" y="61817"/>
                    </a:moveTo>
                    <a:cubicBezTo>
                      <a:pt x="123634" y="27622"/>
                      <a:pt x="95917" y="0"/>
                      <a:pt x="61817" y="0"/>
                    </a:cubicBezTo>
                    <a:cubicBezTo>
                      <a:pt x="27718" y="0"/>
                      <a:pt x="0" y="27718"/>
                      <a:pt x="0" y="61817"/>
                    </a:cubicBezTo>
                    <a:cubicBezTo>
                      <a:pt x="0" y="95917"/>
                      <a:pt x="27718" y="123634"/>
                      <a:pt x="61817" y="123634"/>
                    </a:cubicBezTo>
                    <a:cubicBezTo>
                      <a:pt x="95917" y="123634"/>
                      <a:pt x="123634" y="95917"/>
                      <a:pt x="123634" y="61817"/>
                    </a:cubicBezTo>
                    <a:close/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</p:grpSp>
        <p:grpSp>
          <p:nvGrpSpPr>
            <p:cNvPr id="93" name="Рисунок 50">
              <a:extLst>
                <a:ext uri="{FF2B5EF4-FFF2-40B4-BE49-F238E27FC236}">
                  <a16:creationId xmlns:a16="http://schemas.microsoft.com/office/drawing/2014/main" id="{194A82EC-6FA0-A157-3AFD-5DF953C429AB}"/>
                </a:ext>
              </a:extLst>
            </p:cNvPr>
            <p:cNvGrpSpPr/>
            <p:nvPr/>
          </p:nvGrpSpPr>
          <p:grpSpPr>
            <a:xfrm>
              <a:off x="9397809" y="4611560"/>
              <a:ext cx="295465" cy="497871"/>
              <a:chOff x="9397809" y="4611560"/>
              <a:chExt cx="295465" cy="497871"/>
            </a:xfrm>
            <a:noFill/>
          </p:grpSpPr>
          <p:grpSp>
            <p:nvGrpSpPr>
              <p:cNvPr id="101" name="Рисунок 50">
                <a:extLst>
                  <a:ext uri="{FF2B5EF4-FFF2-40B4-BE49-F238E27FC236}">
                    <a16:creationId xmlns:a16="http://schemas.microsoft.com/office/drawing/2014/main" id="{028EAEB8-94F1-A718-0F11-D577FC983E71}"/>
                  </a:ext>
                </a:extLst>
              </p:cNvPr>
              <p:cNvGrpSpPr/>
              <p:nvPr/>
            </p:nvGrpSpPr>
            <p:grpSpPr>
              <a:xfrm>
                <a:off x="9428166" y="4692242"/>
                <a:ext cx="234723" cy="417189"/>
                <a:chOff x="9428166" y="4692242"/>
                <a:chExt cx="234723" cy="417189"/>
              </a:xfrm>
              <a:noFill/>
            </p:grpSpPr>
            <p:sp>
              <p:nvSpPr>
                <p:cNvPr id="118" name="Полилиния: фигура 71">
                  <a:extLst>
                    <a:ext uri="{FF2B5EF4-FFF2-40B4-BE49-F238E27FC236}">
                      <a16:creationId xmlns:a16="http://schemas.microsoft.com/office/drawing/2014/main" id="{B8E9E4B3-E133-B179-AF3A-5046526796CA}"/>
                    </a:ext>
                  </a:extLst>
                </p:cNvPr>
                <p:cNvSpPr/>
                <p:nvPr/>
              </p:nvSpPr>
              <p:spPr>
                <a:xfrm>
                  <a:off x="9428166" y="4692242"/>
                  <a:ext cx="234723" cy="248978"/>
                </a:xfrm>
                <a:custGeom>
                  <a:avLst/>
                  <a:gdLst>
                    <a:gd name="connsiteX0" fmla="*/ 234629 w 234723"/>
                    <a:gd name="connsiteY0" fmla="*/ 117343 h 248978"/>
                    <a:gd name="connsiteX1" fmla="*/ 108994 w 234723"/>
                    <a:gd name="connsiteY1" fmla="*/ 280 h 248978"/>
                    <a:gd name="connsiteX2" fmla="*/ 409 w 234723"/>
                    <a:gd name="connsiteY2" fmla="*/ 107341 h 248978"/>
                    <a:gd name="connsiteX3" fmla="*/ 33746 w 234723"/>
                    <a:gd name="connsiteY3" fmla="*/ 199543 h 248978"/>
                    <a:gd name="connsiteX4" fmla="*/ 54511 w 234723"/>
                    <a:gd name="connsiteY4" fmla="*/ 248597 h 248978"/>
                    <a:gd name="connsiteX5" fmla="*/ 54511 w 234723"/>
                    <a:gd name="connsiteY5" fmla="*/ 248978 h 248978"/>
                    <a:gd name="connsiteX6" fmla="*/ 180241 w 234723"/>
                    <a:gd name="connsiteY6" fmla="*/ 248978 h 248978"/>
                    <a:gd name="connsiteX7" fmla="*/ 180241 w 234723"/>
                    <a:gd name="connsiteY7" fmla="*/ 248502 h 248978"/>
                    <a:gd name="connsiteX8" fmla="*/ 199958 w 234723"/>
                    <a:gd name="connsiteY8" fmla="*/ 200496 h 248978"/>
                    <a:gd name="connsiteX9" fmla="*/ 234724 w 234723"/>
                    <a:gd name="connsiteY9" fmla="*/ 117247 h 248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34723" h="248978">
                      <a:moveTo>
                        <a:pt x="234629" y="117343"/>
                      </a:moveTo>
                      <a:cubicBezTo>
                        <a:pt x="234629" y="49810"/>
                        <a:pt x="177574" y="-4387"/>
                        <a:pt x="108994" y="280"/>
                      </a:cubicBezTo>
                      <a:cubicBezTo>
                        <a:pt x="51749" y="4186"/>
                        <a:pt x="5171" y="50191"/>
                        <a:pt x="409" y="107341"/>
                      </a:cubicBezTo>
                      <a:cubicBezTo>
                        <a:pt x="-2544" y="143251"/>
                        <a:pt x="10696" y="176207"/>
                        <a:pt x="33746" y="199543"/>
                      </a:cubicBezTo>
                      <a:cubicBezTo>
                        <a:pt x="46700" y="212688"/>
                        <a:pt x="54511" y="230119"/>
                        <a:pt x="54511" y="248597"/>
                      </a:cubicBezTo>
                      <a:lnTo>
                        <a:pt x="54511" y="248978"/>
                      </a:lnTo>
                      <a:lnTo>
                        <a:pt x="180241" y="248978"/>
                      </a:lnTo>
                      <a:lnTo>
                        <a:pt x="180241" y="248502"/>
                      </a:lnTo>
                      <a:cubicBezTo>
                        <a:pt x="180241" y="230500"/>
                        <a:pt x="187194" y="213164"/>
                        <a:pt x="199958" y="200496"/>
                      </a:cubicBezTo>
                      <a:cubicBezTo>
                        <a:pt x="221389" y="179255"/>
                        <a:pt x="234724" y="149823"/>
                        <a:pt x="234724" y="117247"/>
                      </a:cubicBezTo>
                      <a:close/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19" name="Полилиния: фигура 72">
                  <a:extLst>
                    <a:ext uri="{FF2B5EF4-FFF2-40B4-BE49-F238E27FC236}">
                      <a16:creationId xmlns:a16="http://schemas.microsoft.com/office/drawing/2014/main" id="{1DF53452-355E-B550-FE96-9630F4B7B5B9}"/>
                    </a:ext>
                  </a:extLst>
                </p:cNvPr>
                <p:cNvSpPr/>
                <p:nvPr/>
              </p:nvSpPr>
              <p:spPr>
                <a:xfrm>
                  <a:off x="9463912" y="4727003"/>
                  <a:ext cx="135826" cy="74961"/>
                </a:xfrm>
                <a:custGeom>
                  <a:avLst/>
                  <a:gdLst>
                    <a:gd name="connsiteX0" fmla="*/ 0 w 135826"/>
                    <a:gd name="connsiteY0" fmla="*/ 74962 h 74961"/>
                    <a:gd name="connsiteX1" fmla="*/ 75819 w 135826"/>
                    <a:gd name="connsiteY1" fmla="*/ 190 h 74961"/>
                    <a:gd name="connsiteX2" fmla="*/ 81725 w 135826"/>
                    <a:gd name="connsiteY2" fmla="*/ 0 h 74961"/>
                    <a:gd name="connsiteX3" fmla="*/ 135827 w 135826"/>
                    <a:gd name="connsiteY3" fmla="*/ 20479 h 749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5826" h="74961">
                      <a:moveTo>
                        <a:pt x="0" y="74962"/>
                      </a:moveTo>
                      <a:cubicBezTo>
                        <a:pt x="3239" y="35052"/>
                        <a:pt x="35909" y="2953"/>
                        <a:pt x="75819" y="190"/>
                      </a:cubicBezTo>
                      <a:cubicBezTo>
                        <a:pt x="77819" y="95"/>
                        <a:pt x="79724" y="0"/>
                        <a:pt x="81725" y="0"/>
                      </a:cubicBezTo>
                      <a:cubicBezTo>
                        <a:pt x="102489" y="0"/>
                        <a:pt x="121349" y="7715"/>
                        <a:pt x="135827" y="20479"/>
                      </a:cubicBezTo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20" name="Полилиния: фигура 73">
                  <a:extLst>
                    <a:ext uri="{FF2B5EF4-FFF2-40B4-BE49-F238E27FC236}">
                      <a16:creationId xmlns:a16="http://schemas.microsoft.com/office/drawing/2014/main" id="{17E7F455-DBEE-3B4B-AA12-0108C779E29E}"/>
                    </a:ext>
                  </a:extLst>
                </p:cNvPr>
                <p:cNvSpPr/>
                <p:nvPr/>
              </p:nvSpPr>
              <p:spPr>
                <a:xfrm>
                  <a:off x="9481915" y="4980749"/>
                  <a:ext cx="127254" cy="9525"/>
                </a:xfrm>
                <a:custGeom>
                  <a:avLst/>
                  <a:gdLst>
                    <a:gd name="connsiteX0" fmla="*/ 0 w 127254"/>
                    <a:gd name="connsiteY0" fmla="*/ 0 h 9525"/>
                    <a:gd name="connsiteX1" fmla="*/ 127254 w 127254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254" h="9525">
                      <a:moveTo>
                        <a:pt x="0" y="0"/>
                      </a:moveTo>
                      <a:lnTo>
                        <a:pt x="127254" y="0"/>
                      </a:lnTo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21" name="Полилиния: фигура 74">
                  <a:extLst>
                    <a:ext uri="{FF2B5EF4-FFF2-40B4-BE49-F238E27FC236}">
                      <a16:creationId xmlns:a16="http://schemas.microsoft.com/office/drawing/2014/main" id="{4AB70621-03B8-F184-3D15-344E48B12416}"/>
                    </a:ext>
                  </a:extLst>
                </p:cNvPr>
                <p:cNvSpPr/>
                <p:nvPr/>
              </p:nvSpPr>
              <p:spPr>
                <a:xfrm>
                  <a:off x="9481915" y="5022088"/>
                  <a:ext cx="127254" cy="60864"/>
                </a:xfrm>
                <a:custGeom>
                  <a:avLst/>
                  <a:gdLst>
                    <a:gd name="connsiteX0" fmla="*/ 0 w 127254"/>
                    <a:gd name="connsiteY0" fmla="*/ 0 h 60864"/>
                    <a:gd name="connsiteX1" fmla="*/ 127254 w 127254"/>
                    <a:gd name="connsiteY1" fmla="*/ 0 h 60864"/>
                    <a:gd name="connsiteX2" fmla="*/ 127254 w 127254"/>
                    <a:gd name="connsiteY2" fmla="*/ 8477 h 60864"/>
                    <a:gd name="connsiteX3" fmla="*/ 74867 w 127254"/>
                    <a:gd name="connsiteY3" fmla="*/ 60865 h 60864"/>
                    <a:gd name="connsiteX4" fmla="*/ 52388 w 127254"/>
                    <a:gd name="connsiteY4" fmla="*/ 60865 h 60864"/>
                    <a:gd name="connsiteX5" fmla="*/ 0 w 127254"/>
                    <a:gd name="connsiteY5" fmla="*/ 8477 h 60864"/>
                    <a:gd name="connsiteX6" fmla="*/ 0 w 127254"/>
                    <a:gd name="connsiteY6" fmla="*/ 0 h 60864"/>
                    <a:gd name="connsiteX7" fmla="*/ 0 w 127254"/>
                    <a:gd name="connsiteY7" fmla="*/ 0 h 60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7254" h="60864">
                      <a:moveTo>
                        <a:pt x="0" y="0"/>
                      </a:moveTo>
                      <a:lnTo>
                        <a:pt x="127254" y="0"/>
                      </a:lnTo>
                      <a:lnTo>
                        <a:pt x="127254" y="8477"/>
                      </a:lnTo>
                      <a:cubicBezTo>
                        <a:pt x="127254" y="37433"/>
                        <a:pt x="103727" y="60865"/>
                        <a:pt x="74867" y="60865"/>
                      </a:cubicBezTo>
                      <a:lnTo>
                        <a:pt x="52388" y="60865"/>
                      </a:lnTo>
                      <a:cubicBezTo>
                        <a:pt x="23431" y="60865"/>
                        <a:pt x="0" y="37338"/>
                        <a:pt x="0" y="8477"/>
                      </a:cubicBez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22" name="Полилиния: фигура 75">
                  <a:extLst>
                    <a:ext uri="{FF2B5EF4-FFF2-40B4-BE49-F238E27FC236}">
                      <a16:creationId xmlns:a16="http://schemas.microsoft.com/office/drawing/2014/main" id="{E1B211FA-B3DE-96FC-105D-63D6B75D18BF}"/>
                    </a:ext>
                  </a:extLst>
                </p:cNvPr>
                <p:cNvSpPr/>
                <p:nvPr/>
              </p:nvSpPr>
              <p:spPr>
                <a:xfrm>
                  <a:off x="9526777" y="5084000"/>
                  <a:ext cx="37528" cy="25431"/>
                </a:xfrm>
                <a:custGeom>
                  <a:avLst/>
                  <a:gdLst>
                    <a:gd name="connsiteX0" fmla="*/ 0 w 37528"/>
                    <a:gd name="connsiteY0" fmla="*/ 95 h 25431"/>
                    <a:gd name="connsiteX1" fmla="*/ 0 w 37528"/>
                    <a:gd name="connsiteY1" fmla="*/ 6668 h 25431"/>
                    <a:gd name="connsiteX2" fmla="*/ 18764 w 37528"/>
                    <a:gd name="connsiteY2" fmla="*/ 25432 h 25431"/>
                    <a:gd name="connsiteX3" fmla="*/ 18764 w 37528"/>
                    <a:gd name="connsiteY3" fmla="*/ 25432 h 25431"/>
                    <a:gd name="connsiteX4" fmla="*/ 37529 w 37528"/>
                    <a:gd name="connsiteY4" fmla="*/ 6668 h 25431"/>
                    <a:gd name="connsiteX5" fmla="*/ 37529 w 37528"/>
                    <a:gd name="connsiteY5" fmla="*/ 0 h 25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528" h="25431">
                      <a:moveTo>
                        <a:pt x="0" y="95"/>
                      </a:moveTo>
                      <a:lnTo>
                        <a:pt x="0" y="6668"/>
                      </a:lnTo>
                      <a:cubicBezTo>
                        <a:pt x="0" y="17050"/>
                        <a:pt x="8382" y="25432"/>
                        <a:pt x="18764" y="25432"/>
                      </a:cubicBezTo>
                      <a:lnTo>
                        <a:pt x="18764" y="25432"/>
                      </a:lnTo>
                      <a:cubicBezTo>
                        <a:pt x="29147" y="25432"/>
                        <a:pt x="37529" y="17050"/>
                        <a:pt x="37529" y="6668"/>
                      </a:cubicBezTo>
                      <a:lnTo>
                        <a:pt x="37529" y="0"/>
                      </a:lnTo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</p:grpSp>
          <p:grpSp>
            <p:nvGrpSpPr>
              <p:cNvPr id="110" name="Рисунок 50">
                <a:extLst>
                  <a:ext uri="{FF2B5EF4-FFF2-40B4-BE49-F238E27FC236}">
                    <a16:creationId xmlns:a16="http://schemas.microsoft.com/office/drawing/2014/main" id="{A1DC98B7-CEEA-AE85-E72F-E197DAC1D2FD}"/>
                  </a:ext>
                </a:extLst>
              </p:cNvPr>
              <p:cNvGrpSpPr/>
              <p:nvPr/>
            </p:nvGrpSpPr>
            <p:grpSpPr>
              <a:xfrm>
                <a:off x="9397809" y="4611560"/>
                <a:ext cx="295465" cy="102203"/>
                <a:chOff x="9397809" y="4611560"/>
                <a:chExt cx="295465" cy="102203"/>
              </a:xfrm>
            </p:grpSpPr>
            <p:sp>
              <p:nvSpPr>
                <p:cNvPr id="111" name="Полилиния: фигура 77">
                  <a:extLst>
                    <a:ext uri="{FF2B5EF4-FFF2-40B4-BE49-F238E27FC236}">
                      <a16:creationId xmlns:a16="http://schemas.microsoft.com/office/drawing/2014/main" id="{908DA0C4-82C0-07C8-25DF-BC6AD0088C1F}"/>
                    </a:ext>
                  </a:extLst>
                </p:cNvPr>
                <p:cNvSpPr/>
                <p:nvPr/>
              </p:nvSpPr>
              <p:spPr>
                <a:xfrm>
                  <a:off x="9545542" y="4611560"/>
                  <a:ext cx="9525" cy="26860"/>
                </a:xfrm>
                <a:custGeom>
                  <a:avLst/>
                  <a:gdLst>
                    <a:gd name="connsiteX0" fmla="*/ 0 w 9525"/>
                    <a:gd name="connsiteY0" fmla="*/ 26861 h 26860"/>
                    <a:gd name="connsiteX1" fmla="*/ 0 w 9525"/>
                    <a:gd name="connsiteY1" fmla="*/ 0 h 26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525" h="26860">
                      <a:moveTo>
                        <a:pt x="0" y="26861"/>
                      </a:moveTo>
                      <a:lnTo>
                        <a:pt x="0" y="0"/>
                      </a:lnTo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12" name="Полилиния: фигура 78">
                  <a:extLst>
                    <a:ext uri="{FF2B5EF4-FFF2-40B4-BE49-F238E27FC236}">
                      <a16:creationId xmlns:a16="http://schemas.microsoft.com/office/drawing/2014/main" id="{B6601082-75A7-49D1-93FC-5BA151618316}"/>
                    </a:ext>
                  </a:extLst>
                </p:cNvPr>
                <p:cNvSpPr/>
                <p:nvPr/>
              </p:nvSpPr>
              <p:spPr>
                <a:xfrm>
                  <a:off x="9486773" y="4622990"/>
                  <a:ext cx="9239" cy="25241"/>
                </a:xfrm>
                <a:custGeom>
                  <a:avLst/>
                  <a:gdLst>
                    <a:gd name="connsiteX0" fmla="*/ 9239 w 9239"/>
                    <a:gd name="connsiteY0" fmla="*/ 25241 h 25241"/>
                    <a:gd name="connsiteX1" fmla="*/ 0 w 9239"/>
                    <a:gd name="connsiteY1" fmla="*/ 0 h 25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239" h="25241">
                      <a:moveTo>
                        <a:pt x="9239" y="25241"/>
                      </a:moveTo>
                      <a:lnTo>
                        <a:pt x="0" y="0"/>
                      </a:lnTo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13" name="Полилиния: фигура 82">
                  <a:extLst>
                    <a:ext uri="{FF2B5EF4-FFF2-40B4-BE49-F238E27FC236}">
                      <a16:creationId xmlns:a16="http://schemas.microsoft.com/office/drawing/2014/main" id="{AD23EF57-4483-DBDB-F45A-AB802F451AB9}"/>
                    </a:ext>
                  </a:extLst>
                </p:cNvPr>
                <p:cNvSpPr/>
                <p:nvPr/>
              </p:nvSpPr>
              <p:spPr>
                <a:xfrm>
                  <a:off x="9435528" y="4653851"/>
                  <a:ext cx="17240" cy="20574"/>
                </a:xfrm>
                <a:custGeom>
                  <a:avLst/>
                  <a:gdLst>
                    <a:gd name="connsiteX0" fmla="*/ 17240 w 17240"/>
                    <a:gd name="connsiteY0" fmla="*/ 20574 h 20574"/>
                    <a:gd name="connsiteX1" fmla="*/ 0 w 17240"/>
                    <a:gd name="connsiteY1" fmla="*/ 0 h 2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240" h="20574">
                      <a:moveTo>
                        <a:pt x="17240" y="20574"/>
                      </a:moveTo>
                      <a:lnTo>
                        <a:pt x="0" y="0"/>
                      </a:lnTo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14" name="Полилиния: фигура 87">
                  <a:extLst>
                    <a:ext uri="{FF2B5EF4-FFF2-40B4-BE49-F238E27FC236}">
                      <a16:creationId xmlns:a16="http://schemas.microsoft.com/office/drawing/2014/main" id="{2CB68FAE-422F-2AB7-9756-AA803E28DC30}"/>
                    </a:ext>
                  </a:extLst>
                </p:cNvPr>
                <p:cNvSpPr/>
                <p:nvPr/>
              </p:nvSpPr>
              <p:spPr>
                <a:xfrm>
                  <a:off x="9397809" y="4700333"/>
                  <a:ext cx="23336" cy="13430"/>
                </a:xfrm>
                <a:custGeom>
                  <a:avLst/>
                  <a:gdLst>
                    <a:gd name="connsiteX0" fmla="*/ 23336 w 23336"/>
                    <a:gd name="connsiteY0" fmla="*/ 13430 h 13430"/>
                    <a:gd name="connsiteX1" fmla="*/ 0 w 23336"/>
                    <a:gd name="connsiteY1" fmla="*/ 0 h 13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3336" h="13430">
                      <a:moveTo>
                        <a:pt x="23336" y="13430"/>
                      </a:moveTo>
                      <a:lnTo>
                        <a:pt x="0" y="0"/>
                      </a:lnTo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15" name="Полилиния: фигура 88">
                  <a:extLst>
                    <a:ext uri="{FF2B5EF4-FFF2-40B4-BE49-F238E27FC236}">
                      <a16:creationId xmlns:a16="http://schemas.microsoft.com/office/drawing/2014/main" id="{AC3CA633-D442-92FA-A5BC-962CCF99E43F}"/>
                    </a:ext>
                  </a:extLst>
                </p:cNvPr>
                <p:cNvSpPr/>
                <p:nvPr/>
              </p:nvSpPr>
              <p:spPr>
                <a:xfrm>
                  <a:off x="9595072" y="4622990"/>
                  <a:ext cx="9239" cy="25241"/>
                </a:xfrm>
                <a:custGeom>
                  <a:avLst/>
                  <a:gdLst>
                    <a:gd name="connsiteX0" fmla="*/ 0 w 9239"/>
                    <a:gd name="connsiteY0" fmla="*/ 25241 h 25241"/>
                    <a:gd name="connsiteX1" fmla="*/ 9239 w 9239"/>
                    <a:gd name="connsiteY1" fmla="*/ 0 h 25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239" h="25241">
                      <a:moveTo>
                        <a:pt x="0" y="25241"/>
                      </a:moveTo>
                      <a:lnTo>
                        <a:pt x="9239" y="0"/>
                      </a:lnTo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16" name="Полилиния: фигура 89">
                  <a:extLst>
                    <a:ext uri="{FF2B5EF4-FFF2-40B4-BE49-F238E27FC236}">
                      <a16:creationId xmlns:a16="http://schemas.microsoft.com/office/drawing/2014/main" id="{2342E611-E2A2-92AB-27AD-805968F6E374}"/>
                    </a:ext>
                  </a:extLst>
                </p:cNvPr>
                <p:cNvSpPr/>
                <p:nvPr/>
              </p:nvSpPr>
              <p:spPr>
                <a:xfrm>
                  <a:off x="9638315" y="4653851"/>
                  <a:ext cx="17240" cy="20574"/>
                </a:xfrm>
                <a:custGeom>
                  <a:avLst/>
                  <a:gdLst>
                    <a:gd name="connsiteX0" fmla="*/ 0 w 17240"/>
                    <a:gd name="connsiteY0" fmla="*/ 20574 h 20574"/>
                    <a:gd name="connsiteX1" fmla="*/ 17240 w 17240"/>
                    <a:gd name="connsiteY1" fmla="*/ 0 h 2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240" h="20574">
                      <a:moveTo>
                        <a:pt x="0" y="20574"/>
                      </a:moveTo>
                      <a:lnTo>
                        <a:pt x="17240" y="0"/>
                      </a:lnTo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  <p:sp>
              <p:nvSpPr>
                <p:cNvPr id="117" name="Полилиния: фигура 92">
                  <a:extLst>
                    <a:ext uri="{FF2B5EF4-FFF2-40B4-BE49-F238E27FC236}">
                      <a16:creationId xmlns:a16="http://schemas.microsoft.com/office/drawing/2014/main" id="{0F66B4D7-C970-9643-F3D5-E3A445595FEF}"/>
                    </a:ext>
                  </a:extLst>
                </p:cNvPr>
                <p:cNvSpPr/>
                <p:nvPr/>
              </p:nvSpPr>
              <p:spPr>
                <a:xfrm>
                  <a:off x="9669938" y="4700333"/>
                  <a:ext cx="23336" cy="13430"/>
                </a:xfrm>
                <a:custGeom>
                  <a:avLst/>
                  <a:gdLst>
                    <a:gd name="connsiteX0" fmla="*/ 0 w 23336"/>
                    <a:gd name="connsiteY0" fmla="*/ 13430 h 13430"/>
                    <a:gd name="connsiteX1" fmla="*/ 23336 w 23336"/>
                    <a:gd name="connsiteY1" fmla="*/ 0 h 13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3336" h="13430">
                      <a:moveTo>
                        <a:pt x="0" y="13430"/>
                      </a:moveTo>
                      <a:lnTo>
                        <a:pt x="23336" y="0"/>
                      </a:lnTo>
                    </a:path>
                  </a:pathLst>
                </a:custGeom>
                <a:grpFill/>
                <a:ln w="190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800"/>
                </a:p>
              </p:txBody>
            </p:sp>
          </p:grpSp>
        </p:grpSp>
        <p:sp>
          <p:nvSpPr>
            <p:cNvPr id="95" name="Полилиния: фигура 93">
              <a:extLst>
                <a:ext uri="{FF2B5EF4-FFF2-40B4-BE49-F238E27FC236}">
                  <a16:creationId xmlns:a16="http://schemas.microsoft.com/office/drawing/2014/main" id="{DFA1F1A9-253D-56F6-C5B5-04F7449D8BB4}"/>
                </a:ext>
              </a:extLst>
            </p:cNvPr>
            <p:cNvSpPr/>
            <p:nvPr/>
          </p:nvSpPr>
          <p:spPr>
            <a:xfrm>
              <a:off x="8831834" y="4894453"/>
              <a:ext cx="75342" cy="246411"/>
            </a:xfrm>
            <a:custGeom>
              <a:avLst/>
              <a:gdLst>
                <a:gd name="connsiteX0" fmla="*/ 0 w 75342"/>
                <a:gd name="connsiteY0" fmla="*/ 0 h 246411"/>
                <a:gd name="connsiteX1" fmla="*/ 0 w 75342"/>
                <a:gd name="connsiteY1" fmla="*/ 246412 h 246411"/>
                <a:gd name="connsiteX2" fmla="*/ 75343 w 75342"/>
                <a:gd name="connsiteY2" fmla="*/ 246412 h 246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342" h="246411">
                  <a:moveTo>
                    <a:pt x="0" y="0"/>
                  </a:moveTo>
                  <a:lnTo>
                    <a:pt x="0" y="246412"/>
                  </a:lnTo>
                  <a:lnTo>
                    <a:pt x="75343" y="246412"/>
                  </a:lnTo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/>
            </a:p>
          </p:txBody>
        </p:sp>
        <p:sp>
          <p:nvSpPr>
            <p:cNvPr id="96" name="Полилиния: фигура 94">
              <a:extLst>
                <a:ext uri="{FF2B5EF4-FFF2-40B4-BE49-F238E27FC236}">
                  <a16:creationId xmlns:a16="http://schemas.microsoft.com/office/drawing/2014/main" id="{10144A24-F5D3-2EB6-36FE-A985CA217E40}"/>
                </a:ext>
              </a:extLst>
            </p:cNvPr>
            <p:cNvSpPr/>
            <p:nvPr/>
          </p:nvSpPr>
          <p:spPr>
            <a:xfrm>
              <a:off x="9328181" y="5115623"/>
              <a:ext cx="217360" cy="146399"/>
            </a:xfrm>
            <a:custGeom>
              <a:avLst/>
              <a:gdLst>
                <a:gd name="connsiteX0" fmla="*/ 0 w 217360"/>
                <a:gd name="connsiteY0" fmla="*/ 146399 h 146399"/>
                <a:gd name="connsiteX1" fmla="*/ 217361 w 217360"/>
                <a:gd name="connsiteY1" fmla="*/ 146399 h 146399"/>
                <a:gd name="connsiteX2" fmla="*/ 217361 w 217360"/>
                <a:gd name="connsiteY2" fmla="*/ 0 h 146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7360" h="146399">
                  <a:moveTo>
                    <a:pt x="0" y="146399"/>
                  </a:moveTo>
                  <a:lnTo>
                    <a:pt x="217361" y="146399"/>
                  </a:lnTo>
                  <a:lnTo>
                    <a:pt x="217361" y="0"/>
                  </a:lnTo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/>
            </a:p>
          </p:txBody>
        </p: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7235140A-607B-3504-FA52-BCDFD5B9A5CA}"/>
              </a:ext>
            </a:extLst>
          </p:cNvPr>
          <p:cNvGrpSpPr/>
          <p:nvPr/>
        </p:nvGrpSpPr>
        <p:grpSpPr>
          <a:xfrm>
            <a:off x="12087542" y="2454731"/>
            <a:ext cx="1182434" cy="1097166"/>
            <a:chOff x="1411804" y="10564014"/>
            <a:chExt cx="974857" cy="904558"/>
          </a:xfrm>
        </p:grpSpPr>
        <p:grpSp>
          <p:nvGrpSpPr>
            <p:cNvPr id="12" name="Рисунок 16">
              <a:extLst>
                <a:ext uri="{FF2B5EF4-FFF2-40B4-BE49-F238E27FC236}">
                  <a16:creationId xmlns:a16="http://schemas.microsoft.com/office/drawing/2014/main" id="{0F5FD5CF-316C-5A19-4A00-4B6419B955B8}"/>
                </a:ext>
              </a:extLst>
            </p:cNvPr>
            <p:cNvGrpSpPr/>
            <p:nvPr/>
          </p:nvGrpSpPr>
          <p:grpSpPr>
            <a:xfrm>
              <a:off x="1411804" y="10564014"/>
              <a:ext cx="974857" cy="904558"/>
              <a:chOff x="13650459" y="8245735"/>
              <a:chExt cx="1282629" cy="1190136"/>
            </a:xfrm>
            <a:noFill/>
          </p:grpSpPr>
          <p:sp>
            <p:nvSpPr>
              <p:cNvPr id="14" name="Полилиния: фигура 32">
                <a:extLst>
                  <a:ext uri="{FF2B5EF4-FFF2-40B4-BE49-F238E27FC236}">
                    <a16:creationId xmlns:a16="http://schemas.microsoft.com/office/drawing/2014/main" id="{63E8A21B-362E-1E28-4DD2-DBEB6CD19713}"/>
                  </a:ext>
                </a:extLst>
              </p:cNvPr>
              <p:cNvSpPr/>
              <p:nvPr/>
            </p:nvSpPr>
            <p:spPr>
              <a:xfrm>
                <a:off x="14134329" y="8578786"/>
                <a:ext cx="252031" cy="524255"/>
              </a:xfrm>
              <a:custGeom>
                <a:avLst/>
                <a:gdLst>
                  <a:gd name="connsiteX0" fmla="*/ 252032 w 252031"/>
                  <a:gd name="connsiteY0" fmla="*/ 524256 h 524255"/>
                  <a:gd name="connsiteX1" fmla="*/ 0 w 252031"/>
                  <a:gd name="connsiteY1" fmla="*/ 262128 h 524255"/>
                  <a:gd name="connsiteX2" fmla="*/ 252032 w 252031"/>
                  <a:gd name="connsiteY2" fmla="*/ 0 h 524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2031" h="524255">
                    <a:moveTo>
                      <a:pt x="252032" y="524256"/>
                    </a:moveTo>
                    <a:cubicBezTo>
                      <a:pt x="112871" y="524256"/>
                      <a:pt x="0" y="406908"/>
                      <a:pt x="0" y="262128"/>
                    </a:cubicBezTo>
                    <a:cubicBezTo>
                      <a:pt x="0" y="117348"/>
                      <a:pt x="112776" y="0"/>
                      <a:pt x="252032" y="0"/>
                    </a:cubicBezTo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15" name="Полилиния: фигура 33">
                <a:extLst>
                  <a:ext uri="{FF2B5EF4-FFF2-40B4-BE49-F238E27FC236}">
                    <a16:creationId xmlns:a16="http://schemas.microsoft.com/office/drawing/2014/main" id="{0E52C35F-751D-0903-9D5D-48BBF117FC55}"/>
                  </a:ext>
                </a:extLst>
              </p:cNvPr>
              <p:cNvSpPr/>
              <p:nvPr/>
            </p:nvSpPr>
            <p:spPr>
              <a:xfrm>
                <a:off x="13768474" y="8840914"/>
                <a:ext cx="213264" cy="9525"/>
              </a:xfrm>
              <a:custGeom>
                <a:avLst/>
                <a:gdLst>
                  <a:gd name="connsiteX0" fmla="*/ 213265 w 213264"/>
                  <a:gd name="connsiteY0" fmla="*/ 0 h 9525"/>
                  <a:gd name="connsiteX1" fmla="*/ 0 w 213264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3264" h="9525">
                    <a:moveTo>
                      <a:pt x="213265" y="0"/>
                    </a:moveTo>
                    <a:lnTo>
                      <a:pt x="0" y="0"/>
                    </a:lnTo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16" name="Полилиния: фигура 34">
                <a:extLst>
                  <a:ext uri="{FF2B5EF4-FFF2-40B4-BE49-F238E27FC236}">
                    <a16:creationId xmlns:a16="http://schemas.microsoft.com/office/drawing/2014/main" id="{EE62D5A3-40C0-2B62-4C4A-B2DCCABA7A9D}"/>
                  </a:ext>
                </a:extLst>
              </p:cNvPr>
              <p:cNvSpPr/>
              <p:nvPr/>
            </p:nvSpPr>
            <p:spPr>
              <a:xfrm>
                <a:off x="13875154" y="8664797"/>
                <a:ext cx="143732" cy="9525"/>
              </a:xfrm>
              <a:custGeom>
                <a:avLst/>
                <a:gdLst>
                  <a:gd name="connsiteX0" fmla="*/ 143732 w 143732"/>
                  <a:gd name="connsiteY0" fmla="*/ 0 h 9525"/>
                  <a:gd name="connsiteX1" fmla="*/ 0 w 143732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3732" h="9525">
                    <a:moveTo>
                      <a:pt x="143732" y="0"/>
                    </a:moveTo>
                    <a:lnTo>
                      <a:pt x="0" y="0"/>
                    </a:lnTo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17" name="Полилиния: фигура 35">
                <a:extLst>
                  <a:ext uri="{FF2B5EF4-FFF2-40B4-BE49-F238E27FC236}">
                    <a16:creationId xmlns:a16="http://schemas.microsoft.com/office/drawing/2014/main" id="{398776FB-FE79-3C59-84CA-3FCD33BE0D44}"/>
                  </a:ext>
                </a:extLst>
              </p:cNvPr>
              <p:cNvSpPr/>
              <p:nvPr/>
            </p:nvSpPr>
            <p:spPr>
              <a:xfrm>
                <a:off x="13878107" y="9015412"/>
                <a:ext cx="140303" cy="9525"/>
              </a:xfrm>
              <a:custGeom>
                <a:avLst/>
                <a:gdLst>
                  <a:gd name="connsiteX0" fmla="*/ 140303 w 140303"/>
                  <a:gd name="connsiteY0" fmla="*/ 0 h 9525"/>
                  <a:gd name="connsiteX1" fmla="*/ 0 w 140303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0303" h="9525">
                    <a:moveTo>
                      <a:pt x="140303" y="0"/>
                    </a:moveTo>
                    <a:lnTo>
                      <a:pt x="0" y="0"/>
                    </a:lnTo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18" name="Полилиния: фигура 36">
                <a:extLst>
                  <a:ext uri="{FF2B5EF4-FFF2-40B4-BE49-F238E27FC236}">
                    <a16:creationId xmlns:a16="http://schemas.microsoft.com/office/drawing/2014/main" id="{F67538D8-FF57-9347-854C-3CC1168C19A3}"/>
                  </a:ext>
                </a:extLst>
              </p:cNvPr>
              <p:cNvSpPr/>
              <p:nvPr/>
            </p:nvSpPr>
            <p:spPr>
              <a:xfrm>
                <a:off x="13650459" y="8781859"/>
                <a:ext cx="118109" cy="118109"/>
              </a:xfrm>
              <a:custGeom>
                <a:avLst/>
                <a:gdLst>
                  <a:gd name="connsiteX0" fmla="*/ 0 w 118109"/>
                  <a:gd name="connsiteY0" fmla="*/ 59055 h 118109"/>
                  <a:gd name="connsiteX1" fmla="*/ 59055 w 118109"/>
                  <a:gd name="connsiteY1" fmla="*/ 118110 h 118109"/>
                  <a:gd name="connsiteX2" fmla="*/ 118110 w 118109"/>
                  <a:gd name="connsiteY2" fmla="*/ 59055 h 118109"/>
                  <a:gd name="connsiteX3" fmla="*/ 59055 w 118109"/>
                  <a:gd name="connsiteY3" fmla="*/ 0 h 118109"/>
                  <a:gd name="connsiteX4" fmla="*/ 0 w 118109"/>
                  <a:gd name="connsiteY4" fmla="*/ 59055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109" h="118109">
                    <a:moveTo>
                      <a:pt x="0" y="59055"/>
                    </a:moveTo>
                    <a:cubicBezTo>
                      <a:pt x="0" y="91630"/>
                      <a:pt x="26384" y="118110"/>
                      <a:pt x="59055" y="118110"/>
                    </a:cubicBezTo>
                    <a:cubicBezTo>
                      <a:pt x="91726" y="118110"/>
                      <a:pt x="118110" y="91726"/>
                      <a:pt x="118110" y="59055"/>
                    </a:cubicBezTo>
                    <a:cubicBezTo>
                      <a:pt x="118110" y="26384"/>
                      <a:pt x="91726" y="0"/>
                      <a:pt x="59055" y="0"/>
                    </a:cubicBezTo>
                    <a:cubicBezTo>
                      <a:pt x="26384" y="0"/>
                      <a:pt x="0" y="26384"/>
                      <a:pt x="0" y="59055"/>
                    </a:cubicBezTo>
                    <a:close/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19" name="Полилиния: фигура 37">
                <a:extLst>
                  <a:ext uri="{FF2B5EF4-FFF2-40B4-BE49-F238E27FC236}">
                    <a16:creationId xmlns:a16="http://schemas.microsoft.com/office/drawing/2014/main" id="{0B529A67-059F-4FC4-E149-6FEB3BD0DBD9}"/>
                  </a:ext>
                </a:extLst>
              </p:cNvPr>
              <p:cNvSpPr/>
              <p:nvPr/>
            </p:nvSpPr>
            <p:spPr>
              <a:xfrm>
                <a:off x="13757139" y="8605742"/>
                <a:ext cx="118110" cy="118109"/>
              </a:xfrm>
              <a:custGeom>
                <a:avLst/>
                <a:gdLst>
                  <a:gd name="connsiteX0" fmla="*/ 0 w 118110"/>
                  <a:gd name="connsiteY0" fmla="*/ 59055 h 118109"/>
                  <a:gd name="connsiteX1" fmla="*/ 59055 w 118110"/>
                  <a:gd name="connsiteY1" fmla="*/ 118110 h 118109"/>
                  <a:gd name="connsiteX2" fmla="*/ 118110 w 118110"/>
                  <a:gd name="connsiteY2" fmla="*/ 59055 h 118109"/>
                  <a:gd name="connsiteX3" fmla="*/ 59055 w 118110"/>
                  <a:gd name="connsiteY3" fmla="*/ 0 h 118109"/>
                  <a:gd name="connsiteX4" fmla="*/ 0 w 118110"/>
                  <a:gd name="connsiteY4" fmla="*/ 59055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110" h="118109">
                    <a:moveTo>
                      <a:pt x="0" y="59055"/>
                    </a:moveTo>
                    <a:cubicBezTo>
                      <a:pt x="0" y="91630"/>
                      <a:pt x="26384" y="118110"/>
                      <a:pt x="59055" y="118110"/>
                    </a:cubicBezTo>
                    <a:cubicBezTo>
                      <a:pt x="91726" y="118110"/>
                      <a:pt x="118110" y="91726"/>
                      <a:pt x="118110" y="59055"/>
                    </a:cubicBezTo>
                    <a:cubicBezTo>
                      <a:pt x="118110" y="26384"/>
                      <a:pt x="91726" y="0"/>
                      <a:pt x="59055" y="0"/>
                    </a:cubicBezTo>
                    <a:cubicBezTo>
                      <a:pt x="26384" y="0"/>
                      <a:pt x="0" y="26384"/>
                      <a:pt x="0" y="59055"/>
                    </a:cubicBezTo>
                    <a:close/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20" name="Полилиния: фигура 38">
                <a:extLst>
                  <a:ext uri="{FF2B5EF4-FFF2-40B4-BE49-F238E27FC236}">
                    <a16:creationId xmlns:a16="http://schemas.microsoft.com/office/drawing/2014/main" id="{78707E1E-54C6-5218-9C5C-BD38898227B7}"/>
                  </a:ext>
                </a:extLst>
              </p:cNvPr>
              <p:cNvSpPr/>
              <p:nvPr/>
            </p:nvSpPr>
            <p:spPr>
              <a:xfrm>
                <a:off x="13760092" y="8956357"/>
                <a:ext cx="118109" cy="118109"/>
              </a:xfrm>
              <a:custGeom>
                <a:avLst/>
                <a:gdLst>
                  <a:gd name="connsiteX0" fmla="*/ 0 w 118109"/>
                  <a:gd name="connsiteY0" fmla="*/ 59055 h 118109"/>
                  <a:gd name="connsiteX1" fmla="*/ 59055 w 118109"/>
                  <a:gd name="connsiteY1" fmla="*/ 118110 h 118109"/>
                  <a:gd name="connsiteX2" fmla="*/ 118110 w 118109"/>
                  <a:gd name="connsiteY2" fmla="*/ 59055 h 118109"/>
                  <a:gd name="connsiteX3" fmla="*/ 59055 w 118109"/>
                  <a:gd name="connsiteY3" fmla="*/ 0 h 118109"/>
                  <a:gd name="connsiteX4" fmla="*/ 0 w 118109"/>
                  <a:gd name="connsiteY4" fmla="*/ 59055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109" h="118109">
                    <a:moveTo>
                      <a:pt x="0" y="59055"/>
                    </a:moveTo>
                    <a:cubicBezTo>
                      <a:pt x="0" y="91630"/>
                      <a:pt x="26384" y="118110"/>
                      <a:pt x="59055" y="118110"/>
                    </a:cubicBezTo>
                    <a:cubicBezTo>
                      <a:pt x="91726" y="118110"/>
                      <a:pt x="118110" y="91726"/>
                      <a:pt x="118110" y="59055"/>
                    </a:cubicBezTo>
                    <a:cubicBezTo>
                      <a:pt x="118110" y="26384"/>
                      <a:pt x="91726" y="0"/>
                      <a:pt x="59055" y="0"/>
                    </a:cubicBezTo>
                    <a:cubicBezTo>
                      <a:pt x="26384" y="0"/>
                      <a:pt x="0" y="26384"/>
                      <a:pt x="0" y="59055"/>
                    </a:cubicBezTo>
                    <a:close/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21" name="Полилиния: фигура 39">
                <a:extLst>
                  <a:ext uri="{FF2B5EF4-FFF2-40B4-BE49-F238E27FC236}">
                    <a16:creationId xmlns:a16="http://schemas.microsoft.com/office/drawing/2014/main" id="{B8F92976-70F4-6584-E112-B560DDA5301C}"/>
                  </a:ext>
                </a:extLst>
              </p:cNvPr>
              <p:cNvSpPr/>
              <p:nvPr/>
            </p:nvSpPr>
            <p:spPr>
              <a:xfrm>
                <a:off x="14018219" y="9015697"/>
                <a:ext cx="368141" cy="246030"/>
              </a:xfrm>
              <a:custGeom>
                <a:avLst/>
                <a:gdLst>
                  <a:gd name="connsiteX0" fmla="*/ 0 w 368141"/>
                  <a:gd name="connsiteY0" fmla="*/ 0 h 246030"/>
                  <a:gd name="connsiteX1" fmla="*/ 368141 w 368141"/>
                  <a:gd name="connsiteY1" fmla="*/ 246031 h 246030"/>
                  <a:gd name="connsiteX2" fmla="*/ 368141 w 368141"/>
                  <a:gd name="connsiteY2" fmla="*/ 246031 h 246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8141" h="246030">
                    <a:moveTo>
                      <a:pt x="0" y="0"/>
                    </a:moveTo>
                    <a:cubicBezTo>
                      <a:pt x="63818" y="145161"/>
                      <a:pt x="204692" y="246031"/>
                      <a:pt x="368141" y="246031"/>
                    </a:cubicBezTo>
                    <a:lnTo>
                      <a:pt x="368141" y="246031"/>
                    </a:lnTo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22" name="Полилиния: фигура 40">
                <a:extLst>
                  <a:ext uri="{FF2B5EF4-FFF2-40B4-BE49-F238E27FC236}">
                    <a16:creationId xmlns:a16="http://schemas.microsoft.com/office/drawing/2014/main" id="{5739E934-18A4-A411-10E1-DFB0213635E4}"/>
                  </a:ext>
                </a:extLst>
              </p:cNvPr>
              <p:cNvSpPr/>
              <p:nvPr/>
            </p:nvSpPr>
            <p:spPr>
              <a:xfrm>
                <a:off x="13981738" y="8664701"/>
                <a:ext cx="37052" cy="176117"/>
              </a:xfrm>
              <a:custGeom>
                <a:avLst/>
                <a:gdLst>
                  <a:gd name="connsiteX0" fmla="*/ 37052 w 37052"/>
                  <a:gd name="connsiteY0" fmla="*/ 0 h 176117"/>
                  <a:gd name="connsiteX1" fmla="*/ 0 w 37052"/>
                  <a:gd name="connsiteY1" fmla="*/ 176117 h 176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052" h="176117">
                    <a:moveTo>
                      <a:pt x="37052" y="0"/>
                    </a:moveTo>
                    <a:cubicBezTo>
                      <a:pt x="13335" y="53626"/>
                      <a:pt x="0" y="113252"/>
                      <a:pt x="0" y="176117"/>
                    </a:cubicBezTo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23" name="Полилиния: фигура 41">
                <a:extLst>
                  <a:ext uri="{FF2B5EF4-FFF2-40B4-BE49-F238E27FC236}">
                    <a16:creationId xmlns:a16="http://schemas.microsoft.com/office/drawing/2014/main" id="{EC5649C9-B77D-D60E-8FFE-FC9E1D0D0210}"/>
                  </a:ext>
                </a:extLst>
              </p:cNvPr>
              <p:cNvSpPr/>
              <p:nvPr/>
            </p:nvSpPr>
            <p:spPr>
              <a:xfrm>
                <a:off x="14069845" y="8420004"/>
                <a:ext cx="316515" cy="158781"/>
              </a:xfrm>
              <a:custGeom>
                <a:avLst/>
                <a:gdLst>
                  <a:gd name="connsiteX0" fmla="*/ 316516 w 316515"/>
                  <a:gd name="connsiteY0" fmla="*/ 0 h 158781"/>
                  <a:gd name="connsiteX1" fmla="*/ 316516 w 316515"/>
                  <a:gd name="connsiteY1" fmla="*/ 0 h 158781"/>
                  <a:gd name="connsiteX2" fmla="*/ 0 w 316515"/>
                  <a:gd name="connsiteY2" fmla="*/ 158782 h 158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6515" h="158781">
                    <a:moveTo>
                      <a:pt x="316516" y="0"/>
                    </a:moveTo>
                    <a:lnTo>
                      <a:pt x="316516" y="0"/>
                    </a:lnTo>
                    <a:cubicBezTo>
                      <a:pt x="188309" y="0"/>
                      <a:pt x="74105" y="62008"/>
                      <a:pt x="0" y="158782"/>
                    </a:cubicBezTo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24" name="Полилиния: фигура 42">
                <a:extLst>
                  <a:ext uri="{FF2B5EF4-FFF2-40B4-BE49-F238E27FC236}">
                    <a16:creationId xmlns:a16="http://schemas.microsoft.com/office/drawing/2014/main" id="{AD34C528-6C35-E99B-F019-DCCF8E373EBB}"/>
                  </a:ext>
                </a:extLst>
              </p:cNvPr>
              <p:cNvSpPr/>
              <p:nvPr/>
            </p:nvSpPr>
            <p:spPr>
              <a:xfrm>
                <a:off x="14386361" y="8245735"/>
                <a:ext cx="546727" cy="1190136"/>
              </a:xfrm>
              <a:custGeom>
                <a:avLst/>
                <a:gdLst>
                  <a:gd name="connsiteX0" fmla="*/ 0 w 546727"/>
                  <a:gd name="connsiteY0" fmla="*/ 857306 h 1190136"/>
                  <a:gd name="connsiteX1" fmla="*/ 0 w 546727"/>
                  <a:gd name="connsiteY1" fmla="*/ 1028375 h 1190136"/>
                  <a:gd name="connsiteX2" fmla="*/ 194024 w 546727"/>
                  <a:gd name="connsiteY2" fmla="*/ 1184205 h 1190136"/>
                  <a:gd name="connsiteX3" fmla="*/ 298037 w 546727"/>
                  <a:gd name="connsiteY3" fmla="*/ 1043996 h 1190136"/>
                  <a:gd name="connsiteX4" fmla="*/ 476060 w 546727"/>
                  <a:gd name="connsiteY4" fmla="*/ 788917 h 1190136"/>
                  <a:gd name="connsiteX5" fmla="*/ 448151 w 546727"/>
                  <a:gd name="connsiteY5" fmla="*/ 458780 h 1190136"/>
                  <a:gd name="connsiteX6" fmla="*/ 268891 w 546727"/>
                  <a:gd name="connsiteY6" fmla="*/ 181793 h 1190136"/>
                  <a:gd name="connsiteX7" fmla="*/ 119063 w 546727"/>
                  <a:gd name="connsiteY7" fmla="*/ 1104 h 1190136"/>
                  <a:gd name="connsiteX8" fmla="*/ 0 w 546727"/>
                  <a:gd name="connsiteY8" fmla="*/ 113023 h 1190136"/>
                  <a:gd name="connsiteX9" fmla="*/ 0 w 546727"/>
                  <a:gd name="connsiteY9" fmla="*/ 332955 h 1190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6727" h="1190136">
                    <a:moveTo>
                      <a:pt x="0" y="857306"/>
                    </a:moveTo>
                    <a:lnTo>
                      <a:pt x="0" y="1028375"/>
                    </a:lnTo>
                    <a:cubicBezTo>
                      <a:pt x="0" y="1126102"/>
                      <a:pt x="97441" y="1214113"/>
                      <a:pt x="194024" y="1184205"/>
                    </a:cubicBezTo>
                    <a:cubicBezTo>
                      <a:pt x="254127" y="1165631"/>
                      <a:pt x="297561" y="1109814"/>
                      <a:pt x="298037" y="1043996"/>
                    </a:cubicBezTo>
                    <a:cubicBezTo>
                      <a:pt x="436817" y="1057427"/>
                      <a:pt x="536448" y="913980"/>
                      <a:pt x="476060" y="788917"/>
                    </a:cubicBezTo>
                    <a:cubicBezTo>
                      <a:pt x="581215" y="697572"/>
                      <a:pt x="566642" y="530980"/>
                      <a:pt x="448151" y="458780"/>
                    </a:cubicBezTo>
                    <a:cubicBezTo>
                      <a:pt x="644652" y="346195"/>
                      <a:pt x="459010" y="43109"/>
                      <a:pt x="268891" y="181793"/>
                    </a:cubicBezTo>
                    <a:cubicBezTo>
                      <a:pt x="299942" y="85496"/>
                      <a:pt x="221075" y="-11469"/>
                      <a:pt x="119063" y="1104"/>
                    </a:cubicBezTo>
                    <a:cubicBezTo>
                      <a:pt x="60007" y="8343"/>
                      <a:pt x="10763" y="54444"/>
                      <a:pt x="0" y="113023"/>
                    </a:cubicBezTo>
                    <a:lnTo>
                      <a:pt x="0" y="332955"/>
                    </a:lnTo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25" name="Полилиния: фигура 43">
                <a:extLst>
                  <a:ext uri="{FF2B5EF4-FFF2-40B4-BE49-F238E27FC236}">
                    <a16:creationId xmlns:a16="http://schemas.microsoft.com/office/drawing/2014/main" id="{FEA72715-0B92-07F5-A5C9-C527D2AF8102}"/>
                  </a:ext>
                </a:extLst>
              </p:cNvPr>
              <p:cNvSpPr/>
              <p:nvPr/>
            </p:nvSpPr>
            <p:spPr>
              <a:xfrm>
                <a:off x="14537141" y="8427719"/>
                <a:ext cx="118205" cy="73875"/>
              </a:xfrm>
              <a:custGeom>
                <a:avLst/>
                <a:gdLst>
                  <a:gd name="connsiteX0" fmla="*/ 118205 w 118205"/>
                  <a:gd name="connsiteY0" fmla="*/ 0 h 73875"/>
                  <a:gd name="connsiteX1" fmla="*/ 0 w 118205"/>
                  <a:gd name="connsiteY1" fmla="*/ 73533 h 7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205" h="73875">
                    <a:moveTo>
                      <a:pt x="118205" y="0"/>
                    </a:moveTo>
                    <a:cubicBezTo>
                      <a:pt x="118205" y="0"/>
                      <a:pt x="83725" y="79724"/>
                      <a:pt x="0" y="73533"/>
                    </a:cubicBezTo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26" name="Полилиния: фигура 44">
                <a:extLst>
                  <a:ext uri="{FF2B5EF4-FFF2-40B4-BE49-F238E27FC236}">
                    <a16:creationId xmlns:a16="http://schemas.microsoft.com/office/drawing/2014/main" id="{A64EC3B7-8DE3-429F-B958-25CA955069C5}"/>
                  </a:ext>
                </a:extLst>
              </p:cNvPr>
              <p:cNvSpPr/>
              <p:nvPr/>
            </p:nvSpPr>
            <p:spPr>
              <a:xfrm>
                <a:off x="14669444" y="8664130"/>
                <a:ext cx="165163" cy="47485"/>
              </a:xfrm>
              <a:custGeom>
                <a:avLst/>
                <a:gdLst>
                  <a:gd name="connsiteX0" fmla="*/ 165163 w 165163"/>
                  <a:gd name="connsiteY0" fmla="*/ 40481 h 47485"/>
                  <a:gd name="connsiteX1" fmla="*/ 0 w 165163"/>
                  <a:gd name="connsiteY1" fmla="*/ 0 h 47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63" h="47485">
                    <a:moveTo>
                      <a:pt x="165163" y="40481"/>
                    </a:moveTo>
                    <a:cubicBezTo>
                      <a:pt x="165163" y="40481"/>
                      <a:pt x="58007" y="72390"/>
                      <a:pt x="0" y="0"/>
                    </a:cubicBezTo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27" name="Полилиния: фигура 45">
                <a:extLst>
                  <a:ext uri="{FF2B5EF4-FFF2-40B4-BE49-F238E27FC236}">
                    <a16:creationId xmlns:a16="http://schemas.microsoft.com/office/drawing/2014/main" id="{654A7475-F3C1-A2E9-001C-989BD38EF769}"/>
                  </a:ext>
                </a:extLst>
              </p:cNvPr>
              <p:cNvSpPr/>
              <p:nvPr/>
            </p:nvSpPr>
            <p:spPr>
              <a:xfrm>
                <a:off x="14711639" y="8982170"/>
                <a:ext cx="150875" cy="53823"/>
              </a:xfrm>
              <a:custGeom>
                <a:avLst/>
                <a:gdLst>
                  <a:gd name="connsiteX0" fmla="*/ 150876 w 150875"/>
                  <a:gd name="connsiteY0" fmla="*/ 52578 h 53823"/>
                  <a:gd name="connsiteX1" fmla="*/ 0 w 150875"/>
                  <a:gd name="connsiteY1" fmla="*/ 0 h 53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0875" h="53823">
                    <a:moveTo>
                      <a:pt x="150876" y="52578"/>
                    </a:moveTo>
                    <a:cubicBezTo>
                      <a:pt x="150876" y="52578"/>
                      <a:pt x="43434" y="66675"/>
                      <a:pt x="0" y="0"/>
                    </a:cubicBezTo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  <p:sp>
            <p:nvSpPr>
              <p:cNvPr id="28" name="Полилиния: фигура 46">
                <a:extLst>
                  <a:ext uri="{FF2B5EF4-FFF2-40B4-BE49-F238E27FC236}">
                    <a16:creationId xmlns:a16="http://schemas.microsoft.com/office/drawing/2014/main" id="{1D663E63-C3E7-73FD-50EB-C70F69186E18}"/>
                  </a:ext>
                </a:extLst>
              </p:cNvPr>
              <p:cNvSpPr/>
              <p:nvPr/>
            </p:nvSpPr>
            <p:spPr>
              <a:xfrm>
                <a:off x="14580366" y="9168764"/>
                <a:ext cx="104031" cy="120967"/>
              </a:xfrm>
              <a:custGeom>
                <a:avLst/>
                <a:gdLst>
                  <a:gd name="connsiteX0" fmla="*/ 104031 w 104031"/>
                  <a:gd name="connsiteY0" fmla="*/ 120968 h 120967"/>
                  <a:gd name="connsiteX1" fmla="*/ 114 w 104031"/>
                  <a:gd name="connsiteY1" fmla="*/ 0 h 120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4031" h="120967">
                    <a:moveTo>
                      <a:pt x="104031" y="120968"/>
                    </a:moveTo>
                    <a:cubicBezTo>
                      <a:pt x="104031" y="120968"/>
                      <a:pt x="-3982" y="99346"/>
                      <a:pt x="114" y="0"/>
                    </a:cubicBezTo>
                  </a:path>
                </a:pathLst>
              </a:custGeom>
              <a:grpFill/>
              <a:ln w="1905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800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E3173-B758-3383-4D81-E6744FE62936}"/>
                </a:ext>
              </a:extLst>
            </p:cNvPr>
            <p:cNvSpPr txBox="1"/>
            <p:nvPr/>
          </p:nvSpPr>
          <p:spPr>
            <a:xfrm>
              <a:off x="1808911" y="10771140"/>
              <a:ext cx="400908" cy="409437"/>
            </a:xfrm>
            <a:prstGeom prst="rect">
              <a:avLst/>
            </a:prstGeom>
            <a:grpFill/>
            <a:ln w="19050" cap="rnd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>
                <a:defRPr sz="2800"/>
              </a:lvl1pPr>
            </a:lstStyle>
            <a:p>
              <a:r>
                <a:rPr lang="ru-RU" sz="2000" dirty="0">
                  <a:solidFill>
                    <a:schemeClr val="bg1"/>
                  </a:solidFill>
                  <a:sym typeface="Arial"/>
                </a:rPr>
                <a:t>AI</a:t>
              </a:r>
            </a:p>
          </p:txBody>
        </p:sp>
      </p:grpSp>
      <p:grpSp>
        <p:nvGrpSpPr>
          <p:cNvPr id="46" name="Рисунок 16">
            <a:extLst>
              <a:ext uri="{FF2B5EF4-FFF2-40B4-BE49-F238E27FC236}">
                <a16:creationId xmlns:a16="http://schemas.microsoft.com/office/drawing/2014/main" id="{C0F80551-8CD0-BD78-DFAA-4EAF99AAFE3B}"/>
              </a:ext>
            </a:extLst>
          </p:cNvPr>
          <p:cNvGrpSpPr/>
          <p:nvPr/>
        </p:nvGrpSpPr>
        <p:grpSpPr>
          <a:xfrm>
            <a:off x="6668923" y="2349597"/>
            <a:ext cx="885829" cy="1152484"/>
            <a:chOff x="14996722" y="8058121"/>
            <a:chExt cx="1210722" cy="1575177"/>
          </a:xfrm>
          <a:noFill/>
        </p:grpSpPr>
        <p:sp>
          <p:nvSpPr>
            <p:cNvPr id="47" name="Полилиния: фигура 21">
              <a:extLst>
                <a:ext uri="{FF2B5EF4-FFF2-40B4-BE49-F238E27FC236}">
                  <a16:creationId xmlns:a16="http://schemas.microsoft.com/office/drawing/2014/main" id="{386BB09E-DF04-D6B1-961C-F57D6EBD22E0}"/>
                </a:ext>
              </a:extLst>
            </p:cNvPr>
            <p:cNvSpPr/>
            <p:nvPr/>
          </p:nvSpPr>
          <p:spPr>
            <a:xfrm>
              <a:off x="14996722" y="8750426"/>
              <a:ext cx="377856" cy="741044"/>
            </a:xfrm>
            <a:custGeom>
              <a:avLst/>
              <a:gdLst>
                <a:gd name="connsiteX0" fmla="*/ 0 w 377856"/>
                <a:gd name="connsiteY0" fmla="*/ 741045 h 741044"/>
                <a:gd name="connsiteX1" fmla="*/ 45911 w 377856"/>
                <a:gd name="connsiteY1" fmla="*/ 217075 h 741044"/>
                <a:gd name="connsiteX2" fmla="*/ 377857 w 377856"/>
                <a:gd name="connsiteY2" fmla="*/ 0 h 7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7856" h="741044">
                  <a:moveTo>
                    <a:pt x="0" y="741045"/>
                  </a:moveTo>
                  <a:cubicBezTo>
                    <a:pt x="0" y="709708"/>
                    <a:pt x="45911" y="217075"/>
                    <a:pt x="45911" y="217075"/>
                  </a:cubicBezTo>
                  <a:lnTo>
                    <a:pt x="377857" y="0"/>
                  </a:lnTo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/>
            </a:p>
          </p:txBody>
        </p:sp>
        <p:sp>
          <p:nvSpPr>
            <p:cNvPr id="48" name="Полилиния: фигура 23">
              <a:extLst>
                <a:ext uri="{FF2B5EF4-FFF2-40B4-BE49-F238E27FC236}">
                  <a16:creationId xmlns:a16="http://schemas.microsoft.com/office/drawing/2014/main" id="{383A7745-A3FD-962F-FA64-5B9AD73F57E3}"/>
                </a:ext>
              </a:extLst>
            </p:cNvPr>
            <p:cNvSpPr/>
            <p:nvPr/>
          </p:nvSpPr>
          <p:spPr>
            <a:xfrm>
              <a:off x="15374579" y="8750426"/>
              <a:ext cx="227457" cy="407003"/>
            </a:xfrm>
            <a:custGeom>
              <a:avLst/>
              <a:gdLst>
                <a:gd name="connsiteX0" fmla="*/ 0 w 227457"/>
                <a:gd name="connsiteY0" fmla="*/ 0 h 407003"/>
                <a:gd name="connsiteX1" fmla="*/ 33338 w 227457"/>
                <a:gd name="connsiteY1" fmla="*/ 407003 h 407003"/>
                <a:gd name="connsiteX2" fmla="*/ 227457 w 227457"/>
                <a:gd name="connsiteY2" fmla="*/ 237935 h 407003"/>
                <a:gd name="connsiteX3" fmla="*/ 0 w 227457"/>
                <a:gd name="connsiteY3" fmla="*/ 0 h 40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457" h="407003">
                  <a:moveTo>
                    <a:pt x="0" y="0"/>
                  </a:moveTo>
                  <a:lnTo>
                    <a:pt x="33338" y="407003"/>
                  </a:lnTo>
                  <a:lnTo>
                    <a:pt x="227457" y="23793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/>
            </a:p>
          </p:txBody>
        </p:sp>
        <p:sp>
          <p:nvSpPr>
            <p:cNvPr id="49" name="Полилиния: фигура 24">
              <a:extLst>
                <a:ext uri="{FF2B5EF4-FFF2-40B4-BE49-F238E27FC236}">
                  <a16:creationId xmlns:a16="http://schemas.microsoft.com/office/drawing/2014/main" id="{8BDBEF9C-D817-DF3E-6AF3-5E8E1AB664A3}"/>
                </a:ext>
              </a:extLst>
            </p:cNvPr>
            <p:cNvSpPr/>
            <p:nvPr/>
          </p:nvSpPr>
          <p:spPr>
            <a:xfrm>
              <a:off x="15476783" y="9182480"/>
              <a:ext cx="250507" cy="450818"/>
            </a:xfrm>
            <a:custGeom>
              <a:avLst/>
              <a:gdLst>
                <a:gd name="connsiteX0" fmla="*/ 79343 w 250507"/>
                <a:gd name="connsiteY0" fmla="*/ 0 h 450818"/>
                <a:gd name="connsiteX1" fmla="*/ 0 w 250507"/>
                <a:gd name="connsiteY1" fmla="*/ 308991 h 450818"/>
                <a:gd name="connsiteX2" fmla="*/ 129445 w 250507"/>
                <a:gd name="connsiteY2" fmla="*/ 450818 h 450818"/>
                <a:gd name="connsiteX3" fmla="*/ 250507 w 250507"/>
                <a:gd name="connsiteY3" fmla="*/ 308991 h 450818"/>
                <a:gd name="connsiteX4" fmla="*/ 171164 w 250507"/>
                <a:gd name="connsiteY4" fmla="*/ 0 h 45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507" h="450818">
                  <a:moveTo>
                    <a:pt x="79343" y="0"/>
                  </a:moveTo>
                  <a:lnTo>
                    <a:pt x="0" y="308991"/>
                  </a:lnTo>
                  <a:lnTo>
                    <a:pt x="129445" y="450818"/>
                  </a:lnTo>
                  <a:lnTo>
                    <a:pt x="250507" y="308991"/>
                  </a:lnTo>
                  <a:lnTo>
                    <a:pt x="171164" y="0"/>
                  </a:lnTo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/>
            </a:p>
          </p:txBody>
        </p:sp>
        <p:sp>
          <p:nvSpPr>
            <p:cNvPr id="50" name="Полилиния: фигура 26">
              <a:extLst>
                <a:ext uri="{FF2B5EF4-FFF2-40B4-BE49-F238E27FC236}">
                  <a16:creationId xmlns:a16="http://schemas.microsoft.com/office/drawing/2014/main" id="{1284C276-0936-6107-C596-2EC1E68B1EF1}"/>
                </a:ext>
              </a:extLst>
            </p:cNvPr>
            <p:cNvSpPr/>
            <p:nvPr/>
          </p:nvSpPr>
          <p:spPr>
            <a:xfrm>
              <a:off x="15829588" y="8750426"/>
              <a:ext cx="377856" cy="741044"/>
            </a:xfrm>
            <a:custGeom>
              <a:avLst/>
              <a:gdLst>
                <a:gd name="connsiteX0" fmla="*/ 377857 w 377856"/>
                <a:gd name="connsiteY0" fmla="*/ 741045 h 741044"/>
                <a:gd name="connsiteX1" fmla="*/ 331946 w 377856"/>
                <a:gd name="connsiteY1" fmla="*/ 217075 h 741044"/>
                <a:gd name="connsiteX2" fmla="*/ 0 w 377856"/>
                <a:gd name="connsiteY2" fmla="*/ 0 h 7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7856" h="741044">
                  <a:moveTo>
                    <a:pt x="377857" y="741045"/>
                  </a:moveTo>
                  <a:cubicBezTo>
                    <a:pt x="377857" y="709708"/>
                    <a:pt x="331946" y="217075"/>
                    <a:pt x="331946" y="217075"/>
                  </a:cubicBezTo>
                  <a:lnTo>
                    <a:pt x="0" y="0"/>
                  </a:lnTo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/>
            </a:p>
          </p:txBody>
        </p:sp>
        <p:sp>
          <p:nvSpPr>
            <p:cNvPr id="51" name="Полилиния: фигура 27">
              <a:extLst>
                <a:ext uri="{FF2B5EF4-FFF2-40B4-BE49-F238E27FC236}">
                  <a16:creationId xmlns:a16="http://schemas.microsoft.com/office/drawing/2014/main" id="{991E4A48-534B-0A67-79B7-69615357AEA7}"/>
                </a:ext>
              </a:extLst>
            </p:cNvPr>
            <p:cNvSpPr/>
            <p:nvPr/>
          </p:nvSpPr>
          <p:spPr>
            <a:xfrm>
              <a:off x="15602036" y="8750426"/>
              <a:ext cx="227552" cy="407003"/>
            </a:xfrm>
            <a:custGeom>
              <a:avLst/>
              <a:gdLst>
                <a:gd name="connsiteX0" fmla="*/ 227552 w 227552"/>
                <a:gd name="connsiteY0" fmla="*/ 0 h 407003"/>
                <a:gd name="connsiteX1" fmla="*/ 194120 w 227552"/>
                <a:gd name="connsiteY1" fmla="*/ 407003 h 407003"/>
                <a:gd name="connsiteX2" fmla="*/ 0 w 227552"/>
                <a:gd name="connsiteY2" fmla="*/ 237935 h 407003"/>
                <a:gd name="connsiteX3" fmla="*/ 227552 w 227552"/>
                <a:gd name="connsiteY3" fmla="*/ 0 h 40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552" h="407003">
                  <a:moveTo>
                    <a:pt x="227552" y="0"/>
                  </a:moveTo>
                  <a:lnTo>
                    <a:pt x="194120" y="407003"/>
                  </a:lnTo>
                  <a:lnTo>
                    <a:pt x="0" y="237935"/>
                  </a:lnTo>
                  <a:lnTo>
                    <a:pt x="227552" y="0"/>
                  </a:lnTo>
                  <a:close/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/>
            </a:p>
          </p:txBody>
        </p:sp>
        <p:sp>
          <p:nvSpPr>
            <p:cNvPr id="52" name="Полилиния: фигура 29">
              <a:extLst>
                <a:ext uri="{FF2B5EF4-FFF2-40B4-BE49-F238E27FC236}">
                  <a16:creationId xmlns:a16="http://schemas.microsoft.com/office/drawing/2014/main" id="{262BA0F9-2126-F648-035D-497F46074F0D}"/>
                </a:ext>
              </a:extLst>
            </p:cNvPr>
            <p:cNvSpPr/>
            <p:nvPr/>
          </p:nvSpPr>
          <p:spPr>
            <a:xfrm>
              <a:off x="15498595" y="8988361"/>
              <a:ext cx="206978" cy="194119"/>
            </a:xfrm>
            <a:custGeom>
              <a:avLst/>
              <a:gdLst>
                <a:gd name="connsiteX0" fmla="*/ 103442 w 206978"/>
                <a:gd name="connsiteY0" fmla="*/ 0 h 194119"/>
                <a:gd name="connsiteX1" fmla="*/ 0 w 206978"/>
                <a:gd name="connsiteY1" fmla="*/ 90106 h 194119"/>
                <a:gd name="connsiteX2" fmla="*/ 57531 w 206978"/>
                <a:gd name="connsiteY2" fmla="*/ 194119 h 194119"/>
                <a:gd name="connsiteX3" fmla="*/ 103442 w 206978"/>
                <a:gd name="connsiteY3" fmla="*/ 194119 h 194119"/>
                <a:gd name="connsiteX4" fmla="*/ 149352 w 206978"/>
                <a:gd name="connsiteY4" fmla="*/ 194119 h 194119"/>
                <a:gd name="connsiteX5" fmla="*/ 206978 w 206978"/>
                <a:gd name="connsiteY5" fmla="*/ 90106 h 194119"/>
                <a:gd name="connsiteX6" fmla="*/ 103442 w 206978"/>
                <a:gd name="connsiteY6" fmla="*/ 0 h 194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978" h="194119">
                  <a:moveTo>
                    <a:pt x="103442" y="0"/>
                  </a:moveTo>
                  <a:lnTo>
                    <a:pt x="0" y="90106"/>
                  </a:lnTo>
                  <a:lnTo>
                    <a:pt x="57531" y="194119"/>
                  </a:lnTo>
                  <a:lnTo>
                    <a:pt x="103442" y="194119"/>
                  </a:lnTo>
                  <a:lnTo>
                    <a:pt x="149352" y="194119"/>
                  </a:lnTo>
                  <a:lnTo>
                    <a:pt x="206978" y="90106"/>
                  </a:lnTo>
                  <a:lnTo>
                    <a:pt x="103442" y="0"/>
                  </a:lnTo>
                  <a:close/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/>
            </a:p>
          </p:txBody>
        </p:sp>
        <p:sp>
          <p:nvSpPr>
            <p:cNvPr id="53" name="Полилиния: фигура 30">
              <a:extLst>
                <a:ext uri="{FF2B5EF4-FFF2-40B4-BE49-F238E27FC236}">
                  <a16:creationId xmlns:a16="http://schemas.microsoft.com/office/drawing/2014/main" id="{80C26EA8-09C2-3C3D-05F0-FDC81BC23C74}"/>
                </a:ext>
              </a:extLst>
            </p:cNvPr>
            <p:cNvSpPr/>
            <p:nvPr/>
          </p:nvSpPr>
          <p:spPr>
            <a:xfrm>
              <a:off x="15829589" y="9295923"/>
              <a:ext cx="177450" cy="9525"/>
            </a:xfrm>
            <a:custGeom>
              <a:avLst/>
              <a:gdLst>
                <a:gd name="connsiteX0" fmla="*/ 0 w 177450"/>
                <a:gd name="connsiteY0" fmla="*/ 0 h 9525"/>
                <a:gd name="connsiteX1" fmla="*/ 177451 w 17745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450" h="9525">
                  <a:moveTo>
                    <a:pt x="0" y="0"/>
                  </a:moveTo>
                  <a:lnTo>
                    <a:pt x="177451" y="0"/>
                  </a:lnTo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/>
            </a:p>
          </p:txBody>
        </p:sp>
        <p:sp>
          <p:nvSpPr>
            <p:cNvPr id="54" name="Полилиния: фигура 31">
              <a:extLst>
                <a:ext uri="{FF2B5EF4-FFF2-40B4-BE49-F238E27FC236}">
                  <a16:creationId xmlns:a16="http://schemas.microsoft.com/office/drawing/2014/main" id="{E4DF4B8B-4AF4-DB3E-25E4-CF2FB0FA55BB}"/>
                </a:ext>
              </a:extLst>
            </p:cNvPr>
            <p:cNvSpPr/>
            <p:nvPr/>
          </p:nvSpPr>
          <p:spPr>
            <a:xfrm rot="-3084600">
              <a:off x="15325186" y="8170134"/>
              <a:ext cx="552640" cy="552640"/>
            </a:xfrm>
            <a:custGeom>
              <a:avLst/>
              <a:gdLst>
                <a:gd name="connsiteX0" fmla="*/ 552640 w 552640"/>
                <a:gd name="connsiteY0" fmla="*/ 276320 h 552640"/>
                <a:gd name="connsiteX1" fmla="*/ 276320 w 552640"/>
                <a:gd name="connsiteY1" fmla="*/ 552640 h 552640"/>
                <a:gd name="connsiteX2" fmla="*/ 0 w 552640"/>
                <a:gd name="connsiteY2" fmla="*/ 276320 h 552640"/>
                <a:gd name="connsiteX3" fmla="*/ 276320 w 552640"/>
                <a:gd name="connsiteY3" fmla="*/ 0 h 552640"/>
                <a:gd name="connsiteX4" fmla="*/ 552640 w 552640"/>
                <a:gd name="connsiteY4" fmla="*/ 276320 h 552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640" h="552640">
                  <a:moveTo>
                    <a:pt x="552640" y="276320"/>
                  </a:moveTo>
                  <a:cubicBezTo>
                    <a:pt x="552640" y="428928"/>
                    <a:pt x="428928" y="552640"/>
                    <a:pt x="276320" y="552640"/>
                  </a:cubicBezTo>
                  <a:cubicBezTo>
                    <a:pt x="123713" y="552640"/>
                    <a:pt x="0" y="428928"/>
                    <a:pt x="0" y="276320"/>
                  </a:cubicBezTo>
                  <a:cubicBezTo>
                    <a:pt x="0" y="123713"/>
                    <a:pt x="123713" y="0"/>
                    <a:pt x="276320" y="0"/>
                  </a:cubicBezTo>
                  <a:cubicBezTo>
                    <a:pt x="428928" y="0"/>
                    <a:pt x="552640" y="123713"/>
                    <a:pt x="552640" y="276320"/>
                  </a:cubicBezTo>
                  <a:close/>
                </a:path>
              </a:pathLst>
            </a:custGeom>
            <a:grpFill/>
            <a:ln w="1905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2800"/>
            </a:p>
          </p:txBody>
        </p:sp>
      </p:grpSp>
    </p:spTree>
    <p:extLst>
      <p:ext uri="{BB962C8B-B14F-4D97-AF65-F5344CB8AC3E}">
        <p14:creationId xmlns:p14="http://schemas.microsoft.com/office/powerpoint/2010/main" val="3206495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5A954-C51C-902C-40C7-DC91DB2E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F46609-BAC7-9D09-BD88-B488F81CCBD8}"/>
              </a:ext>
            </a:extLst>
          </p:cNvPr>
          <p:cNvSpPr txBox="1">
            <a:spLocks/>
          </p:cNvSpPr>
          <p:nvPr/>
        </p:nvSpPr>
        <p:spPr>
          <a:xfrm>
            <a:off x="380416" y="411786"/>
            <a:ext cx="15490952" cy="124999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defPPr>
              <a:defRPr lang="en-US"/>
            </a:defPPr>
            <a:lvl1pPr defTabSz="1371783">
              <a:lnSpc>
                <a:spcPct val="80000"/>
              </a:lnSpc>
              <a:spcBef>
                <a:spcPts val="3600"/>
              </a:spcBef>
              <a:buNone/>
              <a:defRPr sz="5000" b="1">
                <a:latin typeface="Arial" panose="020B0604020202020204" pitchFamily="34" charset="0"/>
                <a:ea typeface="PT Root UI Bold" panose="020B0603020202020204" pitchFamily="34" charset="-52"/>
                <a:cs typeface="Arial" panose="020B0604020202020204" pitchFamily="34" charset="0"/>
              </a:defRPr>
            </a:lvl1pPr>
          </a:lstStyle>
          <a:p>
            <a:pPr defTabSz="456880">
              <a:buClr>
                <a:srgbClr val="006EBE"/>
              </a:buClr>
              <a:defRPr/>
            </a:pPr>
            <a:r>
              <a:rPr lang="ru-RU" sz="4597" dirty="0">
                <a:solidFill>
                  <a:srgbClr val="006EBE"/>
                </a:solidFill>
                <a:ea typeface="+mn-ea"/>
              </a:rPr>
              <a:t>Ключевые результаты работы за 2024–2025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30BA248-D371-3451-2D04-69EC7AC579B8}"/>
              </a:ext>
            </a:extLst>
          </p:cNvPr>
          <p:cNvSpPr/>
          <p:nvPr/>
        </p:nvSpPr>
        <p:spPr>
          <a:xfrm>
            <a:off x="4220463" y="1632831"/>
            <a:ext cx="8509635" cy="8192207"/>
          </a:xfrm>
          <a:prstGeom prst="roundRect">
            <a:avLst>
              <a:gd name="adj" fmla="val 5056"/>
            </a:avLst>
          </a:prstGeom>
          <a:solidFill>
            <a:srgbClr val="D6E8F6"/>
          </a:solidFill>
          <a:ln w="50800" cap="flat">
            <a:solidFill>
              <a:srgbClr val="5BAFE3"/>
            </a:solidFill>
            <a:prstDash val="sysDash"/>
            <a:miter/>
          </a:ln>
        </p:spPr>
        <p:txBody>
          <a:bodyPr lIns="72000" tIns="540000" rIns="36000" bIns="0" rtlCol="0" anchor="t"/>
          <a:lstStyle/>
          <a:p>
            <a:pPr marL="0" marR="0" lvl="0" indent="0" algn="ctr" defTabSz="266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29345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80000" indent="-180000" defTabSz="266700">
              <a:spcBef>
                <a:spcPts val="18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Создана </a:t>
            </a:r>
            <a:r>
              <a:rPr lang="ru-RU" sz="1600" b="1" dirty="0"/>
              <a:t>ИТ-архитектура ИС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Повышено </a:t>
            </a:r>
            <a:r>
              <a:rPr lang="ru-RU" sz="1600" b="1" dirty="0"/>
              <a:t>качество и скорость </a:t>
            </a:r>
            <a:r>
              <a:rPr lang="ru-RU" sz="1600" dirty="0"/>
              <a:t>внедрения разработок при </a:t>
            </a:r>
            <a:r>
              <a:rPr lang="ru-RU" sz="1600" b="1" dirty="0"/>
              <a:t>росте производительности труда на 32%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Внедрено </a:t>
            </a:r>
            <a:r>
              <a:rPr lang="ru-RU" sz="1600" b="1" dirty="0"/>
              <a:t>управление проектами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b="1" dirty="0"/>
              <a:t>Новый удобный </a:t>
            </a:r>
            <a:r>
              <a:rPr lang="en-US" sz="1600" b="1" dirty="0">
                <a:latin typeface="Arial" panose="020B0604020202020204"/>
              </a:rPr>
              <a:t>Л</a:t>
            </a:r>
            <a:r>
              <a:rPr lang="ru-RU" sz="1600" b="1" dirty="0">
                <a:latin typeface="Arial" panose="020B0604020202020204"/>
              </a:rPr>
              <a:t>К студента 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>
                <a:latin typeface="Arial" panose="020B0604020202020204"/>
              </a:rPr>
              <a:t>Ц</a:t>
            </a:r>
            <a:r>
              <a:rPr lang="ru-RU" sz="1600" dirty="0"/>
              <a:t>ифровизация </a:t>
            </a:r>
            <a:r>
              <a:rPr lang="ru-RU" sz="1600" b="1" dirty="0"/>
              <a:t>единого </a:t>
            </a:r>
            <a:r>
              <a:rPr lang="ru-RU" sz="1600" b="1" dirty="0">
                <a:latin typeface="Arial" panose="020B0604020202020204"/>
              </a:rPr>
              <a:t>студенческого офиса  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b="1" dirty="0">
                <a:latin typeface="Arial" panose="020B0604020202020204"/>
              </a:rPr>
              <a:t>10+ дашбордов </a:t>
            </a:r>
            <a:r>
              <a:rPr lang="ru-RU" sz="1600" dirty="0"/>
              <a:t>для управления на основе данных 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Внедрена</a:t>
            </a:r>
            <a:r>
              <a:rPr lang="ru-RU" sz="1600" b="1" dirty="0"/>
              <a:t> </a:t>
            </a:r>
            <a:r>
              <a:rPr lang="ru-RU" sz="1600" b="1" dirty="0">
                <a:latin typeface="Arial" panose="020B0604020202020204"/>
              </a:rPr>
              <a:t>система управления расписанием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Создан интегрированный комплекс решений для </a:t>
            </a:r>
            <a:r>
              <a:rPr lang="ru-RU" sz="1600" b="1" dirty="0"/>
              <a:t>Приемной кампании. ПК впервые без замечаний. 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Автоматизирована </a:t>
            </a:r>
            <a:r>
              <a:rPr lang="ru-RU" sz="1600" b="1" dirty="0">
                <a:latin typeface="Arial" panose="020B0604020202020204"/>
              </a:rPr>
              <a:t>БРС на базе СДО </a:t>
            </a:r>
            <a:r>
              <a:rPr lang="ru-RU" sz="1600" b="1" dirty="0" err="1">
                <a:latin typeface="Arial" panose="020B0604020202020204"/>
              </a:rPr>
              <a:t>Мудл</a:t>
            </a:r>
            <a:endParaRPr lang="ru-RU" sz="1600" b="1" dirty="0">
              <a:latin typeface="Arial" panose="020B0604020202020204"/>
            </a:endParaRP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Внедрена</a:t>
            </a:r>
            <a:r>
              <a:rPr lang="ru-RU" sz="1600" b="1" dirty="0"/>
              <a:t> </a:t>
            </a:r>
            <a:r>
              <a:rPr lang="ru-RU" sz="1600" b="1" dirty="0">
                <a:latin typeface="Arial" panose="020B0604020202020204"/>
              </a:rPr>
              <a:t>информационная система «Учебные планы»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b="1" dirty="0">
                <a:latin typeface="Arial" panose="020B0604020202020204"/>
              </a:rPr>
              <a:t>Внедрена система </a:t>
            </a:r>
            <a:r>
              <a:rPr lang="ru-RU" sz="1600" b="1" dirty="0" err="1">
                <a:latin typeface="Arial" panose="020B0604020202020204"/>
              </a:rPr>
              <a:t>элективов</a:t>
            </a:r>
            <a:r>
              <a:rPr lang="ru-RU" sz="1600" b="1" dirty="0">
                <a:latin typeface="Arial" panose="020B0604020202020204"/>
              </a:rPr>
              <a:t> 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b="1" dirty="0">
                <a:latin typeface="Arial" panose="020B0604020202020204"/>
              </a:rPr>
              <a:t>Внедряется система управления нагрузкой 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Внедрен</a:t>
            </a:r>
            <a:r>
              <a:rPr lang="ru-RU" sz="1600" b="1" dirty="0"/>
              <a:t> </a:t>
            </a:r>
            <a:r>
              <a:rPr lang="ru-RU" sz="1600" b="1" dirty="0">
                <a:latin typeface="Arial" panose="020B0604020202020204"/>
              </a:rPr>
              <a:t>электронный документооборот </a:t>
            </a:r>
            <a:r>
              <a:rPr lang="ru-RU" sz="1600" b="1" dirty="0" err="1"/>
              <a:t>Директум</a:t>
            </a:r>
            <a:endParaRPr lang="ru-RU" sz="1600" b="1" dirty="0"/>
          </a:p>
          <a:p>
            <a:pPr marL="180000" lvl="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b="1" dirty="0">
                <a:latin typeface="Arial" panose="020B0604020202020204"/>
              </a:rPr>
              <a:t>Централизованы БГУ/ЗКГУ для московского кампуса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Бесшовный переход всех пользователей </a:t>
            </a:r>
            <a:r>
              <a:rPr lang="ru-RU" sz="1600" b="1" dirty="0">
                <a:latin typeface="Arial" panose="020B0604020202020204"/>
              </a:rPr>
              <a:t>с </a:t>
            </a:r>
            <a:r>
              <a:rPr lang="en-US" sz="1600" b="1" dirty="0">
                <a:latin typeface="Arial" panose="020B0604020202020204"/>
              </a:rPr>
              <a:t>Microsoft</a:t>
            </a:r>
            <a:r>
              <a:rPr lang="ru-RU" sz="1600" b="1" dirty="0">
                <a:latin typeface="Arial" panose="020B0604020202020204"/>
              </a:rPr>
              <a:t> на Яндекс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Разработан комплекс систем под проект </a:t>
            </a:r>
            <a:r>
              <a:rPr lang="ru-RU" sz="1600" b="1" dirty="0">
                <a:latin typeface="Arial" panose="020B0604020202020204"/>
              </a:rPr>
              <a:t>«Демография»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Создан уникальный агрегатор ИИ-сервисов </a:t>
            </a:r>
            <a:r>
              <a:rPr lang="ru-RU" sz="1600" b="1" dirty="0">
                <a:latin typeface="Arial" panose="020B0604020202020204"/>
              </a:rPr>
              <a:t>на базе </a:t>
            </a:r>
            <a:r>
              <a:rPr lang="en" sz="1600" b="1" dirty="0">
                <a:latin typeface="Arial" panose="020B0604020202020204"/>
              </a:rPr>
              <a:t>AI.RANEPA </a:t>
            </a:r>
          </a:p>
          <a:p>
            <a:pPr marL="180000" lvl="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ИИ-</a:t>
            </a:r>
            <a:r>
              <a:rPr lang="ru-RU" sz="1600" b="1" dirty="0">
                <a:latin typeface="Arial" panose="020B0604020202020204"/>
              </a:rPr>
              <a:t>Академий</a:t>
            </a:r>
            <a:r>
              <a:rPr lang="ru-RU" sz="1600" dirty="0"/>
              <a:t> провел 24 000 диалогов с поступающими </a:t>
            </a:r>
          </a:p>
          <a:p>
            <a:pPr marL="180000" indent="-180000" defTabSz="266700">
              <a:spcBef>
                <a:spcPts val="7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Внедряются</a:t>
            </a:r>
            <a:r>
              <a:rPr lang="ru-RU" sz="1600" b="1" dirty="0"/>
              <a:t> </a:t>
            </a:r>
            <a:r>
              <a:rPr lang="ru-RU" sz="1600" b="1" dirty="0">
                <a:latin typeface="Arial" panose="020B0604020202020204"/>
              </a:rPr>
              <a:t>ИИ-помощники в образование и в ИТ </a:t>
            </a:r>
            <a:endParaRPr lang="ru-RU" sz="1600" dirty="0">
              <a:solidFill>
                <a:prstClr val="black"/>
              </a:solidFill>
            </a:endParaRPr>
          </a:p>
          <a:p>
            <a:pPr defTabSz="266700">
              <a:spcBef>
                <a:spcPts val="300"/>
              </a:spcBef>
              <a:buClr>
                <a:schemeClr val="accent2"/>
              </a:buClr>
              <a:defRPr/>
            </a:pPr>
            <a:endParaRPr lang="ru-RU" sz="1600" dirty="0">
              <a:solidFill>
                <a:prstClr val="black"/>
              </a:solidFill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933D16FD-9598-8E8F-0764-2013B141FADB}"/>
              </a:ext>
            </a:extLst>
          </p:cNvPr>
          <p:cNvSpPr/>
          <p:nvPr/>
        </p:nvSpPr>
        <p:spPr>
          <a:xfrm>
            <a:off x="504824" y="1631612"/>
            <a:ext cx="3403527" cy="8192206"/>
          </a:xfrm>
          <a:prstGeom prst="roundRect">
            <a:avLst>
              <a:gd name="adj" fmla="val 11993"/>
            </a:avLst>
          </a:prstGeom>
          <a:solidFill>
            <a:srgbClr val="D6E8F6"/>
          </a:solidFill>
          <a:ln w="50800" cap="flat">
            <a:solidFill>
              <a:srgbClr val="5BAFE3"/>
            </a:solidFill>
            <a:prstDash val="sysDash"/>
            <a:miter/>
          </a:ln>
        </p:spPr>
        <p:txBody>
          <a:bodyPr lIns="72000" tIns="432000" rIns="36000" bIns="0" rtlCol="0" anchor="t"/>
          <a:lstStyle/>
          <a:p>
            <a:pPr marR="0" lvl="0" algn="ctr" defTabSz="266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Инфраструктура</a:t>
            </a:r>
          </a:p>
          <a:p>
            <a:pPr marL="180000" indent="-180000" defTabSz="266700">
              <a:spcBef>
                <a:spcPts val="18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Выстроена </a:t>
            </a:r>
            <a:r>
              <a:rPr lang="ru-RU" sz="1600" b="1" dirty="0">
                <a:latin typeface="Arial" panose="020B0604020202020204"/>
              </a:rPr>
              <a:t>надежная система резервного копирования </a:t>
            </a:r>
          </a:p>
          <a:p>
            <a:pPr marL="180000" lvl="0" indent="-180000" defTabSz="266700">
              <a:spcBef>
                <a:spcPts val="10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b="1" dirty="0"/>
              <a:t>Кратно сокращены сбои </a:t>
            </a:r>
            <a:r>
              <a:rPr lang="ru-RU" sz="1600" dirty="0"/>
              <a:t>информационных систем </a:t>
            </a:r>
            <a:r>
              <a:rPr lang="ru-RU" sz="1600" spc="-60" dirty="0"/>
              <a:t>и </a:t>
            </a:r>
            <a:r>
              <a:rPr lang="ru-RU" sz="1600" b="1" dirty="0"/>
              <a:t>повышена скорость </a:t>
            </a:r>
            <a:r>
              <a:rPr lang="ru-RU" sz="1600" spc="-60" dirty="0"/>
              <a:t>их работы</a:t>
            </a:r>
          </a:p>
          <a:p>
            <a:pPr marL="180000" lvl="0" indent="-180000" defTabSz="266700">
              <a:spcBef>
                <a:spcPts val="10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Выстроена система </a:t>
            </a:r>
            <a:r>
              <a:rPr lang="ru-RU" sz="1600" b="1" dirty="0">
                <a:latin typeface="Arial" panose="020B0604020202020204"/>
              </a:rPr>
              <a:t>мониторинга </a:t>
            </a:r>
            <a:r>
              <a:rPr lang="ru-RU" sz="1600" dirty="0"/>
              <a:t>работоспособности </a:t>
            </a:r>
          </a:p>
          <a:p>
            <a:pPr marL="180000" indent="-180000" defTabSz="266700">
              <a:spcBef>
                <a:spcPts val="10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Выстроена </a:t>
            </a:r>
            <a:r>
              <a:rPr lang="ru-RU" sz="1600" b="1" dirty="0"/>
              <a:t>централизованная </a:t>
            </a:r>
            <a:r>
              <a:rPr lang="ru-RU" sz="1600" b="1" dirty="0" err="1">
                <a:latin typeface="Arial" panose="020B0604020202020204"/>
              </a:rPr>
              <a:t>человекоцентричная</a:t>
            </a:r>
            <a:r>
              <a:rPr lang="ru-RU" sz="1600" b="1" dirty="0">
                <a:latin typeface="Arial" panose="020B0604020202020204"/>
              </a:rPr>
              <a:t> техподдержка </a:t>
            </a:r>
            <a:r>
              <a:rPr lang="ru-RU" sz="1600" dirty="0"/>
              <a:t>– 4,9/5 баллов</a:t>
            </a:r>
          </a:p>
          <a:p>
            <a:pPr marL="0" marR="0" lvl="0" indent="0" algn="l" defTabSz="266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3A76F1AA-CB5E-09C8-4254-6BA687541012}"/>
              </a:ext>
            </a:extLst>
          </p:cNvPr>
          <p:cNvSpPr/>
          <p:nvPr/>
        </p:nvSpPr>
        <p:spPr>
          <a:xfrm>
            <a:off x="1810587" y="1235612"/>
            <a:ext cx="792000" cy="792000"/>
          </a:xfrm>
          <a:prstGeom prst="ellipse">
            <a:avLst/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" sz="3600" b="1" i="0" u="none" strike="noStrike" kern="1200" cap="none" spc="0" normalizeH="0" baseline="0" noProof="0" dirty="0">
                <a:ln w="2540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Montserrat"/>
                <a:cs typeface="Montserrat"/>
                <a:sym typeface="Montserrat"/>
              </a:rPr>
              <a:t>1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D8F9CCAB-5833-C2C8-56C4-0301168E7D3E}"/>
              </a:ext>
            </a:extLst>
          </p:cNvPr>
          <p:cNvSpPr/>
          <p:nvPr/>
        </p:nvSpPr>
        <p:spPr>
          <a:xfrm>
            <a:off x="6658947" y="1235612"/>
            <a:ext cx="792000" cy="792000"/>
          </a:xfrm>
          <a:prstGeom prst="ellipse">
            <a:avLst/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" sz="3600" b="1" i="0" u="none" strike="noStrike" kern="1200" cap="none" spc="0" normalizeH="0" baseline="0" noProof="0" dirty="0">
                <a:ln w="2540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Montserrat"/>
                <a:cs typeface="Montserrat"/>
                <a:sym typeface="Montserrat"/>
              </a:rPr>
              <a:t>2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5D8DAB5-26A9-615F-1657-C014910744FE}"/>
              </a:ext>
            </a:extLst>
          </p:cNvPr>
          <p:cNvSpPr/>
          <p:nvPr/>
        </p:nvSpPr>
        <p:spPr>
          <a:xfrm>
            <a:off x="5045441" y="1690570"/>
            <a:ext cx="4019013" cy="964620"/>
          </a:xfrm>
          <a:prstGeom prst="roundRect">
            <a:avLst>
              <a:gd name="adj" fmla="val 11993"/>
            </a:avLst>
          </a:prstGeom>
          <a:noFill/>
          <a:ln w="6090" cap="flat">
            <a:noFill/>
            <a:prstDash val="solid"/>
            <a:miter/>
          </a:ln>
        </p:spPr>
        <p:txBody>
          <a:bodyPr lIns="0" tIns="432000" rIns="0" rtlCol="0" anchor="t">
            <a:spAutoFit/>
          </a:bodyPr>
          <a:lstStyle/>
          <a:p>
            <a:pPr marL="0" marR="0" lvl="0" indent="0" algn="ctr" defTabSz="266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Цифровые решения</a:t>
            </a:r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F0A53C2E-782F-4DFA-CD3F-828D6F9FEBD1}"/>
              </a:ext>
            </a:extLst>
          </p:cNvPr>
          <p:cNvSpPr/>
          <p:nvPr/>
        </p:nvSpPr>
        <p:spPr>
          <a:xfrm>
            <a:off x="10168977" y="1235612"/>
            <a:ext cx="792000" cy="792000"/>
          </a:xfrm>
          <a:prstGeom prst="ellipse">
            <a:avLst/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" sz="3600" b="1" i="0" u="none" strike="noStrike" kern="1200" cap="none" spc="0" normalizeH="0" baseline="0" noProof="0" dirty="0">
                <a:ln w="2540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Montserrat"/>
                <a:cs typeface="Montserrat"/>
                <a:sym typeface="Montserrat"/>
              </a:rPr>
              <a:t>3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64A3CBA9-6994-AAC7-B4D7-3173B12B36DB}"/>
              </a:ext>
            </a:extLst>
          </p:cNvPr>
          <p:cNvSpPr/>
          <p:nvPr/>
        </p:nvSpPr>
        <p:spPr>
          <a:xfrm>
            <a:off x="13042210" y="1631612"/>
            <a:ext cx="4744139" cy="8192206"/>
          </a:xfrm>
          <a:prstGeom prst="roundRect">
            <a:avLst>
              <a:gd name="adj" fmla="val 7268"/>
            </a:avLst>
          </a:prstGeom>
          <a:solidFill>
            <a:srgbClr val="D6E8F6"/>
          </a:solidFill>
          <a:ln w="50800" cap="flat">
            <a:solidFill>
              <a:srgbClr val="5BAFE3"/>
            </a:solidFill>
            <a:prstDash val="sysDash"/>
            <a:miter/>
          </a:ln>
        </p:spPr>
        <p:txBody>
          <a:bodyPr lIns="72000" tIns="432000" rIns="36000" bIns="0" rtlCol="0" anchor="t"/>
          <a:lstStyle/>
          <a:p>
            <a:pPr marL="0" marR="0" lvl="0" indent="0" algn="ctr" defTabSz="266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Управление ИТ</a:t>
            </a:r>
          </a:p>
          <a:p>
            <a:pPr marL="180000" lvl="0" indent="-180000" defTabSz="266700">
              <a:spcBef>
                <a:spcPts val="18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>
                <a:solidFill>
                  <a:prstClr val="black"/>
                </a:solidFill>
              </a:rPr>
              <a:t>Создана сильная </a:t>
            </a:r>
            <a:r>
              <a:rPr lang="ru-RU" sz="1600" b="1" dirty="0">
                <a:solidFill>
                  <a:srgbClr val="C00000"/>
                </a:solidFill>
                <a:latin typeface="Arial" panose="020B0604020202020204"/>
              </a:rPr>
              <a:t>единая команда Цифрового блока</a:t>
            </a:r>
          </a:p>
          <a:p>
            <a:pPr marL="180000" indent="-180000" defTabSz="266700">
              <a:spcBef>
                <a:spcPts val="10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Обеспеченна прозрачность ИТ-затрат </a:t>
            </a:r>
            <a:br>
              <a:rPr lang="ru-RU" sz="1600" dirty="0"/>
            </a:br>
            <a:r>
              <a:rPr lang="ru-RU" sz="1600" b="1" dirty="0">
                <a:latin typeface="Arial" panose="020B0604020202020204"/>
              </a:rPr>
              <a:t>и впервые посчитана стоимость </a:t>
            </a:r>
            <a:br>
              <a:rPr lang="ru-RU" sz="1600" b="1" dirty="0">
                <a:latin typeface="Arial" panose="020B0604020202020204"/>
              </a:rPr>
            </a:br>
            <a:r>
              <a:rPr lang="ru-RU" sz="1600" b="1" dirty="0">
                <a:latin typeface="Arial" panose="020B0604020202020204"/>
              </a:rPr>
              <a:t>ИТ-функции</a:t>
            </a:r>
          </a:p>
          <a:p>
            <a:pPr marL="180000" indent="-180000" defTabSz="266700">
              <a:spcBef>
                <a:spcPts val="10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Оптимизирована </a:t>
            </a:r>
            <a:r>
              <a:rPr lang="ru-RU" sz="1600" b="1" dirty="0">
                <a:latin typeface="Arial" panose="020B0604020202020204"/>
              </a:rPr>
              <a:t>численность на 17</a:t>
            </a:r>
            <a:r>
              <a:rPr lang="en-US" sz="1600" b="1" dirty="0">
                <a:latin typeface="Arial" panose="020B0604020202020204"/>
              </a:rPr>
              <a:t>%</a:t>
            </a:r>
            <a:r>
              <a:rPr lang="ru-RU" sz="1600" b="1" dirty="0">
                <a:latin typeface="Arial" panose="020B0604020202020204"/>
              </a:rPr>
              <a:t> </a:t>
            </a:r>
            <a:r>
              <a:rPr lang="ru-RU" sz="1600" dirty="0"/>
              <a:t>FTE </a:t>
            </a:r>
            <a:br>
              <a:rPr lang="ru-RU" sz="1600" dirty="0"/>
            </a:br>
            <a:r>
              <a:rPr lang="ru-RU" sz="1600" dirty="0"/>
              <a:t>в Москве при расширении объема работ </a:t>
            </a:r>
            <a:br>
              <a:rPr lang="ru-RU" sz="1600" dirty="0"/>
            </a:br>
            <a:r>
              <a:rPr lang="ru-RU" sz="1600" dirty="0"/>
              <a:t>и повышении качества</a:t>
            </a:r>
          </a:p>
          <a:p>
            <a:pPr marL="180000" indent="-180000" defTabSz="266700">
              <a:spcBef>
                <a:spcPts val="10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Проведена </a:t>
            </a:r>
            <a:r>
              <a:rPr lang="ru-RU" sz="1600" b="1" dirty="0"/>
              <a:t>централизация</a:t>
            </a:r>
            <a:r>
              <a:rPr lang="ru-RU" sz="1600" dirty="0"/>
              <a:t> ИТ-функции </a:t>
            </a:r>
            <a:br>
              <a:rPr lang="ru-RU" sz="1600" dirty="0"/>
            </a:br>
            <a:r>
              <a:rPr lang="ru-RU" sz="1600" dirty="0"/>
              <a:t>в Москве</a:t>
            </a:r>
          </a:p>
          <a:p>
            <a:pPr marL="180000" indent="-180000" defTabSz="266700">
              <a:spcBef>
                <a:spcPts val="10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Утверждены </a:t>
            </a:r>
            <a:r>
              <a:rPr lang="ru-RU" sz="1600" b="1" dirty="0">
                <a:solidFill>
                  <a:srgbClr val="C00000"/>
                </a:solidFill>
              </a:rPr>
              <a:t>ключевые </a:t>
            </a:r>
            <a:r>
              <a:rPr lang="ru-RU" sz="1600" b="1" dirty="0">
                <a:solidFill>
                  <a:srgbClr val="C00000"/>
                </a:solidFill>
                <a:latin typeface="Arial" panose="020B0604020202020204"/>
              </a:rPr>
              <a:t>стандарты </a:t>
            </a:r>
            <a:br>
              <a:rPr lang="ru-RU" sz="1600" b="1" dirty="0">
                <a:solidFill>
                  <a:srgbClr val="C00000"/>
                </a:solidFill>
                <a:latin typeface="Arial" panose="020B0604020202020204"/>
              </a:rPr>
            </a:br>
            <a:r>
              <a:rPr lang="ru-RU" sz="1600" b="1" dirty="0">
                <a:solidFill>
                  <a:srgbClr val="C00000"/>
                </a:solidFill>
                <a:latin typeface="Arial" panose="020B0604020202020204"/>
              </a:rPr>
              <a:t>и процессы</a:t>
            </a:r>
          </a:p>
          <a:p>
            <a:pPr marL="180000" indent="-180000" defTabSz="266700">
              <a:spcBef>
                <a:spcPts val="10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Выстраивается </a:t>
            </a:r>
            <a:r>
              <a:rPr lang="ru-RU" sz="1600" b="1" dirty="0">
                <a:solidFill>
                  <a:srgbClr val="C00000"/>
                </a:solidFill>
              </a:rPr>
              <a:t>тесная работа с филиалами</a:t>
            </a:r>
          </a:p>
          <a:p>
            <a:pPr marL="180000" indent="-180000" defTabSz="266700">
              <a:spcBef>
                <a:spcPts val="10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Регулярно измеряется </a:t>
            </a:r>
            <a:r>
              <a:rPr lang="ru-RU" sz="1600" b="1" dirty="0">
                <a:latin typeface="Arial" panose="020B0604020202020204"/>
              </a:rPr>
              <a:t>удовлетворенность </a:t>
            </a:r>
            <a:r>
              <a:rPr lang="ru-RU" sz="1600" dirty="0"/>
              <a:t>цифровыми сервисами, выстроена </a:t>
            </a:r>
            <a:r>
              <a:rPr lang="ru-RU" sz="1600" b="1" dirty="0">
                <a:latin typeface="Arial" panose="020B0604020202020204"/>
              </a:rPr>
              <a:t>работа с обратной связью</a:t>
            </a:r>
          </a:p>
          <a:p>
            <a:pPr marL="180000" lvl="0" indent="-180000" defTabSz="266700">
              <a:spcBef>
                <a:spcPts val="10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Заключены 6 </a:t>
            </a:r>
            <a:r>
              <a:rPr lang="ru-RU" sz="1600" b="1" dirty="0">
                <a:latin typeface="Arial" panose="020B0604020202020204"/>
              </a:rPr>
              <a:t>стратегических партнерств </a:t>
            </a:r>
            <a:br>
              <a:rPr lang="ru-RU" sz="1600" b="1" dirty="0">
                <a:latin typeface="Arial" panose="020B0604020202020204"/>
              </a:rPr>
            </a:br>
            <a:r>
              <a:rPr lang="ru-RU" sz="1600" b="1" dirty="0">
                <a:latin typeface="Arial" panose="020B0604020202020204"/>
              </a:rPr>
              <a:t>с вендорами</a:t>
            </a:r>
          </a:p>
          <a:p>
            <a:pPr marL="180000" lvl="0" indent="-180000" defTabSz="266700">
              <a:spcBef>
                <a:spcPts val="10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Ведется постоянный </a:t>
            </a:r>
            <a:r>
              <a:rPr lang="ru-RU" sz="1600" b="1" dirty="0">
                <a:latin typeface="Arial" panose="020B0604020202020204"/>
              </a:rPr>
              <a:t>обмен практиками</a:t>
            </a:r>
            <a:r>
              <a:rPr lang="ru-RU" sz="1600" dirty="0"/>
              <a:t> </a:t>
            </a:r>
            <a:br>
              <a:rPr lang="ru-RU" sz="1600" dirty="0"/>
            </a:br>
            <a:r>
              <a:rPr lang="ru-RU" sz="1600" dirty="0"/>
              <a:t>с ведущими вузами</a:t>
            </a:r>
          </a:p>
          <a:p>
            <a:pPr marL="0" marR="0" lvl="0" indent="0" algn="l" defTabSz="266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96625574-5CFA-1312-9E0A-F185E02EA8CF}"/>
              </a:ext>
            </a:extLst>
          </p:cNvPr>
          <p:cNvSpPr>
            <a:spLocks/>
          </p:cNvSpPr>
          <p:nvPr/>
        </p:nvSpPr>
        <p:spPr>
          <a:xfrm>
            <a:off x="15018279" y="1235612"/>
            <a:ext cx="792000" cy="792000"/>
          </a:xfrm>
          <a:prstGeom prst="ellipse">
            <a:avLst/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" sz="3600" b="1" i="0" u="none" strike="noStrike" kern="1200" cap="none" spc="0" normalizeH="0" baseline="0" noProof="0" dirty="0">
                <a:ln w="2540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Montserrat"/>
                <a:cs typeface="Montserrat"/>
                <a:sym typeface="Montserrat"/>
              </a:rPr>
              <a:t>4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E87B5525-C439-EDC1-2B9F-0ED6D04E7BFF}"/>
              </a:ext>
            </a:extLst>
          </p:cNvPr>
          <p:cNvSpPr/>
          <p:nvPr/>
        </p:nvSpPr>
        <p:spPr>
          <a:xfrm>
            <a:off x="9336955" y="1674783"/>
            <a:ext cx="2456043" cy="955883"/>
          </a:xfrm>
          <a:prstGeom prst="roundRect">
            <a:avLst>
              <a:gd name="adj" fmla="val 9775"/>
            </a:avLst>
          </a:prstGeom>
          <a:noFill/>
          <a:ln w="6090" cap="flat">
            <a:noFill/>
            <a:prstDash val="solid"/>
            <a:miter/>
          </a:ln>
        </p:spPr>
        <p:txBody>
          <a:bodyPr wrap="square" lIns="0" tIns="432000" rIns="0" rtlCol="0" anchor="t">
            <a:spAutoFit/>
          </a:bodyPr>
          <a:lstStyle/>
          <a:p>
            <a:pPr marL="0" marR="0" lvl="0" indent="0" algn="ctr" defTabSz="266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Данные</a:t>
            </a:r>
          </a:p>
        </p:txBody>
      </p:sp>
    </p:spTree>
    <p:extLst>
      <p:ext uri="{BB962C8B-B14F-4D97-AF65-F5344CB8AC3E}">
        <p14:creationId xmlns:p14="http://schemas.microsoft.com/office/powerpoint/2010/main" val="61956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80BA82F3-671C-4528-85D9-ACADD1B4A166}"/>
              </a:ext>
            </a:extLst>
          </p:cNvPr>
          <p:cNvCxnSpPr>
            <a:cxnSpLocks/>
          </p:cNvCxnSpPr>
          <p:nvPr/>
        </p:nvCxnSpPr>
        <p:spPr>
          <a:xfrm>
            <a:off x="3888606" y="5731358"/>
            <a:ext cx="158393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F0B7C57-B96E-4A91-BADB-4B8F71A4799C}"/>
              </a:ext>
            </a:extLst>
          </p:cNvPr>
          <p:cNvSpPr txBox="1"/>
          <p:nvPr/>
        </p:nvSpPr>
        <p:spPr>
          <a:xfrm>
            <a:off x="5613178" y="2451540"/>
            <a:ext cx="3842609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700" b="1" dirty="0"/>
              <a:t>Ежедневное</a:t>
            </a:r>
          </a:p>
          <a:p>
            <a:pPr algn="ctr"/>
            <a:r>
              <a:rPr lang="ru-RU" sz="2700" b="1" dirty="0"/>
              <a:t>резервное копирование</a:t>
            </a:r>
          </a:p>
        </p:txBody>
      </p:sp>
      <p:grpSp>
        <p:nvGrpSpPr>
          <p:cNvPr id="153" name="Группа 152">
            <a:extLst>
              <a:ext uri="{FF2B5EF4-FFF2-40B4-BE49-F238E27FC236}">
                <a16:creationId xmlns:a16="http://schemas.microsoft.com/office/drawing/2014/main" id="{FDD36EDD-6753-C0F0-DDE7-E8597D97BDCF}"/>
              </a:ext>
            </a:extLst>
          </p:cNvPr>
          <p:cNvGrpSpPr/>
          <p:nvPr/>
        </p:nvGrpSpPr>
        <p:grpSpPr>
          <a:xfrm>
            <a:off x="9632905" y="4801733"/>
            <a:ext cx="1709077" cy="1938993"/>
            <a:chOff x="9404869" y="4013827"/>
            <a:chExt cx="2222272" cy="2373583"/>
          </a:xfrm>
        </p:grpSpPr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7C4E02F7-6547-4E1E-840F-D04B39251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4869" y="4013827"/>
              <a:ext cx="2222272" cy="684164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 стрелкой 14">
              <a:extLst>
                <a:ext uri="{FF2B5EF4-FFF2-40B4-BE49-F238E27FC236}">
                  <a16:creationId xmlns:a16="http://schemas.microsoft.com/office/drawing/2014/main" id="{8863E033-4E05-433C-A24D-BF01249AA181}"/>
                </a:ext>
              </a:extLst>
            </p:cNvPr>
            <p:cNvCxnSpPr>
              <a:cxnSpLocks/>
            </p:cNvCxnSpPr>
            <p:nvPr/>
          </p:nvCxnSpPr>
          <p:spPr>
            <a:xfrm>
              <a:off x="9404869" y="5469900"/>
              <a:ext cx="2222272" cy="91751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2D86D75-EDC6-4F59-B767-21113A165451}"/>
              </a:ext>
            </a:extLst>
          </p:cNvPr>
          <p:cNvSpPr txBox="1"/>
          <p:nvPr/>
        </p:nvSpPr>
        <p:spPr>
          <a:xfrm>
            <a:off x="12514564" y="2451540"/>
            <a:ext cx="43211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700" b="1" dirty="0"/>
              <a:t>Еженедельное</a:t>
            </a:r>
          </a:p>
          <a:p>
            <a:pPr algn="ctr"/>
            <a:r>
              <a:rPr lang="ru-RU" sz="2700" b="1" dirty="0"/>
              <a:t>резервное копирование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8DEEF0-2078-4185-BE06-0BF2C2DC488B}"/>
              </a:ext>
            </a:extLst>
          </p:cNvPr>
          <p:cNvSpPr txBox="1"/>
          <p:nvPr/>
        </p:nvSpPr>
        <p:spPr>
          <a:xfrm>
            <a:off x="13836508" y="3864890"/>
            <a:ext cx="40001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«Ледяное хранение»</a:t>
            </a:r>
            <a:endParaRPr lang="en-US" sz="2400" dirty="0"/>
          </a:p>
          <a:p>
            <a:r>
              <a:rPr lang="ru-RU" sz="2400" dirty="0"/>
              <a:t>в облаке. </a:t>
            </a:r>
            <a:br>
              <a:rPr lang="ru-RU" sz="2400" dirty="0"/>
            </a:br>
            <a:r>
              <a:rPr lang="ru-RU" sz="2400" dirty="0"/>
              <a:t>Данные «заморожены» от удаления / изменения на 12 месяцев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341DB8-BED7-468A-81A8-37964329F0F3}"/>
              </a:ext>
            </a:extLst>
          </p:cNvPr>
          <p:cNvSpPr txBox="1"/>
          <p:nvPr/>
        </p:nvSpPr>
        <p:spPr>
          <a:xfrm>
            <a:off x="13836508" y="6205674"/>
            <a:ext cx="40001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Хранение кассет в сейфе.</a:t>
            </a:r>
          </a:p>
          <a:p>
            <a:r>
              <a:rPr lang="ru-RU" sz="2400" dirty="0"/>
              <a:t>Кассеты ротируются </a:t>
            </a:r>
            <a:br>
              <a:rPr lang="ru-RU" sz="2400" dirty="0"/>
            </a:br>
            <a:r>
              <a:rPr lang="ru-RU" sz="2400" dirty="0"/>
              <a:t>1 раз в месяц</a:t>
            </a:r>
          </a:p>
          <a:p>
            <a:endParaRPr lang="ru-RU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02DE89-5BFC-4447-BDAC-2305EAF184B4}"/>
              </a:ext>
            </a:extLst>
          </p:cNvPr>
          <p:cNvSpPr txBox="1"/>
          <p:nvPr/>
        </p:nvSpPr>
        <p:spPr>
          <a:xfrm>
            <a:off x="393988" y="2451540"/>
            <a:ext cx="390242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700" b="1" dirty="0"/>
              <a:t>Сервера </a:t>
            </a:r>
            <a:br>
              <a:rPr lang="ru-RU" sz="2700" b="1" dirty="0"/>
            </a:br>
            <a:r>
              <a:rPr lang="ru-RU" sz="2700" b="1" dirty="0"/>
              <a:t>с информационными </a:t>
            </a:r>
            <a:br>
              <a:rPr lang="ru-RU" sz="2700" b="1" dirty="0"/>
            </a:br>
            <a:r>
              <a:rPr lang="ru-RU" sz="2700" b="1" dirty="0"/>
              <a:t>системами</a:t>
            </a: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20BB3BCB-1EE1-B213-83F5-D44831D5EA56}"/>
              </a:ext>
            </a:extLst>
          </p:cNvPr>
          <p:cNvGrpSpPr/>
          <p:nvPr/>
        </p:nvGrpSpPr>
        <p:grpSpPr>
          <a:xfrm>
            <a:off x="1134967" y="4377984"/>
            <a:ext cx="2236990" cy="2629621"/>
            <a:chOff x="4091455" y="5960737"/>
            <a:chExt cx="2236990" cy="2629621"/>
          </a:xfrm>
        </p:grpSpPr>
        <p:grpSp>
          <p:nvGrpSpPr>
            <p:cNvPr id="14" name="Рисунок 9">
              <a:extLst>
                <a:ext uri="{FF2B5EF4-FFF2-40B4-BE49-F238E27FC236}">
                  <a16:creationId xmlns:a16="http://schemas.microsoft.com/office/drawing/2014/main" id="{B2BE34A5-DFC5-7BEB-9D74-FDEEB8C52101}"/>
                </a:ext>
              </a:extLst>
            </p:cNvPr>
            <p:cNvGrpSpPr/>
            <p:nvPr/>
          </p:nvGrpSpPr>
          <p:grpSpPr>
            <a:xfrm>
              <a:off x="4274657" y="6153581"/>
              <a:ext cx="1860944" cy="2044146"/>
              <a:chOff x="4274657" y="6153581"/>
              <a:chExt cx="1860944" cy="2044146"/>
            </a:xfrm>
            <a:noFill/>
          </p:grpSpPr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8C459A3A-9574-0F80-7152-7DEF87912495}"/>
                  </a:ext>
                </a:extLst>
              </p:cNvPr>
              <p:cNvSpPr/>
              <p:nvPr/>
            </p:nvSpPr>
            <p:spPr>
              <a:xfrm>
                <a:off x="4274657" y="6153581"/>
                <a:ext cx="1860944" cy="579689"/>
              </a:xfrm>
              <a:custGeom>
                <a:avLst/>
                <a:gdLst>
                  <a:gd name="connsiteX0" fmla="*/ 1686614 w 1860944"/>
                  <a:gd name="connsiteY0" fmla="*/ 0 h 579689"/>
                  <a:gd name="connsiteX1" fmla="*/ 1860945 w 1860944"/>
                  <a:gd name="connsiteY1" fmla="*/ 174331 h 579689"/>
                  <a:gd name="connsiteX2" fmla="*/ 1860945 w 1860944"/>
                  <a:gd name="connsiteY2" fmla="*/ 405358 h 579689"/>
                  <a:gd name="connsiteX3" fmla="*/ 1686614 w 1860944"/>
                  <a:gd name="connsiteY3" fmla="*/ 579689 h 579689"/>
                  <a:gd name="connsiteX4" fmla="*/ 174331 w 1860944"/>
                  <a:gd name="connsiteY4" fmla="*/ 579689 h 579689"/>
                  <a:gd name="connsiteX5" fmla="*/ 0 w 1860944"/>
                  <a:gd name="connsiteY5" fmla="*/ 405358 h 579689"/>
                  <a:gd name="connsiteX6" fmla="*/ 0 w 1860944"/>
                  <a:gd name="connsiteY6" fmla="*/ 174331 h 579689"/>
                  <a:gd name="connsiteX7" fmla="*/ 174331 w 1860944"/>
                  <a:gd name="connsiteY7" fmla="*/ 0 h 579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60944" h="579689">
                    <a:moveTo>
                      <a:pt x="1686614" y="0"/>
                    </a:moveTo>
                    <a:cubicBezTo>
                      <a:pt x="1782894" y="0"/>
                      <a:pt x="1860945" y="78051"/>
                      <a:pt x="1860945" y="174331"/>
                    </a:cubicBezTo>
                    <a:lnTo>
                      <a:pt x="1860945" y="405358"/>
                    </a:lnTo>
                    <a:cubicBezTo>
                      <a:pt x="1860945" y="501638"/>
                      <a:pt x="1782894" y="579689"/>
                      <a:pt x="1686614" y="579689"/>
                    </a:cubicBezTo>
                    <a:lnTo>
                      <a:pt x="174331" y="579689"/>
                    </a:lnTo>
                    <a:cubicBezTo>
                      <a:pt x="78051" y="579689"/>
                      <a:pt x="0" y="501639"/>
                      <a:pt x="0" y="405358"/>
                    </a:cubicBezTo>
                    <a:lnTo>
                      <a:pt x="0" y="174331"/>
                    </a:lnTo>
                    <a:cubicBezTo>
                      <a:pt x="0" y="78051"/>
                      <a:pt x="78051" y="0"/>
                      <a:pt x="174331" y="0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0CEB62E8-4A4E-7D9F-6256-1011FA4F4FE9}"/>
                  </a:ext>
                </a:extLst>
              </p:cNvPr>
              <p:cNvSpPr/>
              <p:nvPr/>
            </p:nvSpPr>
            <p:spPr>
              <a:xfrm>
                <a:off x="4457473" y="6366867"/>
                <a:ext cx="152732" cy="152732"/>
              </a:xfrm>
              <a:custGeom>
                <a:avLst/>
                <a:gdLst>
                  <a:gd name="connsiteX0" fmla="*/ 152732 w 152732"/>
                  <a:gd name="connsiteY0" fmla="*/ 76366 h 152732"/>
                  <a:gd name="connsiteX1" fmla="*/ 76366 w 152732"/>
                  <a:gd name="connsiteY1" fmla="*/ 152732 h 152732"/>
                  <a:gd name="connsiteX2" fmla="*/ 0 w 152732"/>
                  <a:gd name="connsiteY2" fmla="*/ 76366 h 152732"/>
                  <a:gd name="connsiteX3" fmla="*/ 76366 w 152732"/>
                  <a:gd name="connsiteY3" fmla="*/ 0 h 152732"/>
                  <a:gd name="connsiteX4" fmla="*/ 152732 w 152732"/>
                  <a:gd name="connsiteY4" fmla="*/ 76366 h 15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732" h="152732">
                    <a:moveTo>
                      <a:pt x="152732" y="76366"/>
                    </a:moveTo>
                    <a:cubicBezTo>
                      <a:pt x="152732" y="118542"/>
                      <a:pt x="118542" y="152732"/>
                      <a:pt x="76366" y="152732"/>
                    </a:cubicBezTo>
                    <a:cubicBezTo>
                      <a:pt x="34190" y="152732"/>
                      <a:pt x="0" y="118542"/>
                      <a:pt x="0" y="76366"/>
                    </a:cubicBezTo>
                    <a:cubicBezTo>
                      <a:pt x="0" y="34190"/>
                      <a:pt x="34190" y="0"/>
                      <a:pt x="76366" y="0"/>
                    </a:cubicBezTo>
                    <a:cubicBezTo>
                      <a:pt x="118542" y="0"/>
                      <a:pt x="152732" y="34190"/>
                      <a:pt x="152732" y="76366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A10FDCD3-32C7-71CD-882C-3ABC2200E21C}"/>
                  </a:ext>
                </a:extLst>
              </p:cNvPr>
              <p:cNvSpPr/>
              <p:nvPr/>
            </p:nvSpPr>
            <p:spPr>
              <a:xfrm>
                <a:off x="4701614" y="6366867"/>
                <a:ext cx="152732" cy="152732"/>
              </a:xfrm>
              <a:custGeom>
                <a:avLst/>
                <a:gdLst>
                  <a:gd name="connsiteX0" fmla="*/ 152732 w 152732"/>
                  <a:gd name="connsiteY0" fmla="*/ 76366 h 152732"/>
                  <a:gd name="connsiteX1" fmla="*/ 76366 w 152732"/>
                  <a:gd name="connsiteY1" fmla="*/ 152732 h 152732"/>
                  <a:gd name="connsiteX2" fmla="*/ 0 w 152732"/>
                  <a:gd name="connsiteY2" fmla="*/ 76366 h 152732"/>
                  <a:gd name="connsiteX3" fmla="*/ 76366 w 152732"/>
                  <a:gd name="connsiteY3" fmla="*/ 0 h 152732"/>
                  <a:gd name="connsiteX4" fmla="*/ 152732 w 152732"/>
                  <a:gd name="connsiteY4" fmla="*/ 76366 h 15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732" h="152732">
                    <a:moveTo>
                      <a:pt x="152732" y="76366"/>
                    </a:moveTo>
                    <a:cubicBezTo>
                      <a:pt x="152732" y="118542"/>
                      <a:pt x="118542" y="152732"/>
                      <a:pt x="76366" y="152732"/>
                    </a:cubicBezTo>
                    <a:cubicBezTo>
                      <a:pt x="34190" y="152732"/>
                      <a:pt x="0" y="118542"/>
                      <a:pt x="0" y="76366"/>
                    </a:cubicBezTo>
                    <a:cubicBezTo>
                      <a:pt x="0" y="34190"/>
                      <a:pt x="34190" y="0"/>
                      <a:pt x="76366" y="0"/>
                    </a:cubicBezTo>
                    <a:cubicBezTo>
                      <a:pt x="118542" y="0"/>
                      <a:pt x="152732" y="34190"/>
                      <a:pt x="152732" y="76366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E498A548-84FB-887B-B0AF-BA45812EF534}"/>
                  </a:ext>
                </a:extLst>
              </p:cNvPr>
              <p:cNvSpPr/>
              <p:nvPr/>
            </p:nvSpPr>
            <p:spPr>
              <a:xfrm>
                <a:off x="5006693" y="6153581"/>
                <a:ext cx="38568" cy="579689"/>
              </a:xfrm>
              <a:custGeom>
                <a:avLst/>
                <a:gdLst>
                  <a:gd name="connsiteX0" fmla="*/ 0 w 38568"/>
                  <a:gd name="connsiteY0" fmla="*/ 0 h 579689"/>
                  <a:gd name="connsiteX1" fmla="*/ 0 w 38568"/>
                  <a:gd name="connsiteY1" fmla="*/ 579689 h 579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568" h="579689">
                    <a:moveTo>
                      <a:pt x="0" y="0"/>
                    </a:moveTo>
                    <a:lnTo>
                      <a:pt x="0" y="579689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519A5D75-668E-18B7-6E30-60F101B74579}"/>
                  </a:ext>
                </a:extLst>
              </p:cNvPr>
              <p:cNvSpPr/>
              <p:nvPr/>
            </p:nvSpPr>
            <p:spPr>
              <a:xfrm>
                <a:off x="5281303" y="6458661"/>
                <a:ext cx="610158" cy="38568"/>
              </a:xfrm>
              <a:custGeom>
                <a:avLst/>
                <a:gdLst>
                  <a:gd name="connsiteX0" fmla="*/ 0 w 610158"/>
                  <a:gd name="connsiteY0" fmla="*/ 0 h 38568"/>
                  <a:gd name="connsiteX1" fmla="*/ 610158 w 610158"/>
                  <a:gd name="connsiteY1" fmla="*/ 0 h 38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10158" h="38568">
                    <a:moveTo>
                      <a:pt x="0" y="0"/>
                    </a:moveTo>
                    <a:lnTo>
                      <a:pt x="610158" y="0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FE0C2F9B-6E5C-69B8-DB2B-0333BAB01272}"/>
                  </a:ext>
                </a:extLst>
              </p:cNvPr>
              <p:cNvSpPr/>
              <p:nvPr/>
            </p:nvSpPr>
            <p:spPr>
              <a:xfrm>
                <a:off x="4487943" y="6733270"/>
                <a:ext cx="38568" cy="152732"/>
              </a:xfrm>
              <a:custGeom>
                <a:avLst/>
                <a:gdLst>
                  <a:gd name="connsiteX0" fmla="*/ 0 w 38568"/>
                  <a:gd name="connsiteY0" fmla="*/ 0 h 152732"/>
                  <a:gd name="connsiteX1" fmla="*/ 0 w 38568"/>
                  <a:gd name="connsiteY1" fmla="*/ 152732 h 15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568" h="152732">
                    <a:moveTo>
                      <a:pt x="0" y="0"/>
                    </a:moveTo>
                    <a:lnTo>
                      <a:pt x="0" y="152732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D2205C60-1CE1-8772-8AB0-1BEA219D5FD5}"/>
                  </a:ext>
                </a:extLst>
              </p:cNvPr>
              <p:cNvSpPr/>
              <p:nvPr/>
            </p:nvSpPr>
            <p:spPr>
              <a:xfrm>
                <a:off x="5952400" y="6733270"/>
                <a:ext cx="38568" cy="152732"/>
              </a:xfrm>
              <a:custGeom>
                <a:avLst/>
                <a:gdLst>
                  <a:gd name="connsiteX0" fmla="*/ 0 w 38568"/>
                  <a:gd name="connsiteY0" fmla="*/ 0 h 152732"/>
                  <a:gd name="connsiteX1" fmla="*/ 0 w 38568"/>
                  <a:gd name="connsiteY1" fmla="*/ 152732 h 15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568" h="152732">
                    <a:moveTo>
                      <a:pt x="0" y="0"/>
                    </a:moveTo>
                    <a:lnTo>
                      <a:pt x="0" y="152732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39D83DD5-9D16-A426-5863-6AB4F8F1CFA1}"/>
                  </a:ext>
                </a:extLst>
              </p:cNvPr>
              <p:cNvSpPr/>
              <p:nvPr/>
            </p:nvSpPr>
            <p:spPr>
              <a:xfrm>
                <a:off x="4274657" y="6886003"/>
                <a:ext cx="1860944" cy="579689"/>
              </a:xfrm>
              <a:custGeom>
                <a:avLst/>
                <a:gdLst>
                  <a:gd name="connsiteX0" fmla="*/ 1686614 w 1860944"/>
                  <a:gd name="connsiteY0" fmla="*/ 0 h 579689"/>
                  <a:gd name="connsiteX1" fmla="*/ 1860945 w 1860944"/>
                  <a:gd name="connsiteY1" fmla="*/ 174331 h 579689"/>
                  <a:gd name="connsiteX2" fmla="*/ 1860945 w 1860944"/>
                  <a:gd name="connsiteY2" fmla="*/ 405358 h 579689"/>
                  <a:gd name="connsiteX3" fmla="*/ 1686614 w 1860944"/>
                  <a:gd name="connsiteY3" fmla="*/ 579689 h 579689"/>
                  <a:gd name="connsiteX4" fmla="*/ 174331 w 1860944"/>
                  <a:gd name="connsiteY4" fmla="*/ 579689 h 579689"/>
                  <a:gd name="connsiteX5" fmla="*/ 0 w 1860944"/>
                  <a:gd name="connsiteY5" fmla="*/ 405358 h 579689"/>
                  <a:gd name="connsiteX6" fmla="*/ 0 w 1860944"/>
                  <a:gd name="connsiteY6" fmla="*/ 174331 h 579689"/>
                  <a:gd name="connsiteX7" fmla="*/ 174331 w 1860944"/>
                  <a:gd name="connsiteY7" fmla="*/ 0 h 579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60944" h="579689">
                    <a:moveTo>
                      <a:pt x="1686614" y="0"/>
                    </a:moveTo>
                    <a:cubicBezTo>
                      <a:pt x="1782894" y="0"/>
                      <a:pt x="1860945" y="78051"/>
                      <a:pt x="1860945" y="174331"/>
                    </a:cubicBezTo>
                    <a:lnTo>
                      <a:pt x="1860945" y="405358"/>
                    </a:lnTo>
                    <a:cubicBezTo>
                      <a:pt x="1860945" y="501638"/>
                      <a:pt x="1782894" y="579689"/>
                      <a:pt x="1686614" y="579689"/>
                    </a:cubicBezTo>
                    <a:lnTo>
                      <a:pt x="174331" y="579689"/>
                    </a:lnTo>
                    <a:cubicBezTo>
                      <a:pt x="78051" y="579689"/>
                      <a:pt x="0" y="501638"/>
                      <a:pt x="0" y="405358"/>
                    </a:cubicBezTo>
                    <a:lnTo>
                      <a:pt x="0" y="174331"/>
                    </a:lnTo>
                    <a:cubicBezTo>
                      <a:pt x="0" y="78051"/>
                      <a:pt x="78051" y="0"/>
                      <a:pt x="174331" y="0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2EB33BA4-6219-759A-5325-13A5553D46EA}"/>
                  </a:ext>
                </a:extLst>
              </p:cNvPr>
              <p:cNvSpPr/>
              <p:nvPr/>
            </p:nvSpPr>
            <p:spPr>
              <a:xfrm>
                <a:off x="4457473" y="7099288"/>
                <a:ext cx="152732" cy="152732"/>
              </a:xfrm>
              <a:custGeom>
                <a:avLst/>
                <a:gdLst>
                  <a:gd name="connsiteX0" fmla="*/ 152732 w 152732"/>
                  <a:gd name="connsiteY0" fmla="*/ 76366 h 152732"/>
                  <a:gd name="connsiteX1" fmla="*/ 76366 w 152732"/>
                  <a:gd name="connsiteY1" fmla="*/ 152732 h 152732"/>
                  <a:gd name="connsiteX2" fmla="*/ 0 w 152732"/>
                  <a:gd name="connsiteY2" fmla="*/ 76366 h 152732"/>
                  <a:gd name="connsiteX3" fmla="*/ 76366 w 152732"/>
                  <a:gd name="connsiteY3" fmla="*/ 0 h 152732"/>
                  <a:gd name="connsiteX4" fmla="*/ 152732 w 152732"/>
                  <a:gd name="connsiteY4" fmla="*/ 76366 h 15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732" h="152732">
                    <a:moveTo>
                      <a:pt x="152732" y="76366"/>
                    </a:moveTo>
                    <a:cubicBezTo>
                      <a:pt x="152732" y="118542"/>
                      <a:pt x="118542" y="152732"/>
                      <a:pt x="76366" y="152732"/>
                    </a:cubicBezTo>
                    <a:cubicBezTo>
                      <a:pt x="34190" y="152732"/>
                      <a:pt x="0" y="118542"/>
                      <a:pt x="0" y="76366"/>
                    </a:cubicBezTo>
                    <a:cubicBezTo>
                      <a:pt x="0" y="34190"/>
                      <a:pt x="34190" y="0"/>
                      <a:pt x="76366" y="0"/>
                    </a:cubicBezTo>
                    <a:cubicBezTo>
                      <a:pt x="118542" y="0"/>
                      <a:pt x="152732" y="34190"/>
                      <a:pt x="152732" y="76366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3D0C1C81-A936-4D14-E159-3C981112C904}"/>
                  </a:ext>
                </a:extLst>
              </p:cNvPr>
              <p:cNvSpPr/>
              <p:nvPr/>
            </p:nvSpPr>
            <p:spPr>
              <a:xfrm>
                <a:off x="4701614" y="7099288"/>
                <a:ext cx="152732" cy="152732"/>
              </a:xfrm>
              <a:custGeom>
                <a:avLst/>
                <a:gdLst>
                  <a:gd name="connsiteX0" fmla="*/ 152732 w 152732"/>
                  <a:gd name="connsiteY0" fmla="*/ 76366 h 152732"/>
                  <a:gd name="connsiteX1" fmla="*/ 76366 w 152732"/>
                  <a:gd name="connsiteY1" fmla="*/ 152732 h 152732"/>
                  <a:gd name="connsiteX2" fmla="*/ 0 w 152732"/>
                  <a:gd name="connsiteY2" fmla="*/ 76366 h 152732"/>
                  <a:gd name="connsiteX3" fmla="*/ 76366 w 152732"/>
                  <a:gd name="connsiteY3" fmla="*/ 0 h 152732"/>
                  <a:gd name="connsiteX4" fmla="*/ 152732 w 152732"/>
                  <a:gd name="connsiteY4" fmla="*/ 76366 h 15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732" h="152732">
                    <a:moveTo>
                      <a:pt x="152732" y="76366"/>
                    </a:moveTo>
                    <a:cubicBezTo>
                      <a:pt x="152732" y="118542"/>
                      <a:pt x="118542" y="152732"/>
                      <a:pt x="76366" y="152732"/>
                    </a:cubicBezTo>
                    <a:cubicBezTo>
                      <a:pt x="34190" y="152732"/>
                      <a:pt x="0" y="118542"/>
                      <a:pt x="0" y="76366"/>
                    </a:cubicBezTo>
                    <a:cubicBezTo>
                      <a:pt x="0" y="34190"/>
                      <a:pt x="34190" y="0"/>
                      <a:pt x="76366" y="0"/>
                    </a:cubicBezTo>
                    <a:cubicBezTo>
                      <a:pt x="118542" y="0"/>
                      <a:pt x="152732" y="34190"/>
                      <a:pt x="152732" y="76366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A0E16AC7-5BCE-0BF5-304A-B42D40B6CFA5}"/>
                  </a:ext>
                </a:extLst>
              </p:cNvPr>
              <p:cNvSpPr/>
              <p:nvPr/>
            </p:nvSpPr>
            <p:spPr>
              <a:xfrm>
                <a:off x="5006693" y="6886003"/>
                <a:ext cx="38568" cy="579303"/>
              </a:xfrm>
              <a:custGeom>
                <a:avLst/>
                <a:gdLst>
                  <a:gd name="connsiteX0" fmla="*/ 0 w 38568"/>
                  <a:gd name="connsiteY0" fmla="*/ 0 h 579303"/>
                  <a:gd name="connsiteX1" fmla="*/ 0 w 38568"/>
                  <a:gd name="connsiteY1" fmla="*/ 579303 h 579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568" h="579303">
                    <a:moveTo>
                      <a:pt x="0" y="0"/>
                    </a:moveTo>
                    <a:lnTo>
                      <a:pt x="0" y="579303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: фигура 31">
                <a:extLst>
                  <a:ext uri="{FF2B5EF4-FFF2-40B4-BE49-F238E27FC236}">
                    <a16:creationId xmlns:a16="http://schemas.microsoft.com/office/drawing/2014/main" id="{D8EA6793-24D8-83F3-A751-786C066631AB}"/>
                  </a:ext>
                </a:extLst>
              </p:cNvPr>
              <p:cNvSpPr/>
              <p:nvPr/>
            </p:nvSpPr>
            <p:spPr>
              <a:xfrm>
                <a:off x="5281303" y="7191082"/>
                <a:ext cx="610158" cy="38568"/>
              </a:xfrm>
              <a:custGeom>
                <a:avLst/>
                <a:gdLst>
                  <a:gd name="connsiteX0" fmla="*/ 0 w 610158"/>
                  <a:gd name="connsiteY0" fmla="*/ 0 h 38568"/>
                  <a:gd name="connsiteX1" fmla="*/ 610158 w 610158"/>
                  <a:gd name="connsiteY1" fmla="*/ 0 h 38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10158" h="38568">
                    <a:moveTo>
                      <a:pt x="0" y="0"/>
                    </a:moveTo>
                    <a:lnTo>
                      <a:pt x="610158" y="0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: фигура 32">
                <a:extLst>
                  <a:ext uri="{FF2B5EF4-FFF2-40B4-BE49-F238E27FC236}">
                    <a16:creationId xmlns:a16="http://schemas.microsoft.com/office/drawing/2014/main" id="{21BAD652-B3BF-BEE4-93E6-02FAABC88F6D}"/>
                  </a:ext>
                </a:extLst>
              </p:cNvPr>
              <p:cNvSpPr/>
              <p:nvPr/>
            </p:nvSpPr>
            <p:spPr>
              <a:xfrm>
                <a:off x="4487943" y="7465306"/>
                <a:ext cx="38568" cy="152732"/>
              </a:xfrm>
              <a:custGeom>
                <a:avLst/>
                <a:gdLst>
                  <a:gd name="connsiteX0" fmla="*/ 0 w 38568"/>
                  <a:gd name="connsiteY0" fmla="*/ 0 h 152732"/>
                  <a:gd name="connsiteX1" fmla="*/ 0 w 38568"/>
                  <a:gd name="connsiteY1" fmla="*/ 152733 h 15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568" h="152732">
                    <a:moveTo>
                      <a:pt x="0" y="0"/>
                    </a:moveTo>
                    <a:lnTo>
                      <a:pt x="0" y="152733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: фигура 33">
                <a:extLst>
                  <a:ext uri="{FF2B5EF4-FFF2-40B4-BE49-F238E27FC236}">
                    <a16:creationId xmlns:a16="http://schemas.microsoft.com/office/drawing/2014/main" id="{DAEC759F-7F4D-DEA7-6693-FF33F21D4812}"/>
                  </a:ext>
                </a:extLst>
              </p:cNvPr>
              <p:cNvSpPr/>
              <p:nvPr/>
            </p:nvSpPr>
            <p:spPr>
              <a:xfrm>
                <a:off x="5952400" y="7465306"/>
                <a:ext cx="38568" cy="152732"/>
              </a:xfrm>
              <a:custGeom>
                <a:avLst/>
                <a:gdLst>
                  <a:gd name="connsiteX0" fmla="*/ 0 w 38568"/>
                  <a:gd name="connsiteY0" fmla="*/ 0 h 152732"/>
                  <a:gd name="connsiteX1" fmla="*/ 0 w 38568"/>
                  <a:gd name="connsiteY1" fmla="*/ 152733 h 15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568" h="152732">
                    <a:moveTo>
                      <a:pt x="0" y="0"/>
                    </a:moveTo>
                    <a:lnTo>
                      <a:pt x="0" y="152733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: фигура 34">
                <a:extLst>
                  <a:ext uri="{FF2B5EF4-FFF2-40B4-BE49-F238E27FC236}">
                    <a16:creationId xmlns:a16="http://schemas.microsoft.com/office/drawing/2014/main" id="{E3058D2C-30BD-8408-0525-D9FA3757E7DE}"/>
                  </a:ext>
                </a:extLst>
              </p:cNvPr>
              <p:cNvSpPr/>
              <p:nvPr/>
            </p:nvSpPr>
            <p:spPr>
              <a:xfrm>
                <a:off x="4274657" y="7618039"/>
                <a:ext cx="1860944" cy="579689"/>
              </a:xfrm>
              <a:custGeom>
                <a:avLst/>
                <a:gdLst>
                  <a:gd name="connsiteX0" fmla="*/ 1686614 w 1860944"/>
                  <a:gd name="connsiteY0" fmla="*/ 0 h 579689"/>
                  <a:gd name="connsiteX1" fmla="*/ 1860945 w 1860944"/>
                  <a:gd name="connsiteY1" fmla="*/ 174331 h 579689"/>
                  <a:gd name="connsiteX2" fmla="*/ 1860945 w 1860944"/>
                  <a:gd name="connsiteY2" fmla="*/ 405358 h 579689"/>
                  <a:gd name="connsiteX3" fmla="*/ 1686614 w 1860944"/>
                  <a:gd name="connsiteY3" fmla="*/ 579689 h 579689"/>
                  <a:gd name="connsiteX4" fmla="*/ 174331 w 1860944"/>
                  <a:gd name="connsiteY4" fmla="*/ 579689 h 579689"/>
                  <a:gd name="connsiteX5" fmla="*/ 0 w 1860944"/>
                  <a:gd name="connsiteY5" fmla="*/ 405358 h 579689"/>
                  <a:gd name="connsiteX6" fmla="*/ 0 w 1860944"/>
                  <a:gd name="connsiteY6" fmla="*/ 174331 h 579689"/>
                  <a:gd name="connsiteX7" fmla="*/ 174331 w 1860944"/>
                  <a:gd name="connsiteY7" fmla="*/ 0 h 579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60944" h="579689">
                    <a:moveTo>
                      <a:pt x="1686614" y="0"/>
                    </a:moveTo>
                    <a:cubicBezTo>
                      <a:pt x="1782894" y="0"/>
                      <a:pt x="1860945" y="78051"/>
                      <a:pt x="1860945" y="174331"/>
                    </a:cubicBezTo>
                    <a:lnTo>
                      <a:pt x="1860945" y="405358"/>
                    </a:lnTo>
                    <a:cubicBezTo>
                      <a:pt x="1860945" y="501639"/>
                      <a:pt x="1782894" y="579689"/>
                      <a:pt x="1686614" y="579689"/>
                    </a:cubicBezTo>
                    <a:lnTo>
                      <a:pt x="174331" y="579689"/>
                    </a:lnTo>
                    <a:cubicBezTo>
                      <a:pt x="78051" y="579689"/>
                      <a:pt x="0" y="501639"/>
                      <a:pt x="0" y="405358"/>
                    </a:cubicBezTo>
                    <a:lnTo>
                      <a:pt x="0" y="174331"/>
                    </a:lnTo>
                    <a:cubicBezTo>
                      <a:pt x="0" y="78051"/>
                      <a:pt x="78051" y="0"/>
                      <a:pt x="174331" y="0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: фигура 35">
                <a:extLst>
                  <a:ext uri="{FF2B5EF4-FFF2-40B4-BE49-F238E27FC236}">
                    <a16:creationId xmlns:a16="http://schemas.microsoft.com/office/drawing/2014/main" id="{51872B64-CCB0-5BC4-8528-1A8D9B79183D}"/>
                  </a:ext>
                </a:extLst>
              </p:cNvPr>
              <p:cNvSpPr/>
              <p:nvPr/>
            </p:nvSpPr>
            <p:spPr>
              <a:xfrm>
                <a:off x="4457473" y="7831710"/>
                <a:ext cx="152732" cy="152732"/>
              </a:xfrm>
              <a:custGeom>
                <a:avLst/>
                <a:gdLst>
                  <a:gd name="connsiteX0" fmla="*/ 152732 w 152732"/>
                  <a:gd name="connsiteY0" fmla="*/ 76366 h 152732"/>
                  <a:gd name="connsiteX1" fmla="*/ 76366 w 152732"/>
                  <a:gd name="connsiteY1" fmla="*/ 152733 h 152732"/>
                  <a:gd name="connsiteX2" fmla="*/ 0 w 152732"/>
                  <a:gd name="connsiteY2" fmla="*/ 76366 h 152732"/>
                  <a:gd name="connsiteX3" fmla="*/ 76366 w 152732"/>
                  <a:gd name="connsiteY3" fmla="*/ 0 h 152732"/>
                  <a:gd name="connsiteX4" fmla="*/ 152732 w 152732"/>
                  <a:gd name="connsiteY4" fmla="*/ 76366 h 15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732" h="152732">
                    <a:moveTo>
                      <a:pt x="152732" y="76366"/>
                    </a:moveTo>
                    <a:cubicBezTo>
                      <a:pt x="152732" y="118542"/>
                      <a:pt x="118542" y="152733"/>
                      <a:pt x="76366" y="152733"/>
                    </a:cubicBezTo>
                    <a:cubicBezTo>
                      <a:pt x="34190" y="152733"/>
                      <a:pt x="0" y="118542"/>
                      <a:pt x="0" y="76366"/>
                    </a:cubicBezTo>
                    <a:cubicBezTo>
                      <a:pt x="0" y="34190"/>
                      <a:pt x="34190" y="0"/>
                      <a:pt x="76366" y="0"/>
                    </a:cubicBezTo>
                    <a:cubicBezTo>
                      <a:pt x="118542" y="0"/>
                      <a:pt x="152732" y="34190"/>
                      <a:pt x="152732" y="76366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AB47331C-E04A-F741-E666-6DE2D7C8974D}"/>
                  </a:ext>
                </a:extLst>
              </p:cNvPr>
              <p:cNvSpPr/>
              <p:nvPr/>
            </p:nvSpPr>
            <p:spPr>
              <a:xfrm>
                <a:off x="4701614" y="7831710"/>
                <a:ext cx="152732" cy="152732"/>
              </a:xfrm>
              <a:custGeom>
                <a:avLst/>
                <a:gdLst>
                  <a:gd name="connsiteX0" fmla="*/ 152732 w 152732"/>
                  <a:gd name="connsiteY0" fmla="*/ 76366 h 152732"/>
                  <a:gd name="connsiteX1" fmla="*/ 76366 w 152732"/>
                  <a:gd name="connsiteY1" fmla="*/ 152733 h 152732"/>
                  <a:gd name="connsiteX2" fmla="*/ 0 w 152732"/>
                  <a:gd name="connsiteY2" fmla="*/ 76366 h 152732"/>
                  <a:gd name="connsiteX3" fmla="*/ 76366 w 152732"/>
                  <a:gd name="connsiteY3" fmla="*/ 0 h 152732"/>
                  <a:gd name="connsiteX4" fmla="*/ 152732 w 152732"/>
                  <a:gd name="connsiteY4" fmla="*/ 76366 h 15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732" h="152732">
                    <a:moveTo>
                      <a:pt x="152732" y="76366"/>
                    </a:moveTo>
                    <a:cubicBezTo>
                      <a:pt x="152732" y="118542"/>
                      <a:pt x="118542" y="152733"/>
                      <a:pt x="76366" y="152733"/>
                    </a:cubicBezTo>
                    <a:cubicBezTo>
                      <a:pt x="34190" y="152733"/>
                      <a:pt x="0" y="118542"/>
                      <a:pt x="0" y="76366"/>
                    </a:cubicBezTo>
                    <a:cubicBezTo>
                      <a:pt x="0" y="34190"/>
                      <a:pt x="34190" y="0"/>
                      <a:pt x="76366" y="0"/>
                    </a:cubicBezTo>
                    <a:cubicBezTo>
                      <a:pt x="118542" y="0"/>
                      <a:pt x="152732" y="34190"/>
                      <a:pt x="152732" y="76366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: фигура 37">
                <a:extLst>
                  <a:ext uri="{FF2B5EF4-FFF2-40B4-BE49-F238E27FC236}">
                    <a16:creationId xmlns:a16="http://schemas.microsoft.com/office/drawing/2014/main" id="{A2382965-0DFC-91AA-DDE7-C3768F28D740}"/>
                  </a:ext>
                </a:extLst>
              </p:cNvPr>
              <p:cNvSpPr/>
              <p:nvPr/>
            </p:nvSpPr>
            <p:spPr>
              <a:xfrm>
                <a:off x="5006693" y="7618039"/>
                <a:ext cx="38568" cy="579689"/>
              </a:xfrm>
              <a:custGeom>
                <a:avLst/>
                <a:gdLst>
                  <a:gd name="connsiteX0" fmla="*/ 0 w 38568"/>
                  <a:gd name="connsiteY0" fmla="*/ 0 h 579689"/>
                  <a:gd name="connsiteX1" fmla="*/ 0 w 38568"/>
                  <a:gd name="connsiteY1" fmla="*/ 579689 h 579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568" h="579689">
                    <a:moveTo>
                      <a:pt x="0" y="0"/>
                    </a:moveTo>
                    <a:lnTo>
                      <a:pt x="0" y="579689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: фигура 38">
                <a:extLst>
                  <a:ext uri="{FF2B5EF4-FFF2-40B4-BE49-F238E27FC236}">
                    <a16:creationId xmlns:a16="http://schemas.microsoft.com/office/drawing/2014/main" id="{4A8DC9C9-6FE8-2D0C-FE4C-E0AE93F4EC05}"/>
                  </a:ext>
                </a:extLst>
              </p:cNvPr>
              <p:cNvSpPr/>
              <p:nvPr/>
            </p:nvSpPr>
            <p:spPr>
              <a:xfrm>
                <a:off x="5281303" y="7923118"/>
                <a:ext cx="610158" cy="38568"/>
              </a:xfrm>
              <a:custGeom>
                <a:avLst/>
                <a:gdLst>
                  <a:gd name="connsiteX0" fmla="*/ 0 w 610158"/>
                  <a:gd name="connsiteY0" fmla="*/ 0 h 38568"/>
                  <a:gd name="connsiteX1" fmla="*/ 610158 w 610158"/>
                  <a:gd name="connsiteY1" fmla="*/ 0 h 38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10158" h="38568">
                    <a:moveTo>
                      <a:pt x="0" y="0"/>
                    </a:moveTo>
                    <a:lnTo>
                      <a:pt x="610158" y="0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0" name="Полилиния: фигура 39">
              <a:extLst>
                <a:ext uri="{FF2B5EF4-FFF2-40B4-BE49-F238E27FC236}">
                  <a16:creationId xmlns:a16="http://schemas.microsoft.com/office/drawing/2014/main" id="{766B5473-B35E-7CA0-799C-6E4F5A9BEA16}"/>
                </a:ext>
              </a:extLst>
            </p:cNvPr>
            <p:cNvSpPr/>
            <p:nvPr/>
          </p:nvSpPr>
          <p:spPr>
            <a:xfrm>
              <a:off x="4367608" y="8391343"/>
              <a:ext cx="477867" cy="199015"/>
            </a:xfrm>
            <a:custGeom>
              <a:avLst/>
              <a:gdLst>
                <a:gd name="connsiteX0" fmla="*/ 0 w 477867"/>
                <a:gd name="connsiteY0" fmla="*/ 0 h 199015"/>
                <a:gd name="connsiteX1" fmla="*/ 477867 w 477867"/>
                <a:gd name="connsiteY1" fmla="*/ 0 h 199015"/>
                <a:gd name="connsiteX2" fmla="*/ 477867 w 477867"/>
                <a:gd name="connsiteY2" fmla="*/ 56696 h 199015"/>
                <a:gd name="connsiteX3" fmla="*/ 335549 w 477867"/>
                <a:gd name="connsiteY3" fmla="*/ 199015 h 199015"/>
                <a:gd name="connsiteX4" fmla="*/ 142705 w 477867"/>
                <a:gd name="connsiteY4" fmla="*/ 199015 h 199015"/>
                <a:gd name="connsiteX5" fmla="*/ 386 w 477867"/>
                <a:gd name="connsiteY5" fmla="*/ 56696 h 199015"/>
                <a:gd name="connsiteX6" fmla="*/ 386 w 477867"/>
                <a:gd name="connsiteY6" fmla="*/ 0 h 199015"/>
                <a:gd name="connsiteX7" fmla="*/ 386 w 477867"/>
                <a:gd name="connsiteY7" fmla="*/ 0 h 199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867" h="199015">
                  <a:moveTo>
                    <a:pt x="0" y="0"/>
                  </a:moveTo>
                  <a:lnTo>
                    <a:pt x="477867" y="0"/>
                  </a:lnTo>
                  <a:lnTo>
                    <a:pt x="477867" y="56696"/>
                  </a:lnTo>
                  <a:cubicBezTo>
                    <a:pt x="477867" y="135377"/>
                    <a:pt x="413843" y="199015"/>
                    <a:pt x="335549" y="199015"/>
                  </a:cubicBezTo>
                  <a:lnTo>
                    <a:pt x="142705" y="199015"/>
                  </a:lnTo>
                  <a:cubicBezTo>
                    <a:pt x="64024" y="199015"/>
                    <a:pt x="386" y="134991"/>
                    <a:pt x="386" y="56696"/>
                  </a:cubicBezTo>
                  <a:lnTo>
                    <a:pt x="386" y="0"/>
                  </a:lnTo>
                  <a:lnTo>
                    <a:pt x="386" y="0"/>
                  </a:lnTo>
                  <a:close/>
                </a:path>
              </a:pathLst>
            </a:custGeom>
            <a:noFill/>
            <a:ln w="50800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: фигура 40">
              <a:extLst>
                <a:ext uri="{FF2B5EF4-FFF2-40B4-BE49-F238E27FC236}">
                  <a16:creationId xmlns:a16="http://schemas.microsoft.com/office/drawing/2014/main" id="{113AF74E-1AF6-4017-8590-B3657C5A3E87}"/>
                </a:ext>
              </a:extLst>
            </p:cNvPr>
            <p:cNvSpPr/>
            <p:nvPr/>
          </p:nvSpPr>
          <p:spPr>
            <a:xfrm>
              <a:off x="5554370" y="8391343"/>
              <a:ext cx="477867" cy="199015"/>
            </a:xfrm>
            <a:custGeom>
              <a:avLst/>
              <a:gdLst>
                <a:gd name="connsiteX0" fmla="*/ 0 w 477867"/>
                <a:gd name="connsiteY0" fmla="*/ 0 h 199015"/>
                <a:gd name="connsiteX1" fmla="*/ 477867 w 477867"/>
                <a:gd name="connsiteY1" fmla="*/ 0 h 199015"/>
                <a:gd name="connsiteX2" fmla="*/ 477867 w 477867"/>
                <a:gd name="connsiteY2" fmla="*/ 56696 h 199015"/>
                <a:gd name="connsiteX3" fmla="*/ 335549 w 477867"/>
                <a:gd name="connsiteY3" fmla="*/ 199015 h 199015"/>
                <a:gd name="connsiteX4" fmla="*/ 142705 w 477867"/>
                <a:gd name="connsiteY4" fmla="*/ 199015 h 199015"/>
                <a:gd name="connsiteX5" fmla="*/ 386 w 477867"/>
                <a:gd name="connsiteY5" fmla="*/ 56696 h 199015"/>
                <a:gd name="connsiteX6" fmla="*/ 386 w 477867"/>
                <a:gd name="connsiteY6" fmla="*/ 0 h 199015"/>
                <a:gd name="connsiteX7" fmla="*/ 386 w 477867"/>
                <a:gd name="connsiteY7" fmla="*/ 0 h 199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867" h="199015">
                  <a:moveTo>
                    <a:pt x="0" y="0"/>
                  </a:moveTo>
                  <a:lnTo>
                    <a:pt x="477867" y="0"/>
                  </a:lnTo>
                  <a:lnTo>
                    <a:pt x="477867" y="56696"/>
                  </a:lnTo>
                  <a:cubicBezTo>
                    <a:pt x="477867" y="135377"/>
                    <a:pt x="413843" y="199015"/>
                    <a:pt x="335549" y="199015"/>
                  </a:cubicBezTo>
                  <a:lnTo>
                    <a:pt x="142705" y="199015"/>
                  </a:lnTo>
                  <a:cubicBezTo>
                    <a:pt x="64024" y="199015"/>
                    <a:pt x="386" y="134991"/>
                    <a:pt x="386" y="56696"/>
                  </a:cubicBezTo>
                  <a:lnTo>
                    <a:pt x="386" y="0"/>
                  </a:lnTo>
                  <a:lnTo>
                    <a:pt x="386" y="0"/>
                  </a:lnTo>
                  <a:close/>
                </a:path>
              </a:pathLst>
            </a:custGeom>
            <a:noFill/>
            <a:ln w="50800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BA1C4D7C-E78E-AD2B-4CDB-9B100137E09D}"/>
                </a:ext>
              </a:extLst>
            </p:cNvPr>
            <p:cNvSpPr/>
            <p:nvPr/>
          </p:nvSpPr>
          <p:spPr>
            <a:xfrm>
              <a:off x="4091455" y="5960737"/>
              <a:ext cx="2236990" cy="2429834"/>
            </a:xfrm>
            <a:custGeom>
              <a:avLst/>
              <a:gdLst>
                <a:gd name="connsiteX0" fmla="*/ 2029105 w 2236990"/>
                <a:gd name="connsiteY0" fmla="*/ 0 h 2429834"/>
                <a:gd name="connsiteX1" fmla="*/ 2236991 w 2236990"/>
                <a:gd name="connsiteY1" fmla="*/ 207886 h 2429834"/>
                <a:gd name="connsiteX2" fmla="*/ 2236991 w 2236990"/>
                <a:gd name="connsiteY2" fmla="*/ 2221949 h 2429834"/>
                <a:gd name="connsiteX3" fmla="*/ 2029105 w 2236990"/>
                <a:gd name="connsiteY3" fmla="*/ 2429835 h 2429834"/>
                <a:gd name="connsiteX4" fmla="*/ 207886 w 2236990"/>
                <a:gd name="connsiteY4" fmla="*/ 2429835 h 2429834"/>
                <a:gd name="connsiteX5" fmla="*/ 0 w 2236990"/>
                <a:gd name="connsiteY5" fmla="*/ 2221949 h 2429834"/>
                <a:gd name="connsiteX6" fmla="*/ 0 w 2236990"/>
                <a:gd name="connsiteY6" fmla="*/ 207886 h 2429834"/>
                <a:gd name="connsiteX7" fmla="*/ 207886 w 2236990"/>
                <a:gd name="connsiteY7" fmla="*/ 0 h 2429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6990" h="2429834">
                  <a:moveTo>
                    <a:pt x="2029105" y="0"/>
                  </a:moveTo>
                  <a:cubicBezTo>
                    <a:pt x="2143917" y="0"/>
                    <a:pt x="2236991" y="93074"/>
                    <a:pt x="2236991" y="207886"/>
                  </a:cubicBezTo>
                  <a:lnTo>
                    <a:pt x="2236991" y="2221949"/>
                  </a:lnTo>
                  <a:cubicBezTo>
                    <a:pt x="2236991" y="2336761"/>
                    <a:pt x="2143917" y="2429835"/>
                    <a:pt x="2029105" y="2429835"/>
                  </a:cubicBezTo>
                  <a:lnTo>
                    <a:pt x="207886" y="2429835"/>
                  </a:lnTo>
                  <a:cubicBezTo>
                    <a:pt x="93074" y="2429835"/>
                    <a:pt x="0" y="2336761"/>
                    <a:pt x="0" y="2221949"/>
                  </a:cubicBezTo>
                  <a:lnTo>
                    <a:pt x="0" y="207886"/>
                  </a:lnTo>
                  <a:cubicBezTo>
                    <a:pt x="0" y="93074"/>
                    <a:pt x="93074" y="0"/>
                    <a:pt x="207886" y="0"/>
                  </a:cubicBezTo>
                  <a:close/>
                </a:path>
              </a:pathLst>
            </a:custGeom>
            <a:noFill/>
            <a:ln w="50800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B7D06828-DDA7-72AB-A624-13B8D862E7F5}"/>
              </a:ext>
            </a:extLst>
          </p:cNvPr>
          <p:cNvGrpSpPr/>
          <p:nvPr/>
        </p:nvGrpSpPr>
        <p:grpSpPr>
          <a:xfrm>
            <a:off x="6018625" y="4296995"/>
            <a:ext cx="3095996" cy="2774606"/>
            <a:chOff x="8636000" y="4686728"/>
            <a:chExt cx="1016412" cy="910900"/>
          </a:xfrm>
        </p:grpSpPr>
        <p:grpSp>
          <p:nvGrpSpPr>
            <p:cNvPr id="47" name="Рисунок 44">
              <a:extLst>
                <a:ext uri="{FF2B5EF4-FFF2-40B4-BE49-F238E27FC236}">
                  <a16:creationId xmlns:a16="http://schemas.microsoft.com/office/drawing/2014/main" id="{D15AB155-E791-4BCE-F996-EF8D6203715C}"/>
                </a:ext>
              </a:extLst>
            </p:cNvPr>
            <p:cNvGrpSpPr/>
            <p:nvPr/>
          </p:nvGrpSpPr>
          <p:grpSpPr>
            <a:xfrm>
              <a:off x="9266364" y="4887118"/>
              <a:ext cx="386048" cy="509587"/>
              <a:chOff x="9266364" y="4887118"/>
              <a:chExt cx="386048" cy="509587"/>
            </a:xfrm>
            <a:solidFill>
              <a:srgbClr val="FFFFFF"/>
            </a:solidFill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B10200B0-F92E-FB73-EB81-CD5CD42FBEC3}"/>
                  </a:ext>
                </a:extLst>
              </p:cNvPr>
              <p:cNvSpPr/>
              <p:nvPr/>
            </p:nvSpPr>
            <p:spPr>
              <a:xfrm>
                <a:off x="9266364" y="4887118"/>
                <a:ext cx="386048" cy="509587"/>
              </a:xfrm>
              <a:custGeom>
                <a:avLst/>
                <a:gdLst>
                  <a:gd name="connsiteX0" fmla="*/ 355283 w 386048"/>
                  <a:gd name="connsiteY0" fmla="*/ 0 h 509587"/>
                  <a:gd name="connsiteX1" fmla="*/ 386048 w 386048"/>
                  <a:gd name="connsiteY1" fmla="*/ 30766 h 509587"/>
                  <a:gd name="connsiteX2" fmla="*/ 386048 w 386048"/>
                  <a:gd name="connsiteY2" fmla="*/ 478822 h 509587"/>
                  <a:gd name="connsiteX3" fmla="*/ 355283 w 386048"/>
                  <a:gd name="connsiteY3" fmla="*/ 509588 h 509587"/>
                  <a:gd name="connsiteX4" fmla="*/ 30766 w 386048"/>
                  <a:gd name="connsiteY4" fmla="*/ 509588 h 509587"/>
                  <a:gd name="connsiteX5" fmla="*/ 0 w 386048"/>
                  <a:gd name="connsiteY5" fmla="*/ 478822 h 509587"/>
                  <a:gd name="connsiteX6" fmla="*/ 0 w 386048"/>
                  <a:gd name="connsiteY6" fmla="*/ 30766 h 509587"/>
                  <a:gd name="connsiteX7" fmla="*/ 30766 w 386048"/>
                  <a:gd name="connsiteY7" fmla="*/ 0 h 509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6048" h="509587">
                    <a:moveTo>
                      <a:pt x="355283" y="0"/>
                    </a:moveTo>
                    <a:cubicBezTo>
                      <a:pt x="372274" y="0"/>
                      <a:pt x="386048" y="13774"/>
                      <a:pt x="386048" y="30766"/>
                    </a:cubicBezTo>
                    <a:lnTo>
                      <a:pt x="386048" y="478822"/>
                    </a:lnTo>
                    <a:cubicBezTo>
                      <a:pt x="386048" y="495813"/>
                      <a:pt x="372274" y="509588"/>
                      <a:pt x="355283" y="509588"/>
                    </a:cubicBezTo>
                    <a:lnTo>
                      <a:pt x="30766" y="509588"/>
                    </a:lnTo>
                    <a:cubicBezTo>
                      <a:pt x="13774" y="509588"/>
                      <a:pt x="0" y="495813"/>
                      <a:pt x="0" y="478822"/>
                    </a:cubicBezTo>
                    <a:lnTo>
                      <a:pt x="0" y="30766"/>
                    </a:lnTo>
                    <a:cubicBezTo>
                      <a:pt x="0" y="13774"/>
                      <a:pt x="13774" y="0"/>
                      <a:pt x="307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grpSp>
            <p:nvGrpSpPr>
              <p:cNvPr id="49" name="Рисунок 44">
                <a:extLst>
                  <a:ext uri="{FF2B5EF4-FFF2-40B4-BE49-F238E27FC236}">
                    <a16:creationId xmlns:a16="http://schemas.microsoft.com/office/drawing/2014/main" id="{BB29870C-8336-3502-39E4-8415CF7F9CC5}"/>
                  </a:ext>
                </a:extLst>
              </p:cNvPr>
              <p:cNvGrpSpPr/>
              <p:nvPr/>
            </p:nvGrpSpPr>
            <p:grpSpPr>
              <a:xfrm>
                <a:off x="9307988" y="4930457"/>
                <a:ext cx="302704" cy="40767"/>
                <a:chOff x="9307988" y="4930457"/>
                <a:chExt cx="302704" cy="40767"/>
              </a:xfrm>
              <a:solidFill>
                <a:srgbClr val="FFFFFF"/>
              </a:solidFill>
            </p:grpSpPr>
            <p:sp>
              <p:nvSpPr>
                <p:cNvPr id="50" name="Полилиния: фигура 49">
                  <a:extLst>
                    <a:ext uri="{FF2B5EF4-FFF2-40B4-BE49-F238E27FC236}">
                      <a16:creationId xmlns:a16="http://schemas.microsoft.com/office/drawing/2014/main" id="{50627442-B8CD-0B22-51AB-7FCE71AEA51D}"/>
                    </a:ext>
                  </a:extLst>
                </p:cNvPr>
                <p:cNvSpPr/>
                <p:nvPr/>
              </p:nvSpPr>
              <p:spPr>
                <a:xfrm>
                  <a:off x="9307988" y="4930457"/>
                  <a:ext cx="40767" cy="40767"/>
                </a:xfrm>
                <a:custGeom>
                  <a:avLst/>
                  <a:gdLst>
                    <a:gd name="connsiteX0" fmla="*/ 40767 w 40767"/>
                    <a:gd name="connsiteY0" fmla="*/ 20384 h 40767"/>
                    <a:gd name="connsiteX1" fmla="*/ 20384 w 40767"/>
                    <a:gd name="connsiteY1" fmla="*/ 40767 h 40767"/>
                    <a:gd name="connsiteX2" fmla="*/ 0 w 40767"/>
                    <a:gd name="connsiteY2" fmla="*/ 20384 h 40767"/>
                    <a:gd name="connsiteX3" fmla="*/ 20384 w 40767"/>
                    <a:gd name="connsiteY3" fmla="*/ 0 h 40767"/>
                    <a:gd name="connsiteX4" fmla="*/ 40767 w 40767"/>
                    <a:gd name="connsiteY4" fmla="*/ 20384 h 40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767" h="40767">
                      <a:moveTo>
                        <a:pt x="40767" y="20384"/>
                      </a:moveTo>
                      <a:cubicBezTo>
                        <a:pt x="40767" y="31641"/>
                        <a:pt x="31641" y="40767"/>
                        <a:pt x="20384" y="40767"/>
                      </a:cubicBezTo>
                      <a:cubicBezTo>
                        <a:pt x="9126" y="40767"/>
                        <a:pt x="0" y="31641"/>
                        <a:pt x="0" y="20384"/>
                      </a:cubicBezTo>
                      <a:cubicBezTo>
                        <a:pt x="0" y="9126"/>
                        <a:pt x="9126" y="0"/>
                        <a:pt x="20384" y="0"/>
                      </a:cubicBezTo>
                      <a:cubicBezTo>
                        <a:pt x="31641" y="0"/>
                        <a:pt x="40767" y="9126"/>
                        <a:pt x="40767" y="2038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0800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51" name="Полилиния: фигура 50">
                  <a:extLst>
                    <a:ext uri="{FF2B5EF4-FFF2-40B4-BE49-F238E27FC236}">
                      <a16:creationId xmlns:a16="http://schemas.microsoft.com/office/drawing/2014/main" id="{5861F15C-EAB9-1FAF-0422-8940043786AA}"/>
                    </a:ext>
                  </a:extLst>
                </p:cNvPr>
                <p:cNvSpPr/>
                <p:nvPr/>
              </p:nvSpPr>
              <p:spPr>
                <a:xfrm>
                  <a:off x="9569926" y="4930457"/>
                  <a:ext cx="40767" cy="40767"/>
                </a:xfrm>
                <a:custGeom>
                  <a:avLst/>
                  <a:gdLst>
                    <a:gd name="connsiteX0" fmla="*/ 40767 w 40767"/>
                    <a:gd name="connsiteY0" fmla="*/ 20384 h 40767"/>
                    <a:gd name="connsiteX1" fmla="*/ 20384 w 40767"/>
                    <a:gd name="connsiteY1" fmla="*/ 40767 h 40767"/>
                    <a:gd name="connsiteX2" fmla="*/ 0 w 40767"/>
                    <a:gd name="connsiteY2" fmla="*/ 20384 h 40767"/>
                    <a:gd name="connsiteX3" fmla="*/ 20384 w 40767"/>
                    <a:gd name="connsiteY3" fmla="*/ 0 h 40767"/>
                    <a:gd name="connsiteX4" fmla="*/ 40767 w 40767"/>
                    <a:gd name="connsiteY4" fmla="*/ 20384 h 40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767" h="40767">
                      <a:moveTo>
                        <a:pt x="40767" y="20384"/>
                      </a:moveTo>
                      <a:cubicBezTo>
                        <a:pt x="40767" y="31641"/>
                        <a:pt x="31641" y="40767"/>
                        <a:pt x="20384" y="40767"/>
                      </a:cubicBezTo>
                      <a:cubicBezTo>
                        <a:pt x="9126" y="40767"/>
                        <a:pt x="0" y="31641"/>
                        <a:pt x="0" y="20384"/>
                      </a:cubicBezTo>
                      <a:cubicBezTo>
                        <a:pt x="0" y="9126"/>
                        <a:pt x="9126" y="0"/>
                        <a:pt x="20384" y="0"/>
                      </a:cubicBezTo>
                      <a:cubicBezTo>
                        <a:pt x="31641" y="0"/>
                        <a:pt x="40767" y="9126"/>
                        <a:pt x="40767" y="2038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0800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52" name="Рисунок 44">
                <a:extLst>
                  <a:ext uri="{FF2B5EF4-FFF2-40B4-BE49-F238E27FC236}">
                    <a16:creationId xmlns:a16="http://schemas.microsoft.com/office/drawing/2014/main" id="{E2786B59-3108-1551-3529-E3CC7B20E73A}"/>
                  </a:ext>
                </a:extLst>
              </p:cNvPr>
              <p:cNvGrpSpPr/>
              <p:nvPr/>
            </p:nvGrpSpPr>
            <p:grpSpPr>
              <a:xfrm>
                <a:off x="9302765" y="5307263"/>
                <a:ext cx="308022" cy="51433"/>
                <a:chOff x="9302765" y="5307263"/>
                <a:chExt cx="308022" cy="51433"/>
              </a:xfrm>
              <a:solidFill>
                <a:srgbClr val="FFFFFF"/>
              </a:solidFill>
            </p:grpSpPr>
            <p:sp>
              <p:nvSpPr>
                <p:cNvPr id="53" name="Полилиния: фигура 52">
                  <a:extLst>
                    <a:ext uri="{FF2B5EF4-FFF2-40B4-BE49-F238E27FC236}">
                      <a16:creationId xmlns:a16="http://schemas.microsoft.com/office/drawing/2014/main" id="{67913766-51E3-C5BF-FEDF-CDC7F7AFDA55}"/>
                    </a:ext>
                  </a:extLst>
                </p:cNvPr>
                <p:cNvSpPr/>
                <p:nvPr/>
              </p:nvSpPr>
              <p:spPr>
                <a:xfrm rot="-1088400">
                  <a:off x="9308098" y="5312597"/>
                  <a:ext cx="40767" cy="40767"/>
                </a:xfrm>
                <a:custGeom>
                  <a:avLst/>
                  <a:gdLst>
                    <a:gd name="connsiteX0" fmla="*/ 40767 w 40767"/>
                    <a:gd name="connsiteY0" fmla="*/ 20384 h 40767"/>
                    <a:gd name="connsiteX1" fmla="*/ 20383 w 40767"/>
                    <a:gd name="connsiteY1" fmla="*/ 40767 h 40767"/>
                    <a:gd name="connsiteX2" fmla="*/ 0 w 40767"/>
                    <a:gd name="connsiteY2" fmla="*/ 20384 h 40767"/>
                    <a:gd name="connsiteX3" fmla="*/ 20383 w 40767"/>
                    <a:gd name="connsiteY3" fmla="*/ 0 h 40767"/>
                    <a:gd name="connsiteX4" fmla="*/ 40767 w 40767"/>
                    <a:gd name="connsiteY4" fmla="*/ 20384 h 40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767" h="40767">
                      <a:moveTo>
                        <a:pt x="40767" y="20384"/>
                      </a:moveTo>
                      <a:cubicBezTo>
                        <a:pt x="40767" y="31641"/>
                        <a:pt x="31641" y="40767"/>
                        <a:pt x="20383" y="40767"/>
                      </a:cubicBezTo>
                      <a:cubicBezTo>
                        <a:pt x="9126" y="40767"/>
                        <a:pt x="0" y="31641"/>
                        <a:pt x="0" y="20384"/>
                      </a:cubicBezTo>
                      <a:cubicBezTo>
                        <a:pt x="0" y="9126"/>
                        <a:pt x="9126" y="0"/>
                        <a:pt x="20383" y="0"/>
                      </a:cubicBezTo>
                      <a:cubicBezTo>
                        <a:pt x="31641" y="0"/>
                        <a:pt x="40767" y="9126"/>
                        <a:pt x="40767" y="2038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0800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54" name="Полилиния: фигура 53">
                  <a:extLst>
                    <a:ext uri="{FF2B5EF4-FFF2-40B4-BE49-F238E27FC236}">
                      <a16:creationId xmlns:a16="http://schemas.microsoft.com/office/drawing/2014/main" id="{54207A98-014D-DC14-D4CD-D14BEE1575BC}"/>
                    </a:ext>
                  </a:extLst>
                </p:cNvPr>
                <p:cNvSpPr/>
                <p:nvPr/>
              </p:nvSpPr>
              <p:spPr>
                <a:xfrm>
                  <a:off x="9570021" y="5312505"/>
                  <a:ext cx="40767" cy="40767"/>
                </a:xfrm>
                <a:custGeom>
                  <a:avLst/>
                  <a:gdLst>
                    <a:gd name="connsiteX0" fmla="*/ 40767 w 40767"/>
                    <a:gd name="connsiteY0" fmla="*/ 20384 h 40767"/>
                    <a:gd name="connsiteX1" fmla="*/ 20383 w 40767"/>
                    <a:gd name="connsiteY1" fmla="*/ 40767 h 40767"/>
                    <a:gd name="connsiteX2" fmla="*/ 0 w 40767"/>
                    <a:gd name="connsiteY2" fmla="*/ 20384 h 40767"/>
                    <a:gd name="connsiteX3" fmla="*/ 20383 w 40767"/>
                    <a:gd name="connsiteY3" fmla="*/ 0 h 40767"/>
                    <a:gd name="connsiteX4" fmla="*/ 40767 w 40767"/>
                    <a:gd name="connsiteY4" fmla="*/ 20384 h 40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767" h="40767">
                      <a:moveTo>
                        <a:pt x="40767" y="20384"/>
                      </a:moveTo>
                      <a:cubicBezTo>
                        <a:pt x="40767" y="31641"/>
                        <a:pt x="31641" y="40767"/>
                        <a:pt x="20383" y="40767"/>
                      </a:cubicBezTo>
                      <a:cubicBezTo>
                        <a:pt x="9126" y="40767"/>
                        <a:pt x="0" y="31641"/>
                        <a:pt x="0" y="20384"/>
                      </a:cubicBezTo>
                      <a:cubicBezTo>
                        <a:pt x="0" y="9126"/>
                        <a:pt x="9126" y="0"/>
                        <a:pt x="20383" y="0"/>
                      </a:cubicBezTo>
                      <a:cubicBezTo>
                        <a:pt x="31641" y="0"/>
                        <a:pt x="40767" y="9126"/>
                        <a:pt x="40767" y="2038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0800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55" name="Рисунок 44">
                <a:extLst>
                  <a:ext uri="{FF2B5EF4-FFF2-40B4-BE49-F238E27FC236}">
                    <a16:creationId xmlns:a16="http://schemas.microsoft.com/office/drawing/2014/main" id="{0BC49F76-370D-07DA-FA2A-7B50EEC4F7C7}"/>
                  </a:ext>
                </a:extLst>
              </p:cNvPr>
              <p:cNvGrpSpPr/>
              <p:nvPr/>
            </p:nvGrpSpPr>
            <p:grpSpPr>
              <a:xfrm>
                <a:off x="9321722" y="4971891"/>
                <a:ext cx="267539" cy="299258"/>
                <a:chOff x="9321722" y="4971891"/>
                <a:chExt cx="267539" cy="299258"/>
              </a:xfrm>
              <a:solidFill>
                <a:srgbClr val="FFFFFF"/>
              </a:solidFill>
            </p:grpSpPr>
            <p:sp>
              <p:nvSpPr>
                <p:cNvPr id="56" name="Полилиния: фигура 55">
                  <a:extLst>
                    <a:ext uri="{FF2B5EF4-FFF2-40B4-BE49-F238E27FC236}">
                      <a16:creationId xmlns:a16="http://schemas.microsoft.com/office/drawing/2014/main" id="{1B136882-5062-AE8B-BA52-A254C839FB3E}"/>
                    </a:ext>
                  </a:extLst>
                </p:cNvPr>
                <p:cNvSpPr/>
                <p:nvPr/>
              </p:nvSpPr>
              <p:spPr>
                <a:xfrm>
                  <a:off x="9329420" y="4971891"/>
                  <a:ext cx="259842" cy="259842"/>
                </a:xfrm>
                <a:custGeom>
                  <a:avLst/>
                  <a:gdLst>
                    <a:gd name="connsiteX0" fmla="*/ 259842 w 259842"/>
                    <a:gd name="connsiteY0" fmla="*/ 129921 h 259842"/>
                    <a:gd name="connsiteX1" fmla="*/ 129921 w 259842"/>
                    <a:gd name="connsiteY1" fmla="*/ 259842 h 259842"/>
                    <a:gd name="connsiteX2" fmla="*/ 0 w 259842"/>
                    <a:gd name="connsiteY2" fmla="*/ 129921 h 259842"/>
                    <a:gd name="connsiteX3" fmla="*/ 129921 w 259842"/>
                    <a:gd name="connsiteY3" fmla="*/ 0 h 259842"/>
                    <a:gd name="connsiteX4" fmla="*/ 259842 w 259842"/>
                    <a:gd name="connsiteY4" fmla="*/ 129921 h 2598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9842" h="259842">
                      <a:moveTo>
                        <a:pt x="259842" y="129921"/>
                      </a:moveTo>
                      <a:cubicBezTo>
                        <a:pt x="259842" y="201674"/>
                        <a:pt x="201674" y="259842"/>
                        <a:pt x="129921" y="259842"/>
                      </a:cubicBezTo>
                      <a:cubicBezTo>
                        <a:pt x="58168" y="259842"/>
                        <a:pt x="0" y="201674"/>
                        <a:pt x="0" y="129921"/>
                      </a:cubicBezTo>
                      <a:cubicBezTo>
                        <a:pt x="0" y="58168"/>
                        <a:pt x="58168" y="0"/>
                        <a:pt x="129921" y="0"/>
                      </a:cubicBezTo>
                      <a:cubicBezTo>
                        <a:pt x="201674" y="0"/>
                        <a:pt x="259842" y="58168"/>
                        <a:pt x="259842" y="1299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0800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57" name="Полилиния: фигура 56">
                  <a:extLst>
                    <a:ext uri="{FF2B5EF4-FFF2-40B4-BE49-F238E27FC236}">
                      <a16:creationId xmlns:a16="http://schemas.microsoft.com/office/drawing/2014/main" id="{7A77002E-5DDD-FD25-D466-7CE943E51F9E}"/>
                    </a:ext>
                  </a:extLst>
                </p:cNvPr>
                <p:cNvSpPr/>
                <p:nvPr/>
              </p:nvSpPr>
              <p:spPr>
                <a:xfrm>
                  <a:off x="9441053" y="5083524"/>
                  <a:ext cx="36576" cy="36576"/>
                </a:xfrm>
                <a:custGeom>
                  <a:avLst/>
                  <a:gdLst>
                    <a:gd name="connsiteX0" fmla="*/ 36576 w 36576"/>
                    <a:gd name="connsiteY0" fmla="*/ 18288 h 36576"/>
                    <a:gd name="connsiteX1" fmla="*/ 18288 w 36576"/>
                    <a:gd name="connsiteY1" fmla="*/ 36576 h 36576"/>
                    <a:gd name="connsiteX2" fmla="*/ 0 w 36576"/>
                    <a:gd name="connsiteY2" fmla="*/ 18288 h 36576"/>
                    <a:gd name="connsiteX3" fmla="*/ 18288 w 36576"/>
                    <a:gd name="connsiteY3" fmla="*/ 0 h 36576"/>
                    <a:gd name="connsiteX4" fmla="*/ 36576 w 36576"/>
                    <a:gd name="connsiteY4" fmla="*/ 18288 h 36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576" h="36576">
                      <a:moveTo>
                        <a:pt x="36576" y="18288"/>
                      </a:moveTo>
                      <a:cubicBezTo>
                        <a:pt x="36576" y="28388"/>
                        <a:pt x="28388" y="36576"/>
                        <a:pt x="18288" y="36576"/>
                      </a:cubicBezTo>
                      <a:cubicBezTo>
                        <a:pt x="8188" y="36576"/>
                        <a:pt x="0" y="28388"/>
                        <a:pt x="0" y="18288"/>
                      </a:cubicBezTo>
                      <a:cubicBezTo>
                        <a:pt x="0" y="8188"/>
                        <a:pt x="8188" y="0"/>
                        <a:pt x="18288" y="0"/>
                      </a:cubicBezTo>
                      <a:cubicBezTo>
                        <a:pt x="28388" y="0"/>
                        <a:pt x="36576" y="8188"/>
                        <a:pt x="36576" y="1828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0800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58" name="Полилиния: фигура 57">
                  <a:extLst>
                    <a:ext uri="{FF2B5EF4-FFF2-40B4-BE49-F238E27FC236}">
                      <a16:creationId xmlns:a16="http://schemas.microsoft.com/office/drawing/2014/main" id="{E2E979D3-BB55-D878-0483-07CF5A384F55}"/>
                    </a:ext>
                  </a:extLst>
                </p:cNvPr>
                <p:cNvSpPr/>
                <p:nvPr/>
              </p:nvSpPr>
              <p:spPr>
                <a:xfrm>
                  <a:off x="9321722" y="5141793"/>
                  <a:ext cx="110782" cy="129355"/>
                </a:xfrm>
                <a:custGeom>
                  <a:avLst/>
                  <a:gdLst>
                    <a:gd name="connsiteX0" fmla="*/ 49989 w 110782"/>
                    <a:gd name="connsiteY0" fmla="*/ 118610 h 129355"/>
                    <a:gd name="connsiteX1" fmla="*/ 10746 w 110782"/>
                    <a:gd name="connsiteY1" fmla="*/ 123468 h 129355"/>
                    <a:gd name="connsiteX2" fmla="*/ 5888 w 110782"/>
                    <a:gd name="connsiteY2" fmla="*/ 84320 h 129355"/>
                    <a:gd name="connsiteX3" fmla="*/ 81802 w 110782"/>
                    <a:gd name="connsiteY3" fmla="*/ 6215 h 129355"/>
                    <a:gd name="connsiteX4" fmla="*/ 104567 w 110782"/>
                    <a:gd name="connsiteY4" fmla="*/ 3453 h 129355"/>
                    <a:gd name="connsiteX5" fmla="*/ 107329 w 110782"/>
                    <a:gd name="connsiteY5" fmla="*/ 26217 h 129355"/>
                    <a:gd name="connsiteX6" fmla="*/ 49894 w 110782"/>
                    <a:gd name="connsiteY6" fmla="*/ 118800 h 1293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0782" h="129355">
                      <a:moveTo>
                        <a:pt x="49989" y="118610"/>
                      </a:moveTo>
                      <a:cubicBezTo>
                        <a:pt x="40464" y="130802"/>
                        <a:pt x="22938" y="132897"/>
                        <a:pt x="10746" y="123468"/>
                      </a:cubicBezTo>
                      <a:cubicBezTo>
                        <a:pt x="-1446" y="113943"/>
                        <a:pt x="-3542" y="96417"/>
                        <a:pt x="5888" y="84320"/>
                      </a:cubicBezTo>
                      <a:lnTo>
                        <a:pt x="81802" y="6215"/>
                      </a:lnTo>
                      <a:cubicBezTo>
                        <a:pt x="87327" y="-834"/>
                        <a:pt x="97519" y="-2072"/>
                        <a:pt x="104567" y="3453"/>
                      </a:cubicBezTo>
                      <a:cubicBezTo>
                        <a:pt x="111616" y="8977"/>
                        <a:pt x="112854" y="19169"/>
                        <a:pt x="107329" y="26217"/>
                      </a:cubicBezTo>
                      <a:lnTo>
                        <a:pt x="49894" y="1188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50800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sp>
            <p:nvSpPr>
              <p:cNvPr id="59" name="Полилиния: фигура 58">
                <a:extLst>
                  <a:ext uri="{FF2B5EF4-FFF2-40B4-BE49-F238E27FC236}">
                    <a16:creationId xmlns:a16="http://schemas.microsoft.com/office/drawing/2014/main" id="{30A4A9B5-223A-FCD9-93A1-0B36630CAAF6}"/>
                  </a:ext>
                </a:extLst>
              </p:cNvPr>
              <p:cNvSpPr/>
              <p:nvPr/>
            </p:nvSpPr>
            <p:spPr>
              <a:xfrm>
                <a:off x="9381521" y="5326602"/>
                <a:ext cx="155543" cy="9525"/>
              </a:xfrm>
              <a:custGeom>
                <a:avLst/>
                <a:gdLst>
                  <a:gd name="connsiteX0" fmla="*/ 0 w 155543"/>
                  <a:gd name="connsiteY0" fmla="*/ 0 h 9525"/>
                  <a:gd name="connsiteX1" fmla="*/ 155543 w 155543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5543" h="9525">
                    <a:moveTo>
                      <a:pt x="0" y="0"/>
                    </a:moveTo>
                    <a:lnTo>
                      <a:pt x="155543" y="0"/>
                    </a:lnTo>
                  </a:path>
                </a:pathLst>
              </a:custGeom>
              <a:ln w="50800" cap="rnd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60" name="Рисунок 44">
              <a:extLst>
                <a:ext uri="{FF2B5EF4-FFF2-40B4-BE49-F238E27FC236}">
                  <a16:creationId xmlns:a16="http://schemas.microsoft.com/office/drawing/2014/main" id="{CBCF33E2-1AC5-E020-A15C-822951BCB9BC}"/>
                </a:ext>
              </a:extLst>
            </p:cNvPr>
            <p:cNvGrpSpPr/>
            <p:nvPr/>
          </p:nvGrpSpPr>
          <p:grpSpPr>
            <a:xfrm>
              <a:off x="8636000" y="4891881"/>
              <a:ext cx="459581" cy="504825"/>
              <a:chOff x="8636000" y="4891881"/>
              <a:chExt cx="459581" cy="504825"/>
            </a:xfrm>
            <a:noFill/>
          </p:grpSpPr>
          <p:sp>
            <p:nvSpPr>
              <p:cNvPr id="61" name="Полилиния: фигура 60">
                <a:extLst>
                  <a:ext uri="{FF2B5EF4-FFF2-40B4-BE49-F238E27FC236}">
                    <a16:creationId xmlns:a16="http://schemas.microsoft.com/office/drawing/2014/main" id="{216BDA30-02CF-0128-A618-163A73232AD8}"/>
                  </a:ext>
                </a:extLst>
              </p:cNvPr>
              <p:cNvSpPr/>
              <p:nvPr/>
            </p:nvSpPr>
            <p:spPr>
              <a:xfrm>
                <a:off x="8636000" y="4891881"/>
                <a:ext cx="459581" cy="143160"/>
              </a:xfrm>
              <a:custGeom>
                <a:avLst/>
                <a:gdLst>
                  <a:gd name="connsiteX0" fmla="*/ 416528 w 459581"/>
                  <a:gd name="connsiteY0" fmla="*/ 0 h 143160"/>
                  <a:gd name="connsiteX1" fmla="*/ 459581 w 459581"/>
                  <a:gd name="connsiteY1" fmla="*/ 43053 h 143160"/>
                  <a:gd name="connsiteX2" fmla="*/ 459581 w 459581"/>
                  <a:gd name="connsiteY2" fmla="*/ 100108 h 143160"/>
                  <a:gd name="connsiteX3" fmla="*/ 416528 w 459581"/>
                  <a:gd name="connsiteY3" fmla="*/ 143161 h 143160"/>
                  <a:gd name="connsiteX4" fmla="*/ 43053 w 459581"/>
                  <a:gd name="connsiteY4" fmla="*/ 143161 h 143160"/>
                  <a:gd name="connsiteX5" fmla="*/ 0 w 459581"/>
                  <a:gd name="connsiteY5" fmla="*/ 100108 h 143160"/>
                  <a:gd name="connsiteX6" fmla="*/ 0 w 459581"/>
                  <a:gd name="connsiteY6" fmla="*/ 43053 h 143160"/>
                  <a:gd name="connsiteX7" fmla="*/ 43053 w 459581"/>
                  <a:gd name="connsiteY7" fmla="*/ 0 h 14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9581" h="143160">
                    <a:moveTo>
                      <a:pt x="416528" y="0"/>
                    </a:moveTo>
                    <a:cubicBezTo>
                      <a:pt x="440306" y="0"/>
                      <a:pt x="459581" y="19275"/>
                      <a:pt x="459581" y="43053"/>
                    </a:cubicBezTo>
                    <a:lnTo>
                      <a:pt x="459581" y="100108"/>
                    </a:lnTo>
                    <a:cubicBezTo>
                      <a:pt x="459581" y="123885"/>
                      <a:pt x="440306" y="143161"/>
                      <a:pt x="416528" y="143161"/>
                    </a:cubicBezTo>
                    <a:lnTo>
                      <a:pt x="43053" y="143161"/>
                    </a:lnTo>
                    <a:cubicBezTo>
                      <a:pt x="19275" y="143161"/>
                      <a:pt x="0" y="123885"/>
                      <a:pt x="0" y="100108"/>
                    </a:cubicBezTo>
                    <a:lnTo>
                      <a:pt x="0" y="43053"/>
                    </a:lnTo>
                    <a:cubicBezTo>
                      <a:pt x="0" y="19276"/>
                      <a:pt x="19275" y="0"/>
                      <a:pt x="43053" y="0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2" name="Полилиния: фигура 61">
                <a:extLst>
                  <a:ext uri="{FF2B5EF4-FFF2-40B4-BE49-F238E27FC236}">
                    <a16:creationId xmlns:a16="http://schemas.microsoft.com/office/drawing/2014/main" id="{290D0CB1-B24E-BA7C-B4EA-3BDBC5669942}"/>
                  </a:ext>
                </a:extLst>
              </p:cNvPr>
              <p:cNvSpPr/>
              <p:nvPr/>
            </p:nvSpPr>
            <p:spPr>
              <a:xfrm>
                <a:off x="8681148" y="4944554"/>
                <a:ext cx="37718" cy="37719"/>
              </a:xfrm>
              <a:custGeom>
                <a:avLst/>
                <a:gdLst>
                  <a:gd name="connsiteX0" fmla="*/ 37719 w 37718"/>
                  <a:gd name="connsiteY0" fmla="*/ 18860 h 37719"/>
                  <a:gd name="connsiteX1" fmla="*/ 18859 w 37718"/>
                  <a:gd name="connsiteY1" fmla="*/ 37719 h 37719"/>
                  <a:gd name="connsiteX2" fmla="*/ 0 w 37718"/>
                  <a:gd name="connsiteY2" fmla="*/ 18860 h 37719"/>
                  <a:gd name="connsiteX3" fmla="*/ 18859 w 37718"/>
                  <a:gd name="connsiteY3" fmla="*/ 0 h 37719"/>
                  <a:gd name="connsiteX4" fmla="*/ 37719 w 37718"/>
                  <a:gd name="connsiteY4" fmla="*/ 18860 h 37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18" h="37719">
                    <a:moveTo>
                      <a:pt x="37719" y="18860"/>
                    </a:moveTo>
                    <a:cubicBezTo>
                      <a:pt x="37719" y="29275"/>
                      <a:pt x="29275" y="37719"/>
                      <a:pt x="18859" y="37719"/>
                    </a:cubicBezTo>
                    <a:cubicBezTo>
                      <a:pt x="8444" y="37719"/>
                      <a:pt x="0" y="29275"/>
                      <a:pt x="0" y="18860"/>
                    </a:cubicBezTo>
                    <a:cubicBezTo>
                      <a:pt x="0" y="8444"/>
                      <a:pt x="8444" y="0"/>
                      <a:pt x="18859" y="0"/>
                    </a:cubicBezTo>
                    <a:cubicBezTo>
                      <a:pt x="29275" y="0"/>
                      <a:pt x="37719" y="8444"/>
                      <a:pt x="37719" y="18860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3" name="Полилиния: фигура 62">
                <a:extLst>
                  <a:ext uri="{FF2B5EF4-FFF2-40B4-BE49-F238E27FC236}">
                    <a16:creationId xmlns:a16="http://schemas.microsoft.com/office/drawing/2014/main" id="{847BC346-2C05-7740-5992-2395FE70DCE2}"/>
                  </a:ext>
                </a:extLst>
              </p:cNvPr>
              <p:cNvSpPr/>
              <p:nvPr/>
            </p:nvSpPr>
            <p:spPr>
              <a:xfrm>
                <a:off x="8741441" y="4944554"/>
                <a:ext cx="37719" cy="37719"/>
              </a:xfrm>
              <a:custGeom>
                <a:avLst/>
                <a:gdLst>
                  <a:gd name="connsiteX0" fmla="*/ 37719 w 37719"/>
                  <a:gd name="connsiteY0" fmla="*/ 18860 h 37719"/>
                  <a:gd name="connsiteX1" fmla="*/ 18860 w 37719"/>
                  <a:gd name="connsiteY1" fmla="*/ 37719 h 37719"/>
                  <a:gd name="connsiteX2" fmla="*/ 0 w 37719"/>
                  <a:gd name="connsiteY2" fmla="*/ 18860 h 37719"/>
                  <a:gd name="connsiteX3" fmla="*/ 18860 w 37719"/>
                  <a:gd name="connsiteY3" fmla="*/ 0 h 37719"/>
                  <a:gd name="connsiteX4" fmla="*/ 37719 w 37719"/>
                  <a:gd name="connsiteY4" fmla="*/ 18860 h 37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19" h="37719">
                    <a:moveTo>
                      <a:pt x="37719" y="18860"/>
                    </a:moveTo>
                    <a:cubicBezTo>
                      <a:pt x="37719" y="29275"/>
                      <a:pt x="29275" y="37719"/>
                      <a:pt x="18860" y="37719"/>
                    </a:cubicBezTo>
                    <a:cubicBezTo>
                      <a:pt x="8444" y="37719"/>
                      <a:pt x="0" y="29275"/>
                      <a:pt x="0" y="18860"/>
                    </a:cubicBezTo>
                    <a:cubicBezTo>
                      <a:pt x="0" y="8444"/>
                      <a:pt x="8444" y="0"/>
                      <a:pt x="18860" y="0"/>
                    </a:cubicBezTo>
                    <a:cubicBezTo>
                      <a:pt x="29275" y="0"/>
                      <a:pt x="37719" y="8444"/>
                      <a:pt x="37719" y="18860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4" name="Полилиния: фигура 63">
                <a:extLst>
                  <a:ext uri="{FF2B5EF4-FFF2-40B4-BE49-F238E27FC236}">
                    <a16:creationId xmlns:a16="http://schemas.microsoft.com/office/drawing/2014/main" id="{8BCB52A5-4196-560C-8756-1E69E9A7F589}"/>
                  </a:ext>
                </a:extLst>
              </p:cNvPr>
              <p:cNvSpPr/>
              <p:nvPr/>
            </p:nvSpPr>
            <p:spPr>
              <a:xfrm>
                <a:off x="8816879" y="4891881"/>
                <a:ext cx="9525" cy="143160"/>
              </a:xfrm>
              <a:custGeom>
                <a:avLst/>
                <a:gdLst>
                  <a:gd name="connsiteX0" fmla="*/ 0 w 9525"/>
                  <a:gd name="connsiteY0" fmla="*/ 0 h 143160"/>
                  <a:gd name="connsiteX1" fmla="*/ 0 w 9525"/>
                  <a:gd name="connsiteY1" fmla="*/ 143161 h 14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143160">
                    <a:moveTo>
                      <a:pt x="0" y="0"/>
                    </a:moveTo>
                    <a:lnTo>
                      <a:pt x="0" y="143161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5" name="Полилиния: фигура 64">
                <a:extLst>
                  <a:ext uri="{FF2B5EF4-FFF2-40B4-BE49-F238E27FC236}">
                    <a16:creationId xmlns:a16="http://schemas.microsoft.com/office/drawing/2014/main" id="{006BFC13-B2EA-CF3B-298D-88B8129D8DA4}"/>
                  </a:ext>
                </a:extLst>
              </p:cNvPr>
              <p:cNvSpPr/>
              <p:nvPr/>
            </p:nvSpPr>
            <p:spPr>
              <a:xfrm>
                <a:off x="8884602" y="4967223"/>
                <a:ext cx="150780" cy="9525"/>
              </a:xfrm>
              <a:custGeom>
                <a:avLst/>
                <a:gdLst>
                  <a:gd name="connsiteX0" fmla="*/ 0 w 150780"/>
                  <a:gd name="connsiteY0" fmla="*/ 0 h 9525"/>
                  <a:gd name="connsiteX1" fmla="*/ 150781 w 150780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0780" h="9525">
                    <a:moveTo>
                      <a:pt x="0" y="0"/>
                    </a:moveTo>
                    <a:lnTo>
                      <a:pt x="150781" y="0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6" name="Полилиния: фигура 65">
                <a:extLst>
                  <a:ext uri="{FF2B5EF4-FFF2-40B4-BE49-F238E27FC236}">
                    <a16:creationId xmlns:a16="http://schemas.microsoft.com/office/drawing/2014/main" id="{F280A398-2853-42E4-06CB-69C69B9572FB}"/>
                  </a:ext>
                </a:extLst>
              </p:cNvPr>
              <p:cNvSpPr/>
              <p:nvPr/>
            </p:nvSpPr>
            <p:spPr>
              <a:xfrm>
                <a:off x="8688768" y="5035041"/>
                <a:ext cx="9525" cy="37719"/>
              </a:xfrm>
              <a:custGeom>
                <a:avLst/>
                <a:gdLst>
                  <a:gd name="connsiteX0" fmla="*/ 0 w 9525"/>
                  <a:gd name="connsiteY0" fmla="*/ 0 h 37719"/>
                  <a:gd name="connsiteX1" fmla="*/ 0 w 9525"/>
                  <a:gd name="connsiteY1" fmla="*/ 37719 h 37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37719">
                    <a:moveTo>
                      <a:pt x="0" y="0"/>
                    </a:moveTo>
                    <a:lnTo>
                      <a:pt x="0" y="37719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7" name="Полилиния: фигура 66">
                <a:extLst>
                  <a:ext uri="{FF2B5EF4-FFF2-40B4-BE49-F238E27FC236}">
                    <a16:creationId xmlns:a16="http://schemas.microsoft.com/office/drawing/2014/main" id="{7BE72B3E-9578-2007-6328-7E52021D39E3}"/>
                  </a:ext>
                </a:extLst>
              </p:cNvPr>
              <p:cNvSpPr/>
              <p:nvPr/>
            </p:nvSpPr>
            <p:spPr>
              <a:xfrm>
                <a:off x="9050432" y="5035041"/>
                <a:ext cx="9525" cy="37719"/>
              </a:xfrm>
              <a:custGeom>
                <a:avLst/>
                <a:gdLst>
                  <a:gd name="connsiteX0" fmla="*/ 0 w 9525"/>
                  <a:gd name="connsiteY0" fmla="*/ 0 h 37719"/>
                  <a:gd name="connsiteX1" fmla="*/ 0 w 9525"/>
                  <a:gd name="connsiteY1" fmla="*/ 37719 h 37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37719">
                    <a:moveTo>
                      <a:pt x="0" y="0"/>
                    </a:moveTo>
                    <a:lnTo>
                      <a:pt x="0" y="37719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8" name="Полилиния: фигура 67">
                <a:extLst>
                  <a:ext uri="{FF2B5EF4-FFF2-40B4-BE49-F238E27FC236}">
                    <a16:creationId xmlns:a16="http://schemas.microsoft.com/office/drawing/2014/main" id="{F0FA4CF4-9DAA-1B29-A9A8-3A99FEC349C0}"/>
                  </a:ext>
                </a:extLst>
              </p:cNvPr>
              <p:cNvSpPr/>
              <p:nvPr/>
            </p:nvSpPr>
            <p:spPr>
              <a:xfrm>
                <a:off x="8636000" y="5072760"/>
                <a:ext cx="459581" cy="143160"/>
              </a:xfrm>
              <a:custGeom>
                <a:avLst/>
                <a:gdLst>
                  <a:gd name="connsiteX0" fmla="*/ 416528 w 459581"/>
                  <a:gd name="connsiteY0" fmla="*/ 0 h 143160"/>
                  <a:gd name="connsiteX1" fmla="*/ 459581 w 459581"/>
                  <a:gd name="connsiteY1" fmla="*/ 43053 h 143160"/>
                  <a:gd name="connsiteX2" fmla="*/ 459581 w 459581"/>
                  <a:gd name="connsiteY2" fmla="*/ 100108 h 143160"/>
                  <a:gd name="connsiteX3" fmla="*/ 416528 w 459581"/>
                  <a:gd name="connsiteY3" fmla="*/ 143161 h 143160"/>
                  <a:gd name="connsiteX4" fmla="*/ 43053 w 459581"/>
                  <a:gd name="connsiteY4" fmla="*/ 143161 h 143160"/>
                  <a:gd name="connsiteX5" fmla="*/ 0 w 459581"/>
                  <a:gd name="connsiteY5" fmla="*/ 100108 h 143160"/>
                  <a:gd name="connsiteX6" fmla="*/ 0 w 459581"/>
                  <a:gd name="connsiteY6" fmla="*/ 43053 h 143160"/>
                  <a:gd name="connsiteX7" fmla="*/ 43053 w 459581"/>
                  <a:gd name="connsiteY7" fmla="*/ 0 h 14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9581" h="143160">
                    <a:moveTo>
                      <a:pt x="416528" y="0"/>
                    </a:moveTo>
                    <a:cubicBezTo>
                      <a:pt x="440306" y="0"/>
                      <a:pt x="459581" y="19276"/>
                      <a:pt x="459581" y="43053"/>
                    </a:cubicBezTo>
                    <a:lnTo>
                      <a:pt x="459581" y="100108"/>
                    </a:lnTo>
                    <a:cubicBezTo>
                      <a:pt x="459581" y="123885"/>
                      <a:pt x="440306" y="143161"/>
                      <a:pt x="416528" y="143161"/>
                    </a:cubicBezTo>
                    <a:lnTo>
                      <a:pt x="43053" y="143161"/>
                    </a:lnTo>
                    <a:cubicBezTo>
                      <a:pt x="19275" y="143161"/>
                      <a:pt x="0" y="123885"/>
                      <a:pt x="0" y="100108"/>
                    </a:cubicBezTo>
                    <a:lnTo>
                      <a:pt x="0" y="43053"/>
                    </a:lnTo>
                    <a:cubicBezTo>
                      <a:pt x="0" y="19276"/>
                      <a:pt x="19275" y="0"/>
                      <a:pt x="43053" y="0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9" name="Полилиния: фигура 68">
                <a:extLst>
                  <a:ext uri="{FF2B5EF4-FFF2-40B4-BE49-F238E27FC236}">
                    <a16:creationId xmlns:a16="http://schemas.microsoft.com/office/drawing/2014/main" id="{4FDF2A1A-7811-FFB8-C080-676ED94AD58E}"/>
                  </a:ext>
                </a:extLst>
              </p:cNvPr>
              <p:cNvSpPr/>
              <p:nvPr/>
            </p:nvSpPr>
            <p:spPr>
              <a:xfrm>
                <a:off x="8681148" y="5125434"/>
                <a:ext cx="37718" cy="37718"/>
              </a:xfrm>
              <a:custGeom>
                <a:avLst/>
                <a:gdLst>
                  <a:gd name="connsiteX0" fmla="*/ 37719 w 37718"/>
                  <a:gd name="connsiteY0" fmla="*/ 18860 h 37718"/>
                  <a:gd name="connsiteX1" fmla="*/ 18859 w 37718"/>
                  <a:gd name="connsiteY1" fmla="*/ 37719 h 37718"/>
                  <a:gd name="connsiteX2" fmla="*/ 0 w 37718"/>
                  <a:gd name="connsiteY2" fmla="*/ 18860 h 37718"/>
                  <a:gd name="connsiteX3" fmla="*/ 18859 w 37718"/>
                  <a:gd name="connsiteY3" fmla="*/ 0 h 37718"/>
                  <a:gd name="connsiteX4" fmla="*/ 37719 w 37718"/>
                  <a:gd name="connsiteY4" fmla="*/ 18860 h 37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18" h="37718">
                    <a:moveTo>
                      <a:pt x="37719" y="18860"/>
                    </a:moveTo>
                    <a:cubicBezTo>
                      <a:pt x="37719" y="29275"/>
                      <a:pt x="29275" y="37719"/>
                      <a:pt x="18859" y="37719"/>
                    </a:cubicBezTo>
                    <a:cubicBezTo>
                      <a:pt x="8444" y="37719"/>
                      <a:pt x="0" y="29275"/>
                      <a:pt x="0" y="18860"/>
                    </a:cubicBezTo>
                    <a:cubicBezTo>
                      <a:pt x="0" y="8444"/>
                      <a:pt x="8444" y="0"/>
                      <a:pt x="18859" y="0"/>
                    </a:cubicBezTo>
                    <a:cubicBezTo>
                      <a:pt x="29275" y="0"/>
                      <a:pt x="37719" y="8444"/>
                      <a:pt x="37719" y="18860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0" name="Полилиния: фигура 69">
                <a:extLst>
                  <a:ext uri="{FF2B5EF4-FFF2-40B4-BE49-F238E27FC236}">
                    <a16:creationId xmlns:a16="http://schemas.microsoft.com/office/drawing/2014/main" id="{C04CEAF3-A164-F301-57E7-3A2110EFAE41}"/>
                  </a:ext>
                </a:extLst>
              </p:cNvPr>
              <p:cNvSpPr/>
              <p:nvPr/>
            </p:nvSpPr>
            <p:spPr>
              <a:xfrm>
                <a:off x="8741441" y="5125434"/>
                <a:ext cx="37719" cy="37718"/>
              </a:xfrm>
              <a:custGeom>
                <a:avLst/>
                <a:gdLst>
                  <a:gd name="connsiteX0" fmla="*/ 37719 w 37719"/>
                  <a:gd name="connsiteY0" fmla="*/ 18860 h 37718"/>
                  <a:gd name="connsiteX1" fmla="*/ 18860 w 37719"/>
                  <a:gd name="connsiteY1" fmla="*/ 37719 h 37718"/>
                  <a:gd name="connsiteX2" fmla="*/ 0 w 37719"/>
                  <a:gd name="connsiteY2" fmla="*/ 18860 h 37718"/>
                  <a:gd name="connsiteX3" fmla="*/ 18860 w 37719"/>
                  <a:gd name="connsiteY3" fmla="*/ 0 h 37718"/>
                  <a:gd name="connsiteX4" fmla="*/ 37719 w 37719"/>
                  <a:gd name="connsiteY4" fmla="*/ 18860 h 37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19" h="37718">
                    <a:moveTo>
                      <a:pt x="37719" y="18860"/>
                    </a:moveTo>
                    <a:cubicBezTo>
                      <a:pt x="37719" y="29275"/>
                      <a:pt x="29275" y="37719"/>
                      <a:pt x="18860" y="37719"/>
                    </a:cubicBezTo>
                    <a:cubicBezTo>
                      <a:pt x="8444" y="37719"/>
                      <a:pt x="0" y="29275"/>
                      <a:pt x="0" y="18860"/>
                    </a:cubicBezTo>
                    <a:cubicBezTo>
                      <a:pt x="0" y="8444"/>
                      <a:pt x="8444" y="0"/>
                      <a:pt x="18860" y="0"/>
                    </a:cubicBezTo>
                    <a:cubicBezTo>
                      <a:pt x="29275" y="0"/>
                      <a:pt x="37719" y="8444"/>
                      <a:pt x="37719" y="18860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1" name="Полилиния: фигура 70">
                <a:extLst>
                  <a:ext uri="{FF2B5EF4-FFF2-40B4-BE49-F238E27FC236}">
                    <a16:creationId xmlns:a16="http://schemas.microsoft.com/office/drawing/2014/main" id="{AC2F6595-4C2C-CF53-3F9A-11E6E4A1C16D}"/>
                  </a:ext>
                </a:extLst>
              </p:cNvPr>
              <p:cNvSpPr/>
              <p:nvPr/>
            </p:nvSpPr>
            <p:spPr>
              <a:xfrm>
                <a:off x="8816879" y="5072760"/>
                <a:ext cx="9525" cy="143065"/>
              </a:xfrm>
              <a:custGeom>
                <a:avLst/>
                <a:gdLst>
                  <a:gd name="connsiteX0" fmla="*/ 0 w 9525"/>
                  <a:gd name="connsiteY0" fmla="*/ 0 h 143065"/>
                  <a:gd name="connsiteX1" fmla="*/ 0 w 9525"/>
                  <a:gd name="connsiteY1" fmla="*/ 143065 h 143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143065">
                    <a:moveTo>
                      <a:pt x="0" y="0"/>
                    </a:moveTo>
                    <a:lnTo>
                      <a:pt x="0" y="143065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2" name="Полилиния: фигура 71">
                <a:extLst>
                  <a:ext uri="{FF2B5EF4-FFF2-40B4-BE49-F238E27FC236}">
                    <a16:creationId xmlns:a16="http://schemas.microsoft.com/office/drawing/2014/main" id="{C969BF5E-F159-DF8F-9CD9-6FC5A1806EC3}"/>
                  </a:ext>
                </a:extLst>
              </p:cNvPr>
              <p:cNvSpPr/>
              <p:nvPr/>
            </p:nvSpPr>
            <p:spPr>
              <a:xfrm>
                <a:off x="8884602" y="5148103"/>
                <a:ext cx="150780" cy="9525"/>
              </a:xfrm>
              <a:custGeom>
                <a:avLst/>
                <a:gdLst>
                  <a:gd name="connsiteX0" fmla="*/ 0 w 150780"/>
                  <a:gd name="connsiteY0" fmla="*/ 0 h 9525"/>
                  <a:gd name="connsiteX1" fmla="*/ 150781 w 150780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0780" h="9525">
                    <a:moveTo>
                      <a:pt x="0" y="0"/>
                    </a:moveTo>
                    <a:lnTo>
                      <a:pt x="150781" y="0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3" name="Полилиния: фигура 72">
                <a:extLst>
                  <a:ext uri="{FF2B5EF4-FFF2-40B4-BE49-F238E27FC236}">
                    <a16:creationId xmlns:a16="http://schemas.microsoft.com/office/drawing/2014/main" id="{B946D923-1524-F52C-2888-625B399CC32E}"/>
                  </a:ext>
                </a:extLst>
              </p:cNvPr>
              <p:cNvSpPr/>
              <p:nvPr/>
            </p:nvSpPr>
            <p:spPr>
              <a:xfrm>
                <a:off x="8688768" y="5215826"/>
                <a:ext cx="9525" cy="37719"/>
              </a:xfrm>
              <a:custGeom>
                <a:avLst/>
                <a:gdLst>
                  <a:gd name="connsiteX0" fmla="*/ 0 w 9525"/>
                  <a:gd name="connsiteY0" fmla="*/ 0 h 37719"/>
                  <a:gd name="connsiteX1" fmla="*/ 0 w 9525"/>
                  <a:gd name="connsiteY1" fmla="*/ 37719 h 37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37719">
                    <a:moveTo>
                      <a:pt x="0" y="0"/>
                    </a:moveTo>
                    <a:lnTo>
                      <a:pt x="0" y="37719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4" name="Полилиния: фигура 73">
                <a:extLst>
                  <a:ext uri="{FF2B5EF4-FFF2-40B4-BE49-F238E27FC236}">
                    <a16:creationId xmlns:a16="http://schemas.microsoft.com/office/drawing/2014/main" id="{992E2F10-F8EA-74ED-A474-43624156564B}"/>
                  </a:ext>
                </a:extLst>
              </p:cNvPr>
              <p:cNvSpPr/>
              <p:nvPr/>
            </p:nvSpPr>
            <p:spPr>
              <a:xfrm>
                <a:off x="9050432" y="5215826"/>
                <a:ext cx="9525" cy="37719"/>
              </a:xfrm>
              <a:custGeom>
                <a:avLst/>
                <a:gdLst>
                  <a:gd name="connsiteX0" fmla="*/ 0 w 9525"/>
                  <a:gd name="connsiteY0" fmla="*/ 0 h 37719"/>
                  <a:gd name="connsiteX1" fmla="*/ 0 w 9525"/>
                  <a:gd name="connsiteY1" fmla="*/ 37719 h 37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37719">
                    <a:moveTo>
                      <a:pt x="0" y="0"/>
                    </a:moveTo>
                    <a:lnTo>
                      <a:pt x="0" y="37719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5" name="Полилиния: фигура 74">
                <a:extLst>
                  <a:ext uri="{FF2B5EF4-FFF2-40B4-BE49-F238E27FC236}">
                    <a16:creationId xmlns:a16="http://schemas.microsoft.com/office/drawing/2014/main" id="{FC44360E-7601-EBE6-65C3-B01DDCA28D36}"/>
                  </a:ext>
                </a:extLst>
              </p:cNvPr>
              <p:cNvSpPr/>
              <p:nvPr/>
            </p:nvSpPr>
            <p:spPr>
              <a:xfrm>
                <a:off x="8636000" y="5253545"/>
                <a:ext cx="459581" cy="143160"/>
              </a:xfrm>
              <a:custGeom>
                <a:avLst/>
                <a:gdLst>
                  <a:gd name="connsiteX0" fmla="*/ 416528 w 459581"/>
                  <a:gd name="connsiteY0" fmla="*/ 0 h 143160"/>
                  <a:gd name="connsiteX1" fmla="*/ 459581 w 459581"/>
                  <a:gd name="connsiteY1" fmla="*/ 43053 h 143160"/>
                  <a:gd name="connsiteX2" fmla="*/ 459581 w 459581"/>
                  <a:gd name="connsiteY2" fmla="*/ 100108 h 143160"/>
                  <a:gd name="connsiteX3" fmla="*/ 416528 w 459581"/>
                  <a:gd name="connsiteY3" fmla="*/ 143161 h 143160"/>
                  <a:gd name="connsiteX4" fmla="*/ 43053 w 459581"/>
                  <a:gd name="connsiteY4" fmla="*/ 143161 h 143160"/>
                  <a:gd name="connsiteX5" fmla="*/ 0 w 459581"/>
                  <a:gd name="connsiteY5" fmla="*/ 100108 h 143160"/>
                  <a:gd name="connsiteX6" fmla="*/ 0 w 459581"/>
                  <a:gd name="connsiteY6" fmla="*/ 43053 h 143160"/>
                  <a:gd name="connsiteX7" fmla="*/ 43053 w 459581"/>
                  <a:gd name="connsiteY7" fmla="*/ 0 h 14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9581" h="143160">
                    <a:moveTo>
                      <a:pt x="416528" y="0"/>
                    </a:moveTo>
                    <a:cubicBezTo>
                      <a:pt x="440306" y="0"/>
                      <a:pt x="459581" y="19276"/>
                      <a:pt x="459581" y="43053"/>
                    </a:cubicBezTo>
                    <a:lnTo>
                      <a:pt x="459581" y="100108"/>
                    </a:lnTo>
                    <a:cubicBezTo>
                      <a:pt x="459581" y="123885"/>
                      <a:pt x="440306" y="143161"/>
                      <a:pt x="416528" y="143161"/>
                    </a:cubicBezTo>
                    <a:lnTo>
                      <a:pt x="43053" y="143161"/>
                    </a:lnTo>
                    <a:cubicBezTo>
                      <a:pt x="19275" y="143161"/>
                      <a:pt x="0" y="123885"/>
                      <a:pt x="0" y="100108"/>
                    </a:cubicBezTo>
                    <a:lnTo>
                      <a:pt x="0" y="43053"/>
                    </a:lnTo>
                    <a:cubicBezTo>
                      <a:pt x="0" y="19275"/>
                      <a:pt x="19275" y="0"/>
                      <a:pt x="43053" y="0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6" name="Полилиния: фигура 75">
                <a:extLst>
                  <a:ext uri="{FF2B5EF4-FFF2-40B4-BE49-F238E27FC236}">
                    <a16:creationId xmlns:a16="http://schemas.microsoft.com/office/drawing/2014/main" id="{9855E14B-A232-F003-458E-C779D1AB2432}"/>
                  </a:ext>
                </a:extLst>
              </p:cNvPr>
              <p:cNvSpPr/>
              <p:nvPr/>
            </p:nvSpPr>
            <p:spPr>
              <a:xfrm>
                <a:off x="8681148" y="5306313"/>
                <a:ext cx="37718" cy="37719"/>
              </a:xfrm>
              <a:custGeom>
                <a:avLst/>
                <a:gdLst>
                  <a:gd name="connsiteX0" fmla="*/ 37719 w 37718"/>
                  <a:gd name="connsiteY0" fmla="*/ 18859 h 37719"/>
                  <a:gd name="connsiteX1" fmla="*/ 18859 w 37718"/>
                  <a:gd name="connsiteY1" fmla="*/ 37719 h 37719"/>
                  <a:gd name="connsiteX2" fmla="*/ 0 w 37718"/>
                  <a:gd name="connsiteY2" fmla="*/ 18859 h 37719"/>
                  <a:gd name="connsiteX3" fmla="*/ 18859 w 37718"/>
                  <a:gd name="connsiteY3" fmla="*/ 0 h 37719"/>
                  <a:gd name="connsiteX4" fmla="*/ 37719 w 37718"/>
                  <a:gd name="connsiteY4" fmla="*/ 18859 h 37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18" h="37719">
                    <a:moveTo>
                      <a:pt x="37719" y="18859"/>
                    </a:moveTo>
                    <a:cubicBezTo>
                      <a:pt x="37719" y="29275"/>
                      <a:pt x="29275" y="37719"/>
                      <a:pt x="18859" y="37719"/>
                    </a:cubicBezTo>
                    <a:cubicBezTo>
                      <a:pt x="8444" y="37719"/>
                      <a:pt x="0" y="29275"/>
                      <a:pt x="0" y="18859"/>
                    </a:cubicBezTo>
                    <a:cubicBezTo>
                      <a:pt x="0" y="8444"/>
                      <a:pt x="8444" y="0"/>
                      <a:pt x="18859" y="0"/>
                    </a:cubicBezTo>
                    <a:cubicBezTo>
                      <a:pt x="29275" y="0"/>
                      <a:pt x="37719" y="8444"/>
                      <a:pt x="37719" y="18859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7" name="Полилиния: фигура 76">
                <a:extLst>
                  <a:ext uri="{FF2B5EF4-FFF2-40B4-BE49-F238E27FC236}">
                    <a16:creationId xmlns:a16="http://schemas.microsoft.com/office/drawing/2014/main" id="{43F56590-C673-9EB0-3688-0D504A00D413}"/>
                  </a:ext>
                </a:extLst>
              </p:cNvPr>
              <p:cNvSpPr/>
              <p:nvPr/>
            </p:nvSpPr>
            <p:spPr>
              <a:xfrm>
                <a:off x="8741441" y="5306313"/>
                <a:ext cx="37719" cy="37719"/>
              </a:xfrm>
              <a:custGeom>
                <a:avLst/>
                <a:gdLst>
                  <a:gd name="connsiteX0" fmla="*/ 37719 w 37719"/>
                  <a:gd name="connsiteY0" fmla="*/ 18859 h 37719"/>
                  <a:gd name="connsiteX1" fmla="*/ 18860 w 37719"/>
                  <a:gd name="connsiteY1" fmla="*/ 37719 h 37719"/>
                  <a:gd name="connsiteX2" fmla="*/ 0 w 37719"/>
                  <a:gd name="connsiteY2" fmla="*/ 18859 h 37719"/>
                  <a:gd name="connsiteX3" fmla="*/ 18860 w 37719"/>
                  <a:gd name="connsiteY3" fmla="*/ 0 h 37719"/>
                  <a:gd name="connsiteX4" fmla="*/ 37719 w 37719"/>
                  <a:gd name="connsiteY4" fmla="*/ 18859 h 37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19" h="37719">
                    <a:moveTo>
                      <a:pt x="37719" y="18859"/>
                    </a:moveTo>
                    <a:cubicBezTo>
                      <a:pt x="37719" y="29275"/>
                      <a:pt x="29275" y="37719"/>
                      <a:pt x="18860" y="37719"/>
                    </a:cubicBezTo>
                    <a:cubicBezTo>
                      <a:pt x="8444" y="37719"/>
                      <a:pt x="0" y="29275"/>
                      <a:pt x="0" y="18859"/>
                    </a:cubicBezTo>
                    <a:cubicBezTo>
                      <a:pt x="0" y="8444"/>
                      <a:pt x="8444" y="0"/>
                      <a:pt x="18860" y="0"/>
                    </a:cubicBezTo>
                    <a:cubicBezTo>
                      <a:pt x="29275" y="0"/>
                      <a:pt x="37719" y="8444"/>
                      <a:pt x="37719" y="18859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8" name="Полилиния: фигура 77">
                <a:extLst>
                  <a:ext uri="{FF2B5EF4-FFF2-40B4-BE49-F238E27FC236}">
                    <a16:creationId xmlns:a16="http://schemas.microsoft.com/office/drawing/2014/main" id="{0CA3300B-68AF-0439-EF31-D461CB1F97C9}"/>
                  </a:ext>
                </a:extLst>
              </p:cNvPr>
              <p:cNvSpPr/>
              <p:nvPr/>
            </p:nvSpPr>
            <p:spPr>
              <a:xfrm>
                <a:off x="8816879" y="5253545"/>
                <a:ext cx="9525" cy="143160"/>
              </a:xfrm>
              <a:custGeom>
                <a:avLst/>
                <a:gdLst>
                  <a:gd name="connsiteX0" fmla="*/ 0 w 9525"/>
                  <a:gd name="connsiteY0" fmla="*/ 0 h 143160"/>
                  <a:gd name="connsiteX1" fmla="*/ 0 w 9525"/>
                  <a:gd name="connsiteY1" fmla="*/ 143161 h 14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143160">
                    <a:moveTo>
                      <a:pt x="0" y="0"/>
                    </a:moveTo>
                    <a:lnTo>
                      <a:pt x="0" y="143161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9" name="Полилиния: фигура 78">
                <a:extLst>
                  <a:ext uri="{FF2B5EF4-FFF2-40B4-BE49-F238E27FC236}">
                    <a16:creationId xmlns:a16="http://schemas.microsoft.com/office/drawing/2014/main" id="{BC162486-2A64-6493-915C-FFEF82762FB5}"/>
                  </a:ext>
                </a:extLst>
              </p:cNvPr>
              <p:cNvSpPr/>
              <p:nvPr/>
            </p:nvSpPr>
            <p:spPr>
              <a:xfrm>
                <a:off x="8884602" y="5328888"/>
                <a:ext cx="150780" cy="9525"/>
              </a:xfrm>
              <a:custGeom>
                <a:avLst/>
                <a:gdLst>
                  <a:gd name="connsiteX0" fmla="*/ 0 w 150780"/>
                  <a:gd name="connsiteY0" fmla="*/ 0 h 9525"/>
                  <a:gd name="connsiteX1" fmla="*/ 150781 w 150780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0780" h="9525">
                    <a:moveTo>
                      <a:pt x="0" y="0"/>
                    </a:moveTo>
                    <a:lnTo>
                      <a:pt x="150781" y="0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90" name="Дуга 89">
              <a:extLst>
                <a:ext uri="{FF2B5EF4-FFF2-40B4-BE49-F238E27FC236}">
                  <a16:creationId xmlns:a16="http://schemas.microsoft.com/office/drawing/2014/main" id="{EFB08805-8C4E-A327-3685-C9E6B64C188A}"/>
                </a:ext>
              </a:extLst>
            </p:cNvPr>
            <p:cNvSpPr/>
            <p:nvPr/>
          </p:nvSpPr>
          <p:spPr>
            <a:xfrm rot="18932393">
              <a:off x="8718570" y="4686728"/>
              <a:ext cx="830169" cy="830169"/>
            </a:xfrm>
            <a:prstGeom prst="arc">
              <a:avLst/>
            </a:prstGeom>
            <a:ln w="508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Дуга 90">
              <a:extLst>
                <a:ext uri="{FF2B5EF4-FFF2-40B4-BE49-F238E27FC236}">
                  <a16:creationId xmlns:a16="http://schemas.microsoft.com/office/drawing/2014/main" id="{3448F27B-D103-5CB8-F40C-AF1C0EF42CE9}"/>
                </a:ext>
              </a:extLst>
            </p:cNvPr>
            <p:cNvSpPr/>
            <p:nvPr/>
          </p:nvSpPr>
          <p:spPr>
            <a:xfrm rot="2667607" flipV="1">
              <a:off x="8718570" y="4767459"/>
              <a:ext cx="830169" cy="830169"/>
            </a:xfrm>
            <a:prstGeom prst="arc">
              <a:avLst/>
            </a:prstGeom>
            <a:ln w="508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F62F63E9-66FA-E36F-57EB-8C3247BBB097}"/>
              </a:ext>
            </a:extLst>
          </p:cNvPr>
          <p:cNvGrpSpPr/>
          <p:nvPr/>
        </p:nvGrpSpPr>
        <p:grpSpPr>
          <a:xfrm>
            <a:off x="11761950" y="6323177"/>
            <a:ext cx="1634372" cy="999788"/>
            <a:chOff x="11184783" y="6596211"/>
            <a:chExt cx="2236844" cy="1368336"/>
          </a:xfrm>
          <a:solidFill>
            <a:srgbClr val="00B0F0"/>
          </a:solidFill>
        </p:grpSpPr>
        <p:sp>
          <p:nvSpPr>
            <p:cNvPr id="96" name="Полилиния: фигура 95">
              <a:extLst>
                <a:ext uri="{FF2B5EF4-FFF2-40B4-BE49-F238E27FC236}">
                  <a16:creationId xmlns:a16="http://schemas.microsoft.com/office/drawing/2014/main" id="{BDD2B1F7-C8EA-C8B2-C9EB-680E5A00B1E5}"/>
                </a:ext>
              </a:extLst>
            </p:cNvPr>
            <p:cNvSpPr/>
            <p:nvPr/>
          </p:nvSpPr>
          <p:spPr>
            <a:xfrm>
              <a:off x="11184783" y="6596211"/>
              <a:ext cx="2236844" cy="1368336"/>
            </a:xfrm>
            <a:custGeom>
              <a:avLst/>
              <a:gdLst>
                <a:gd name="connsiteX0" fmla="*/ 2204421 w 2236844"/>
                <a:gd name="connsiteY0" fmla="*/ 1368337 h 1368336"/>
                <a:gd name="connsiteX1" fmla="*/ 32423 w 2236844"/>
                <a:gd name="connsiteY1" fmla="*/ 1368337 h 1368336"/>
                <a:gd name="connsiteX2" fmla="*/ 0 w 2236844"/>
                <a:gd name="connsiteY2" fmla="*/ 1335913 h 1368336"/>
                <a:gd name="connsiteX3" fmla="*/ 0 w 2236844"/>
                <a:gd name="connsiteY3" fmla="*/ 32423 h 1368336"/>
                <a:gd name="connsiteX4" fmla="*/ 32423 w 2236844"/>
                <a:gd name="connsiteY4" fmla="*/ 0 h 1368336"/>
                <a:gd name="connsiteX5" fmla="*/ 2204421 w 2236844"/>
                <a:gd name="connsiteY5" fmla="*/ 0 h 1368336"/>
                <a:gd name="connsiteX6" fmla="*/ 2236844 w 2236844"/>
                <a:gd name="connsiteY6" fmla="*/ 32423 h 1368336"/>
                <a:gd name="connsiteX7" fmla="*/ 2236844 w 2236844"/>
                <a:gd name="connsiteY7" fmla="*/ 1335913 h 1368336"/>
                <a:gd name="connsiteX8" fmla="*/ 2204421 w 2236844"/>
                <a:gd name="connsiteY8" fmla="*/ 1368337 h 1368336"/>
                <a:gd name="connsiteX9" fmla="*/ 64847 w 2236844"/>
                <a:gd name="connsiteY9" fmla="*/ 1303490 h 1368336"/>
                <a:gd name="connsiteX10" fmla="*/ 2171998 w 2236844"/>
                <a:gd name="connsiteY10" fmla="*/ 1303490 h 1368336"/>
                <a:gd name="connsiteX11" fmla="*/ 2171998 w 2236844"/>
                <a:gd name="connsiteY11" fmla="*/ 64847 h 1368336"/>
                <a:gd name="connsiteX12" fmla="*/ 64847 w 2236844"/>
                <a:gd name="connsiteY12" fmla="*/ 64847 h 1368336"/>
                <a:gd name="connsiteX13" fmla="*/ 64847 w 2236844"/>
                <a:gd name="connsiteY13" fmla="*/ 1303854 h 13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36844" h="1368336">
                  <a:moveTo>
                    <a:pt x="2204421" y="1368337"/>
                  </a:moveTo>
                  <a:lnTo>
                    <a:pt x="32423" y="1368337"/>
                  </a:lnTo>
                  <a:cubicBezTo>
                    <a:pt x="14572" y="1368337"/>
                    <a:pt x="0" y="1353764"/>
                    <a:pt x="0" y="1335913"/>
                  </a:cubicBezTo>
                  <a:lnTo>
                    <a:pt x="0" y="32423"/>
                  </a:lnTo>
                  <a:cubicBezTo>
                    <a:pt x="0" y="14572"/>
                    <a:pt x="14572" y="0"/>
                    <a:pt x="32423" y="0"/>
                  </a:cubicBezTo>
                  <a:lnTo>
                    <a:pt x="2204421" y="0"/>
                  </a:lnTo>
                  <a:cubicBezTo>
                    <a:pt x="2222272" y="0"/>
                    <a:pt x="2236844" y="14572"/>
                    <a:pt x="2236844" y="32423"/>
                  </a:cubicBezTo>
                  <a:lnTo>
                    <a:pt x="2236844" y="1335913"/>
                  </a:lnTo>
                  <a:cubicBezTo>
                    <a:pt x="2236844" y="1353764"/>
                    <a:pt x="2222272" y="1368337"/>
                    <a:pt x="2204421" y="1368337"/>
                  </a:cubicBezTo>
                  <a:close/>
                  <a:moveTo>
                    <a:pt x="64847" y="1303490"/>
                  </a:moveTo>
                  <a:lnTo>
                    <a:pt x="2171998" y="1303490"/>
                  </a:lnTo>
                  <a:lnTo>
                    <a:pt x="2171998" y="64847"/>
                  </a:lnTo>
                  <a:lnTo>
                    <a:pt x="64847" y="64847"/>
                  </a:lnTo>
                  <a:lnTo>
                    <a:pt x="64847" y="1303854"/>
                  </a:lnTo>
                  <a:close/>
                </a:path>
              </a:pathLst>
            </a:custGeom>
            <a:grpFill/>
            <a:ln w="36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: фигура 96">
              <a:extLst>
                <a:ext uri="{FF2B5EF4-FFF2-40B4-BE49-F238E27FC236}">
                  <a16:creationId xmlns:a16="http://schemas.microsoft.com/office/drawing/2014/main" id="{D3AAAB4B-2DD6-A129-7046-FF024C48F234}"/>
                </a:ext>
              </a:extLst>
            </p:cNvPr>
            <p:cNvSpPr/>
            <p:nvPr/>
          </p:nvSpPr>
          <p:spPr>
            <a:xfrm>
              <a:off x="11380415" y="6842482"/>
              <a:ext cx="491814" cy="644094"/>
            </a:xfrm>
            <a:custGeom>
              <a:avLst/>
              <a:gdLst>
                <a:gd name="connsiteX0" fmla="*/ 459391 w 491814"/>
                <a:gd name="connsiteY0" fmla="*/ 644095 h 644094"/>
                <a:gd name="connsiteX1" fmla="*/ 221499 w 491814"/>
                <a:gd name="connsiteY1" fmla="*/ 644095 h 644094"/>
                <a:gd name="connsiteX2" fmla="*/ 203648 w 491814"/>
                <a:gd name="connsiteY2" fmla="*/ 638630 h 644094"/>
                <a:gd name="connsiteX3" fmla="*/ 0 w 491814"/>
                <a:gd name="connsiteY3" fmla="*/ 322047 h 644094"/>
                <a:gd name="connsiteX4" fmla="*/ 203648 w 491814"/>
                <a:gd name="connsiteY4" fmla="*/ 5465 h 644094"/>
                <a:gd name="connsiteX5" fmla="*/ 221499 w 491814"/>
                <a:gd name="connsiteY5" fmla="*/ 0 h 644094"/>
                <a:gd name="connsiteX6" fmla="*/ 459391 w 491814"/>
                <a:gd name="connsiteY6" fmla="*/ 0 h 644094"/>
                <a:gd name="connsiteX7" fmla="*/ 491814 w 491814"/>
                <a:gd name="connsiteY7" fmla="*/ 32423 h 644094"/>
                <a:gd name="connsiteX8" fmla="*/ 491814 w 491814"/>
                <a:gd name="connsiteY8" fmla="*/ 611671 h 644094"/>
                <a:gd name="connsiteX9" fmla="*/ 459391 w 491814"/>
                <a:gd name="connsiteY9" fmla="*/ 644095 h 644094"/>
                <a:gd name="connsiteX10" fmla="*/ 231335 w 491814"/>
                <a:gd name="connsiteY10" fmla="*/ 579248 h 644094"/>
                <a:gd name="connsiteX11" fmla="*/ 426968 w 491814"/>
                <a:gd name="connsiteY11" fmla="*/ 579248 h 644094"/>
                <a:gd name="connsiteX12" fmla="*/ 426968 w 491814"/>
                <a:gd name="connsiteY12" fmla="*/ 64482 h 644094"/>
                <a:gd name="connsiteX13" fmla="*/ 231335 w 491814"/>
                <a:gd name="connsiteY13" fmla="*/ 64482 h 644094"/>
                <a:gd name="connsiteX14" fmla="*/ 64482 w 491814"/>
                <a:gd name="connsiteY14" fmla="*/ 321683 h 644094"/>
                <a:gd name="connsiteX15" fmla="*/ 231335 w 491814"/>
                <a:gd name="connsiteY15" fmla="*/ 578884 h 644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1814" h="644094">
                  <a:moveTo>
                    <a:pt x="459391" y="644095"/>
                  </a:moveTo>
                  <a:lnTo>
                    <a:pt x="221499" y="644095"/>
                  </a:lnTo>
                  <a:cubicBezTo>
                    <a:pt x="214941" y="644095"/>
                    <a:pt x="208748" y="642273"/>
                    <a:pt x="203648" y="638630"/>
                  </a:cubicBezTo>
                  <a:cubicBezTo>
                    <a:pt x="72497" y="551196"/>
                    <a:pt x="0" y="438625"/>
                    <a:pt x="0" y="322047"/>
                  </a:cubicBezTo>
                  <a:cubicBezTo>
                    <a:pt x="0" y="205469"/>
                    <a:pt x="72497" y="92898"/>
                    <a:pt x="203648" y="5465"/>
                  </a:cubicBezTo>
                  <a:cubicBezTo>
                    <a:pt x="208748" y="1822"/>
                    <a:pt x="215305" y="0"/>
                    <a:pt x="221499" y="0"/>
                  </a:cubicBezTo>
                  <a:lnTo>
                    <a:pt x="459391" y="0"/>
                  </a:lnTo>
                  <a:cubicBezTo>
                    <a:pt x="477242" y="0"/>
                    <a:pt x="491814" y="14572"/>
                    <a:pt x="491814" y="32423"/>
                  </a:cubicBezTo>
                  <a:lnTo>
                    <a:pt x="491814" y="611671"/>
                  </a:lnTo>
                  <a:cubicBezTo>
                    <a:pt x="491814" y="629522"/>
                    <a:pt x="477242" y="644095"/>
                    <a:pt x="459391" y="644095"/>
                  </a:cubicBezTo>
                  <a:close/>
                  <a:moveTo>
                    <a:pt x="231335" y="579248"/>
                  </a:moveTo>
                  <a:lnTo>
                    <a:pt x="426968" y="579248"/>
                  </a:lnTo>
                  <a:lnTo>
                    <a:pt x="426968" y="64482"/>
                  </a:lnTo>
                  <a:lnTo>
                    <a:pt x="231335" y="64482"/>
                  </a:lnTo>
                  <a:cubicBezTo>
                    <a:pt x="123500" y="138801"/>
                    <a:pt x="64482" y="229878"/>
                    <a:pt x="64482" y="321683"/>
                  </a:cubicBezTo>
                  <a:cubicBezTo>
                    <a:pt x="64482" y="413488"/>
                    <a:pt x="123500" y="504929"/>
                    <a:pt x="231335" y="578884"/>
                  </a:cubicBezTo>
                  <a:close/>
                </a:path>
              </a:pathLst>
            </a:custGeom>
            <a:grpFill/>
            <a:ln w="36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97">
              <a:extLst>
                <a:ext uri="{FF2B5EF4-FFF2-40B4-BE49-F238E27FC236}">
                  <a16:creationId xmlns:a16="http://schemas.microsoft.com/office/drawing/2014/main" id="{421D5422-6C56-103E-1A8E-8A7979893208}"/>
                </a:ext>
              </a:extLst>
            </p:cNvPr>
            <p:cNvSpPr/>
            <p:nvPr/>
          </p:nvSpPr>
          <p:spPr>
            <a:xfrm>
              <a:off x="12734180" y="6842482"/>
              <a:ext cx="491814" cy="644094"/>
            </a:xfrm>
            <a:custGeom>
              <a:avLst/>
              <a:gdLst>
                <a:gd name="connsiteX0" fmla="*/ 270316 w 491814"/>
                <a:gd name="connsiteY0" fmla="*/ 644095 h 644094"/>
                <a:gd name="connsiteX1" fmla="*/ 32423 w 491814"/>
                <a:gd name="connsiteY1" fmla="*/ 644095 h 644094"/>
                <a:gd name="connsiteX2" fmla="*/ 0 w 491814"/>
                <a:gd name="connsiteY2" fmla="*/ 611671 h 644094"/>
                <a:gd name="connsiteX3" fmla="*/ 0 w 491814"/>
                <a:gd name="connsiteY3" fmla="*/ 32423 h 644094"/>
                <a:gd name="connsiteX4" fmla="*/ 32423 w 491814"/>
                <a:gd name="connsiteY4" fmla="*/ 0 h 644094"/>
                <a:gd name="connsiteX5" fmla="*/ 270316 w 491814"/>
                <a:gd name="connsiteY5" fmla="*/ 0 h 644094"/>
                <a:gd name="connsiteX6" fmla="*/ 288167 w 491814"/>
                <a:gd name="connsiteY6" fmla="*/ 5465 h 644094"/>
                <a:gd name="connsiteX7" fmla="*/ 491814 w 491814"/>
                <a:gd name="connsiteY7" fmla="*/ 322047 h 644094"/>
                <a:gd name="connsiteX8" fmla="*/ 288167 w 491814"/>
                <a:gd name="connsiteY8" fmla="*/ 638630 h 644094"/>
                <a:gd name="connsiteX9" fmla="*/ 270316 w 491814"/>
                <a:gd name="connsiteY9" fmla="*/ 644095 h 644094"/>
                <a:gd name="connsiteX10" fmla="*/ 64482 w 491814"/>
                <a:gd name="connsiteY10" fmla="*/ 579248 h 644094"/>
                <a:gd name="connsiteX11" fmla="*/ 260115 w 491814"/>
                <a:gd name="connsiteY11" fmla="*/ 579248 h 644094"/>
                <a:gd name="connsiteX12" fmla="*/ 426968 w 491814"/>
                <a:gd name="connsiteY12" fmla="*/ 322047 h 644094"/>
                <a:gd name="connsiteX13" fmla="*/ 260115 w 491814"/>
                <a:gd name="connsiteY13" fmla="*/ 64847 h 644094"/>
                <a:gd name="connsiteX14" fmla="*/ 64482 w 491814"/>
                <a:gd name="connsiteY14" fmla="*/ 64847 h 644094"/>
                <a:gd name="connsiteX15" fmla="*/ 64482 w 491814"/>
                <a:gd name="connsiteY15" fmla="*/ 579612 h 644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1814" h="644094">
                  <a:moveTo>
                    <a:pt x="270316" y="644095"/>
                  </a:moveTo>
                  <a:lnTo>
                    <a:pt x="32423" y="644095"/>
                  </a:lnTo>
                  <a:cubicBezTo>
                    <a:pt x="14572" y="644095"/>
                    <a:pt x="0" y="629522"/>
                    <a:pt x="0" y="611671"/>
                  </a:cubicBezTo>
                  <a:lnTo>
                    <a:pt x="0" y="32423"/>
                  </a:lnTo>
                  <a:cubicBezTo>
                    <a:pt x="0" y="14572"/>
                    <a:pt x="14572" y="0"/>
                    <a:pt x="32423" y="0"/>
                  </a:cubicBezTo>
                  <a:lnTo>
                    <a:pt x="270316" y="0"/>
                  </a:lnTo>
                  <a:cubicBezTo>
                    <a:pt x="276873" y="0"/>
                    <a:pt x="283066" y="1822"/>
                    <a:pt x="288167" y="5465"/>
                  </a:cubicBezTo>
                  <a:cubicBezTo>
                    <a:pt x="419317" y="92898"/>
                    <a:pt x="491814" y="205469"/>
                    <a:pt x="491814" y="322047"/>
                  </a:cubicBezTo>
                  <a:cubicBezTo>
                    <a:pt x="491814" y="438625"/>
                    <a:pt x="419317" y="551196"/>
                    <a:pt x="288167" y="638630"/>
                  </a:cubicBezTo>
                  <a:cubicBezTo>
                    <a:pt x="282702" y="642273"/>
                    <a:pt x="276509" y="644095"/>
                    <a:pt x="270316" y="644095"/>
                  </a:cubicBezTo>
                  <a:close/>
                  <a:moveTo>
                    <a:pt x="64482" y="579248"/>
                  </a:moveTo>
                  <a:lnTo>
                    <a:pt x="260115" y="579248"/>
                  </a:lnTo>
                  <a:cubicBezTo>
                    <a:pt x="367586" y="504929"/>
                    <a:pt x="426968" y="413853"/>
                    <a:pt x="426968" y="322047"/>
                  </a:cubicBezTo>
                  <a:cubicBezTo>
                    <a:pt x="426968" y="230242"/>
                    <a:pt x="367950" y="138801"/>
                    <a:pt x="260115" y="64847"/>
                  </a:cubicBezTo>
                  <a:lnTo>
                    <a:pt x="64482" y="64847"/>
                  </a:lnTo>
                  <a:lnTo>
                    <a:pt x="64482" y="579612"/>
                  </a:lnTo>
                  <a:close/>
                </a:path>
              </a:pathLst>
            </a:custGeom>
            <a:grpFill/>
            <a:ln w="36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98">
              <a:extLst>
                <a:ext uri="{FF2B5EF4-FFF2-40B4-BE49-F238E27FC236}">
                  <a16:creationId xmlns:a16="http://schemas.microsoft.com/office/drawing/2014/main" id="{203DB96E-B0A7-E869-BC75-6517D05D9F8E}"/>
                </a:ext>
              </a:extLst>
            </p:cNvPr>
            <p:cNvSpPr/>
            <p:nvPr/>
          </p:nvSpPr>
          <p:spPr>
            <a:xfrm>
              <a:off x="11380415" y="6842482"/>
              <a:ext cx="491814" cy="644094"/>
            </a:xfrm>
            <a:custGeom>
              <a:avLst/>
              <a:gdLst>
                <a:gd name="connsiteX0" fmla="*/ 459391 w 491814"/>
                <a:gd name="connsiteY0" fmla="*/ 644095 h 644094"/>
                <a:gd name="connsiteX1" fmla="*/ 221499 w 491814"/>
                <a:gd name="connsiteY1" fmla="*/ 644095 h 644094"/>
                <a:gd name="connsiteX2" fmla="*/ 203648 w 491814"/>
                <a:gd name="connsiteY2" fmla="*/ 638630 h 644094"/>
                <a:gd name="connsiteX3" fmla="*/ 0 w 491814"/>
                <a:gd name="connsiteY3" fmla="*/ 322047 h 644094"/>
                <a:gd name="connsiteX4" fmla="*/ 203648 w 491814"/>
                <a:gd name="connsiteY4" fmla="*/ 5465 h 644094"/>
                <a:gd name="connsiteX5" fmla="*/ 221499 w 491814"/>
                <a:gd name="connsiteY5" fmla="*/ 0 h 644094"/>
                <a:gd name="connsiteX6" fmla="*/ 459391 w 491814"/>
                <a:gd name="connsiteY6" fmla="*/ 0 h 644094"/>
                <a:gd name="connsiteX7" fmla="*/ 491814 w 491814"/>
                <a:gd name="connsiteY7" fmla="*/ 32423 h 644094"/>
                <a:gd name="connsiteX8" fmla="*/ 491814 w 491814"/>
                <a:gd name="connsiteY8" fmla="*/ 611671 h 644094"/>
                <a:gd name="connsiteX9" fmla="*/ 459391 w 491814"/>
                <a:gd name="connsiteY9" fmla="*/ 644095 h 644094"/>
                <a:gd name="connsiteX10" fmla="*/ 231335 w 491814"/>
                <a:gd name="connsiteY10" fmla="*/ 579248 h 644094"/>
                <a:gd name="connsiteX11" fmla="*/ 426968 w 491814"/>
                <a:gd name="connsiteY11" fmla="*/ 579248 h 644094"/>
                <a:gd name="connsiteX12" fmla="*/ 426968 w 491814"/>
                <a:gd name="connsiteY12" fmla="*/ 64482 h 644094"/>
                <a:gd name="connsiteX13" fmla="*/ 231335 w 491814"/>
                <a:gd name="connsiteY13" fmla="*/ 64482 h 644094"/>
                <a:gd name="connsiteX14" fmla="*/ 64482 w 491814"/>
                <a:gd name="connsiteY14" fmla="*/ 321683 h 644094"/>
                <a:gd name="connsiteX15" fmla="*/ 231335 w 491814"/>
                <a:gd name="connsiteY15" fmla="*/ 578884 h 644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1814" h="644094">
                  <a:moveTo>
                    <a:pt x="459391" y="644095"/>
                  </a:moveTo>
                  <a:lnTo>
                    <a:pt x="221499" y="644095"/>
                  </a:lnTo>
                  <a:cubicBezTo>
                    <a:pt x="214941" y="644095"/>
                    <a:pt x="208748" y="642273"/>
                    <a:pt x="203648" y="638630"/>
                  </a:cubicBezTo>
                  <a:cubicBezTo>
                    <a:pt x="72497" y="551196"/>
                    <a:pt x="0" y="438625"/>
                    <a:pt x="0" y="322047"/>
                  </a:cubicBezTo>
                  <a:cubicBezTo>
                    <a:pt x="0" y="205469"/>
                    <a:pt x="72497" y="92898"/>
                    <a:pt x="203648" y="5465"/>
                  </a:cubicBezTo>
                  <a:cubicBezTo>
                    <a:pt x="208748" y="1822"/>
                    <a:pt x="215305" y="0"/>
                    <a:pt x="221499" y="0"/>
                  </a:cubicBezTo>
                  <a:lnTo>
                    <a:pt x="459391" y="0"/>
                  </a:lnTo>
                  <a:cubicBezTo>
                    <a:pt x="477242" y="0"/>
                    <a:pt x="491814" y="14572"/>
                    <a:pt x="491814" y="32423"/>
                  </a:cubicBezTo>
                  <a:lnTo>
                    <a:pt x="491814" y="611671"/>
                  </a:lnTo>
                  <a:cubicBezTo>
                    <a:pt x="491814" y="629522"/>
                    <a:pt x="477242" y="644095"/>
                    <a:pt x="459391" y="644095"/>
                  </a:cubicBezTo>
                  <a:close/>
                  <a:moveTo>
                    <a:pt x="231335" y="579248"/>
                  </a:moveTo>
                  <a:lnTo>
                    <a:pt x="426968" y="579248"/>
                  </a:lnTo>
                  <a:lnTo>
                    <a:pt x="426968" y="64482"/>
                  </a:lnTo>
                  <a:lnTo>
                    <a:pt x="231335" y="64482"/>
                  </a:lnTo>
                  <a:cubicBezTo>
                    <a:pt x="123500" y="138801"/>
                    <a:pt x="64482" y="229878"/>
                    <a:pt x="64482" y="321683"/>
                  </a:cubicBezTo>
                  <a:cubicBezTo>
                    <a:pt x="64482" y="413488"/>
                    <a:pt x="123500" y="504929"/>
                    <a:pt x="231335" y="578884"/>
                  </a:cubicBezTo>
                  <a:close/>
                </a:path>
              </a:pathLst>
            </a:custGeom>
            <a:grpFill/>
            <a:ln w="36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99">
              <a:extLst>
                <a:ext uri="{FF2B5EF4-FFF2-40B4-BE49-F238E27FC236}">
                  <a16:creationId xmlns:a16="http://schemas.microsoft.com/office/drawing/2014/main" id="{72A459BA-6136-7343-0625-91884E7F126E}"/>
                </a:ext>
              </a:extLst>
            </p:cNvPr>
            <p:cNvSpPr/>
            <p:nvPr/>
          </p:nvSpPr>
          <p:spPr>
            <a:xfrm>
              <a:off x="12734180" y="6842482"/>
              <a:ext cx="491814" cy="644094"/>
            </a:xfrm>
            <a:custGeom>
              <a:avLst/>
              <a:gdLst>
                <a:gd name="connsiteX0" fmla="*/ 270316 w 491814"/>
                <a:gd name="connsiteY0" fmla="*/ 644095 h 644094"/>
                <a:gd name="connsiteX1" fmla="*/ 32423 w 491814"/>
                <a:gd name="connsiteY1" fmla="*/ 644095 h 644094"/>
                <a:gd name="connsiteX2" fmla="*/ 0 w 491814"/>
                <a:gd name="connsiteY2" fmla="*/ 611671 h 644094"/>
                <a:gd name="connsiteX3" fmla="*/ 0 w 491814"/>
                <a:gd name="connsiteY3" fmla="*/ 32423 h 644094"/>
                <a:gd name="connsiteX4" fmla="*/ 32423 w 491814"/>
                <a:gd name="connsiteY4" fmla="*/ 0 h 644094"/>
                <a:gd name="connsiteX5" fmla="*/ 270316 w 491814"/>
                <a:gd name="connsiteY5" fmla="*/ 0 h 644094"/>
                <a:gd name="connsiteX6" fmla="*/ 288167 w 491814"/>
                <a:gd name="connsiteY6" fmla="*/ 5465 h 644094"/>
                <a:gd name="connsiteX7" fmla="*/ 491814 w 491814"/>
                <a:gd name="connsiteY7" fmla="*/ 322047 h 644094"/>
                <a:gd name="connsiteX8" fmla="*/ 288167 w 491814"/>
                <a:gd name="connsiteY8" fmla="*/ 638630 h 644094"/>
                <a:gd name="connsiteX9" fmla="*/ 270316 w 491814"/>
                <a:gd name="connsiteY9" fmla="*/ 644095 h 644094"/>
                <a:gd name="connsiteX10" fmla="*/ 64482 w 491814"/>
                <a:gd name="connsiteY10" fmla="*/ 579248 h 644094"/>
                <a:gd name="connsiteX11" fmla="*/ 260115 w 491814"/>
                <a:gd name="connsiteY11" fmla="*/ 579248 h 644094"/>
                <a:gd name="connsiteX12" fmla="*/ 426968 w 491814"/>
                <a:gd name="connsiteY12" fmla="*/ 322047 h 644094"/>
                <a:gd name="connsiteX13" fmla="*/ 260115 w 491814"/>
                <a:gd name="connsiteY13" fmla="*/ 64847 h 644094"/>
                <a:gd name="connsiteX14" fmla="*/ 64482 w 491814"/>
                <a:gd name="connsiteY14" fmla="*/ 64847 h 644094"/>
                <a:gd name="connsiteX15" fmla="*/ 64482 w 491814"/>
                <a:gd name="connsiteY15" fmla="*/ 579612 h 644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1814" h="644094">
                  <a:moveTo>
                    <a:pt x="270316" y="644095"/>
                  </a:moveTo>
                  <a:lnTo>
                    <a:pt x="32423" y="644095"/>
                  </a:lnTo>
                  <a:cubicBezTo>
                    <a:pt x="14572" y="644095"/>
                    <a:pt x="0" y="629522"/>
                    <a:pt x="0" y="611671"/>
                  </a:cubicBezTo>
                  <a:lnTo>
                    <a:pt x="0" y="32423"/>
                  </a:lnTo>
                  <a:cubicBezTo>
                    <a:pt x="0" y="14572"/>
                    <a:pt x="14572" y="0"/>
                    <a:pt x="32423" y="0"/>
                  </a:cubicBezTo>
                  <a:lnTo>
                    <a:pt x="270316" y="0"/>
                  </a:lnTo>
                  <a:cubicBezTo>
                    <a:pt x="276873" y="0"/>
                    <a:pt x="283066" y="1822"/>
                    <a:pt x="288167" y="5465"/>
                  </a:cubicBezTo>
                  <a:cubicBezTo>
                    <a:pt x="419317" y="92898"/>
                    <a:pt x="491814" y="205469"/>
                    <a:pt x="491814" y="322047"/>
                  </a:cubicBezTo>
                  <a:cubicBezTo>
                    <a:pt x="491814" y="438625"/>
                    <a:pt x="419317" y="551196"/>
                    <a:pt x="288167" y="638630"/>
                  </a:cubicBezTo>
                  <a:cubicBezTo>
                    <a:pt x="282702" y="642273"/>
                    <a:pt x="276509" y="644095"/>
                    <a:pt x="270316" y="644095"/>
                  </a:cubicBezTo>
                  <a:close/>
                  <a:moveTo>
                    <a:pt x="64482" y="579248"/>
                  </a:moveTo>
                  <a:lnTo>
                    <a:pt x="260115" y="579248"/>
                  </a:lnTo>
                  <a:cubicBezTo>
                    <a:pt x="367586" y="504929"/>
                    <a:pt x="426968" y="413853"/>
                    <a:pt x="426968" y="322047"/>
                  </a:cubicBezTo>
                  <a:cubicBezTo>
                    <a:pt x="426968" y="230242"/>
                    <a:pt x="367950" y="138801"/>
                    <a:pt x="260115" y="64847"/>
                  </a:cubicBezTo>
                  <a:lnTo>
                    <a:pt x="64482" y="64847"/>
                  </a:lnTo>
                  <a:lnTo>
                    <a:pt x="64482" y="579612"/>
                  </a:lnTo>
                  <a:close/>
                </a:path>
              </a:pathLst>
            </a:custGeom>
            <a:grpFill/>
            <a:ln w="36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100">
              <a:extLst>
                <a:ext uri="{FF2B5EF4-FFF2-40B4-BE49-F238E27FC236}">
                  <a16:creationId xmlns:a16="http://schemas.microsoft.com/office/drawing/2014/main" id="{C39462C1-2C49-D3F5-A9AD-BBCBEC8DA37D}"/>
                </a:ext>
              </a:extLst>
            </p:cNvPr>
            <p:cNvSpPr/>
            <p:nvPr/>
          </p:nvSpPr>
          <p:spPr>
            <a:xfrm>
              <a:off x="11568398" y="6951045"/>
              <a:ext cx="303831" cy="426967"/>
            </a:xfrm>
            <a:custGeom>
              <a:avLst/>
              <a:gdLst>
                <a:gd name="connsiteX0" fmla="*/ 213484 w 303831"/>
                <a:gd name="connsiteY0" fmla="*/ 426968 h 426967"/>
                <a:gd name="connsiteX1" fmla="*/ 0 w 303831"/>
                <a:gd name="connsiteY1" fmla="*/ 213484 h 426967"/>
                <a:gd name="connsiteX2" fmla="*/ 213484 w 303831"/>
                <a:gd name="connsiteY2" fmla="*/ 0 h 426967"/>
                <a:gd name="connsiteX3" fmla="*/ 281974 w 303831"/>
                <a:gd name="connsiteY3" fmla="*/ 11294 h 426967"/>
                <a:gd name="connsiteX4" fmla="*/ 303832 w 303831"/>
                <a:gd name="connsiteY4" fmla="*/ 41895 h 426967"/>
                <a:gd name="connsiteX5" fmla="*/ 303832 w 303831"/>
                <a:gd name="connsiteY5" fmla="*/ 385072 h 426967"/>
                <a:gd name="connsiteX6" fmla="*/ 281974 w 303831"/>
                <a:gd name="connsiteY6" fmla="*/ 415674 h 426967"/>
                <a:gd name="connsiteX7" fmla="*/ 213484 w 303831"/>
                <a:gd name="connsiteY7" fmla="*/ 426968 h 426967"/>
                <a:gd name="connsiteX8" fmla="*/ 213484 w 303831"/>
                <a:gd name="connsiteY8" fmla="*/ 64847 h 426967"/>
                <a:gd name="connsiteX9" fmla="*/ 64847 w 303831"/>
                <a:gd name="connsiteY9" fmla="*/ 213484 h 426967"/>
                <a:gd name="connsiteX10" fmla="*/ 213484 w 303831"/>
                <a:gd name="connsiteY10" fmla="*/ 362121 h 426967"/>
                <a:gd name="connsiteX11" fmla="*/ 238985 w 303831"/>
                <a:gd name="connsiteY11" fmla="*/ 359935 h 426967"/>
                <a:gd name="connsiteX12" fmla="*/ 238985 w 303831"/>
                <a:gd name="connsiteY12" fmla="*/ 67032 h 426967"/>
                <a:gd name="connsiteX13" fmla="*/ 213484 w 303831"/>
                <a:gd name="connsiteY13" fmla="*/ 64847 h 426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3831" h="426967">
                  <a:moveTo>
                    <a:pt x="213484" y="426968"/>
                  </a:moveTo>
                  <a:cubicBezTo>
                    <a:pt x="95813" y="426968"/>
                    <a:pt x="0" y="331155"/>
                    <a:pt x="0" y="213484"/>
                  </a:cubicBezTo>
                  <a:cubicBezTo>
                    <a:pt x="0" y="95813"/>
                    <a:pt x="95813" y="0"/>
                    <a:pt x="213484" y="0"/>
                  </a:cubicBezTo>
                  <a:cubicBezTo>
                    <a:pt x="236800" y="0"/>
                    <a:pt x="259751" y="3643"/>
                    <a:pt x="281974" y="11294"/>
                  </a:cubicBezTo>
                  <a:cubicBezTo>
                    <a:pt x="295089" y="15665"/>
                    <a:pt x="303832" y="28052"/>
                    <a:pt x="303832" y="41895"/>
                  </a:cubicBezTo>
                  <a:lnTo>
                    <a:pt x="303832" y="385072"/>
                  </a:lnTo>
                  <a:cubicBezTo>
                    <a:pt x="303832" y="398916"/>
                    <a:pt x="295089" y="411302"/>
                    <a:pt x="281974" y="415674"/>
                  </a:cubicBezTo>
                  <a:cubicBezTo>
                    <a:pt x="260115" y="423325"/>
                    <a:pt x="237164" y="426968"/>
                    <a:pt x="213484" y="426968"/>
                  </a:cubicBezTo>
                  <a:close/>
                  <a:moveTo>
                    <a:pt x="213484" y="64847"/>
                  </a:moveTo>
                  <a:cubicBezTo>
                    <a:pt x="131515" y="64847"/>
                    <a:pt x="64847" y="131515"/>
                    <a:pt x="64847" y="213484"/>
                  </a:cubicBezTo>
                  <a:cubicBezTo>
                    <a:pt x="64847" y="295453"/>
                    <a:pt x="131515" y="362121"/>
                    <a:pt x="213484" y="362121"/>
                  </a:cubicBezTo>
                  <a:cubicBezTo>
                    <a:pt x="222227" y="362121"/>
                    <a:pt x="230606" y="361392"/>
                    <a:pt x="238985" y="359935"/>
                  </a:cubicBezTo>
                  <a:lnTo>
                    <a:pt x="238985" y="67032"/>
                  </a:lnTo>
                  <a:cubicBezTo>
                    <a:pt x="230606" y="65575"/>
                    <a:pt x="221863" y="64847"/>
                    <a:pt x="213484" y="64847"/>
                  </a:cubicBezTo>
                  <a:close/>
                </a:path>
              </a:pathLst>
            </a:custGeom>
            <a:grpFill/>
            <a:ln w="36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101">
              <a:extLst>
                <a:ext uri="{FF2B5EF4-FFF2-40B4-BE49-F238E27FC236}">
                  <a16:creationId xmlns:a16="http://schemas.microsoft.com/office/drawing/2014/main" id="{73D104BB-32FA-63DD-FAEC-87816497C9DB}"/>
                </a:ext>
              </a:extLst>
            </p:cNvPr>
            <p:cNvSpPr/>
            <p:nvPr/>
          </p:nvSpPr>
          <p:spPr>
            <a:xfrm>
              <a:off x="12734180" y="6951045"/>
              <a:ext cx="303831" cy="426967"/>
            </a:xfrm>
            <a:custGeom>
              <a:avLst/>
              <a:gdLst>
                <a:gd name="connsiteX0" fmla="*/ 90348 w 303831"/>
                <a:gd name="connsiteY0" fmla="*/ 426968 h 426967"/>
                <a:gd name="connsiteX1" fmla="*/ 21858 w 303831"/>
                <a:gd name="connsiteY1" fmla="*/ 415674 h 426967"/>
                <a:gd name="connsiteX2" fmla="*/ 0 w 303831"/>
                <a:gd name="connsiteY2" fmla="*/ 385072 h 426967"/>
                <a:gd name="connsiteX3" fmla="*/ 0 w 303831"/>
                <a:gd name="connsiteY3" fmla="*/ 41895 h 426967"/>
                <a:gd name="connsiteX4" fmla="*/ 21858 w 303831"/>
                <a:gd name="connsiteY4" fmla="*/ 11294 h 426967"/>
                <a:gd name="connsiteX5" fmla="*/ 90348 w 303831"/>
                <a:gd name="connsiteY5" fmla="*/ 0 h 426967"/>
                <a:gd name="connsiteX6" fmla="*/ 303832 w 303831"/>
                <a:gd name="connsiteY6" fmla="*/ 213484 h 426967"/>
                <a:gd name="connsiteX7" fmla="*/ 90348 w 303831"/>
                <a:gd name="connsiteY7" fmla="*/ 426968 h 426967"/>
                <a:gd name="connsiteX8" fmla="*/ 64482 w 303831"/>
                <a:gd name="connsiteY8" fmla="*/ 359935 h 426967"/>
                <a:gd name="connsiteX9" fmla="*/ 89984 w 303831"/>
                <a:gd name="connsiteY9" fmla="*/ 362121 h 426967"/>
                <a:gd name="connsiteX10" fmla="*/ 238621 w 303831"/>
                <a:gd name="connsiteY10" fmla="*/ 213484 h 426967"/>
                <a:gd name="connsiteX11" fmla="*/ 89984 w 303831"/>
                <a:gd name="connsiteY11" fmla="*/ 64847 h 426967"/>
                <a:gd name="connsiteX12" fmla="*/ 64482 w 303831"/>
                <a:gd name="connsiteY12" fmla="*/ 67032 h 426967"/>
                <a:gd name="connsiteX13" fmla="*/ 64482 w 303831"/>
                <a:gd name="connsiteY13" fmla="*/ 359935 h 426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3831" h="426967">
                  <a:moveTo>
                    <a:pt x="90348" y="426968"/>
                  </a:moveTo>
                  <a:cubicBezTo>
                    <a:pt x="67032" y="426968"/>
                    <a:pt x="44081" y="423325"/>
                    <a:pt x="21858" y="415674"/>
                  </a:cubicBezTo>
                  <a:cubicBezTo>
                    <a:pt x="8743" y="411302"/>
                    <a:pt x="0" y="398916"/>
                    <a:pt x="0" y="385072"/>
                  </a:cubicBezTo>
                  <a:lnTo>
                    <a:pt x="0" y="41895"/>
                  </a:lnTo>
                  <a:cubicBezTo>
                    <a:pt x="0" y="28052"/>
                    <a:pt x="8743" y="15665"/>
                    <a:pt x="21858" y="11294"/>
                  </a:cubicBezTo>
                  <a:cubicBezTo>
                    <a:pt x="43717" y="3643"/>
                    <a:pt x="66668" y="0"/>
                    <a:pt x="90348" y="0"/>
                  </a:cubicBezTo>
                  <a:cubicBezTo>
                    <a:pt x="208019" y="0"/>
                    <a:pt x="303832" y="95813"/>
                    <a:pt x="303832" y="213484"/>
                  </a:cubicBezTo>
                  <a:cubicBezTo>
                    <a:pt x="303832" y="331155"/>
                    <a:pt x="208019" y="426968"/>
                    <a:pt x="90348" y="426968"/>
                  </a:cubicBezTo>
                  <a:close/>
                  <a:moveTo>
                    <a:pt x="64482" y="359935"/>
                  </a:moveTo>
                  <a:cubicBezTo>
                    <a:pt x="72861" y="361392"/>
                    <a:pt x="81240" y="362121"/>
                    <a:pt x="89984" y="362121"/>
                  </a:cubicBezTo>
                  <a:cubicBezTo>
                    <a:pt x="171953" y="362121"/>
                    <a:pt x="238621" y="295453"/>
                    <a:pt x="238621" y="213484"/>
                  </a:cubicBezTo>
                  <a:cubicBezTo>
                    <a:pt x="238621" y="131515"/>
                    <a:pt x="171953" y="64847"/>
                    <a:pt x="89984" y="64847"/>
                  </a:cubicBezTo>
                  <a:cubicBezTo>
                    <a:pt x="81240" y="64847"/>
                    <a:pt x="72861" y="65575"/>
                    <a:pt x="64482" y="67032"/>
                  </a:cubicBezTo>
                  <a:lnTo>
                    <a:pt x="64482" y="359935"/>
                  </a:lnTo>
                  <a:close/>
                </a:path>
              </a:pathLst>
            </a:custGeom>
            <a:grpFill/>
            <a:ln w="36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102">
              <a:extLst>
                <a:ext uri="{FF2B5EF4-FFF2-40B4-BE49-F238E27FC236}">
                  <a16:creationId xmlns:a16="http://schemas.microsoft.com/office/drawing/2014/main" id="{87AA8465-0D48-C29A-D1CA-A3C3D0A3877A}"/>
                </a:ext>
              </a:extLst>
            </p:cNvPr>
            <p:cNvSpPr/>
            <p:nvPr/>
          </p:nvSpPr>
          <p:spPr>
            <a:xfrm>
              <a:off x="11952013" y="6842482"/>
              <a:ext cx="702019" cy="644094"/>
            </a:xfrm>
            <a:custGeom>
              <a:avLst/>
              <a:gdLst>
                <a:gd name="connsiteX0" fmla="*/ 669596 w 702019"/>
                <a:gd name="connsiteY0" fmla="*/ 644095 h 644094"/>
                <a:gd name="connsiteX1" fmla="*/ 32423 w 702019"/>
                <a:gd name="connsiteY1" fmla="*/ 644095 h 644094"/>
                <a:gd name="connsiteX2" fmla="*/ 0 w 702019"/>
                <a:gd name="connsiteY2" fmla="*/ 611671 h 644094"/>
                <a:gd name="connsiteX3" fmla="*/ 0 w 702019"/>
                <a:gd name="connsiteY3" fmla="*/ 32423 h 644094"/>
                <a:gd name="connsiteX4" fmla="*/ 32423 w 702019"/>
                <a:gd name="connsiteY4" fmla="*/ 0 h 644094"/>
                <a:gd name="connsiteX5" fmla="*/ 669596 w 702019"/>
                <a:gd name="connsiteY5" fmla="*/ 0 h 644094"/>
                <a:gd name="connsiteX6" fmla="*/ 702019 w 702019"/>
                <a:gd name="connsiteY6" fmla="*/ 32423 h 644094"/>
                <a:gd name="connsiteX7" fmla="*/ 702019 w 702019"/>
                <a:gd name="connsiteY7" fmla="*/ 611671 h 644094"/>
                <a:gd name="connsiteX8" fmla="*/ 669596 w 702019"/>
                <a:gd name="connsiteY8" fmla="*/ 644095 h 644094"/>
                <a:gd name="connsiteX9" fmla="*/ 64847 w 702019"/>
                <a:gd name="connsiteY9" fmla="*/ 579248 h 644094"/>
                <a:gd name="connsiteX10" fmla="*/ 637173 w 702019"/>
                <a:gd name="connsiteY10" fmla="*/ 579248 h 644094"/>
                <a:gd name="connsiteX11" fmla="*/ 637173 w 702019"/>
                <a:gd name="connsiteY11" fmla="*/ 64482 h 644094"/>
                <a:gd name="connsiteX12" fmla="*/ 64847 w 702019"/>
                <a:gd name="connsiteY12" fmla="*/ 64482 h 644094"/>
                <a:gd name="connsiteX13" fmla="*/ 64847 w 702019"/>
                <a:gd name="connsiteY13" fmla="*/ 579248 h 644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2019" h="644094">
                  <a:moveTo>
                    <a:pt x="669596" y="644095"/>
                  </a:moveTo>
                  <a:lnTo>
                    <a:pt x="32423" y="644095"/>
                  </a:lnTo>
                  <a:cubicBezTo>
                    <a:pt x="14572" y="644095"/>
                    <a:pt x="0" y="629522"/>
                    <a:pt x="0" y="611671"/>
                  </a:cubicBezTo>
                  <a:lnTo>
                    <a:pt x="0" y="32423"/>
                  </a:lnTo>
                  <a:cubicBezTo>
                    <a:pt x="0" y="14572"/>
                    <a:pt x="14572" y="0"/>
                    <a:pt x="32423" y="0"/>
                  </a:cubicBezTo>
                  <a:lnTo>
                    <a:pt x="669596" y="0"/>
                  </a:lnTo>
                  <a:cubicBezTo>
                    <a:pt x="687447" y="0"/>
                    <a:pt x="702019" y="14572"/>
                    <a:pt x="702019" y="32423"/>
                  </a:cubicBezTo>
                  <a:lnTo>
                    <a:pt x="702019" y="611671"/>
                  </a:lnTo>
                  <a:cubicBezTo>
                    <a:pt x="702019" y="629522"/>
                    <a:pt x="687447" y="644095"/>
                    <a:pt x="669596" y="644095"/>
                  </a:cubicBezTo>
                  <a:close/>
                  <a:moveTo>
                    <a:pt x="64847" y="579248"/>
                  </a:moveTo>
                  <a:lnTo>
                    <a:pt x="637173" y="579248"/>
                  </a:lnTo>
                  <a:lnTo>
                    <a:pt x="637173" y="64482"/>
                  </a:lnTo>
                  <a:lnTo>
                    <a:pt x="64847" y="64482"/>
                  </a:lnTo>
                  <a:lnTo>
                    <a:pt x="64847" y="579248"/>
                  </a:lnTo>
                  <a:close/>
                </a:path>
              </a:pathLst>
            </a:custGeom>
            <a:grpFill/>
            <a:ln w="36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103">
              <a:extLst>
                <a:ext uri="{FF2B5EF4-FFF2-40B4-BE49-F238E27FC236}">
                  <a16:creationId xmlns:a16="http://schemas.microsoft.com/office/drawing/2014/main" id="{5A519C12-1E31-EBF5-B384-C1D5195410F6}"/>
                </a:ext>
              </a:extLst>
            </p:cNvPr>
            <p:cNvSpPr/>
            <p:nvPr/>
          </p:nvSpPr>
          <p:spPr>
            <a:xfrm>
              <a:off x="11952377" y="6842118"/>
              <a:ext cx="332612" cy="260479"/>
            </a:xfrm>
            <a:custGeom>
              <a:avLst/>
              <a:gdLst>
                <a:gd name="connsiteX0" fmla="*/ 300189 w 332612"/>
                <a:gd name="connsiteY0" fmla="*/ 260479 h 260479"/>
                <a:gd name="connsiteX1" fmla="*/ 32423 w 332612"/>
                <a:gd name="connsiteY1" fmla="*/ 260479 h 260479"/>
                <a:gd name="connsiteX2" fmla="*/ 0 w 332612"/>
                <a:gd name="connsiteY2" fmla="*/ 228056 h 260479"/>
                <a:gd name="connsiteX3" fmla="*/ 0 w 332612"/>
                <a:gd name="connsiteY3" fmla="*/ 32423 h 260479"/>
                <a:gd name="connsiteX4" fmla="*/ 32423 w 332612"/>
                <a:gd name="connsiteY4" fmla="*/ 0 h 260479"/>
                <a:gd name="connsiteX5" fmla="*/ 300189 w 332612"/>
                <a:gd name="connsiteY5" fmla="*/ 0 h 260479"/>
                <a:gd name="connsiteX6" fmla="*/ 332612 w 332612"/>
                <a:gd name="connsiteY6" fmla="*/ 32423 h 260479"/>
                <a:gd name="connsiteX7" fmla="*/ 332612 w 332612"/>
                <a:gd name="connsiteY7" fmla="*/ 228056 h 260479"/>
                <a:gd name="connsiteX8" fmla="*/ 300189 w 332612"/>
                <a:gd name="connsiteY8" fmla="*/ 260479 h 260479"/>
                <a:gd name="connsiteX9" fmla="*/ 64482 w 332612"/>
                <a:gd name="connsiteY9" fmla="*/ 195997 h 260479"/>
                <a:gd name="connsiteX10" fmla="*/ 267766 w 332612"/>
                <a:gd name="connsiteY10" fmla="*/ 195997 h 260479"/>
                <a:gd name="connsiteX11" fmla="*/ 267766 w 332612"/>
                <a:gd name="connsiteY11" fmla="*/ 65211 h 260479"/>
                <a:gd name="connsiteX12" fmla="*/ 64482 w 332612"/>
                <a:gd name="connsiteY12" fmla="*/ 65211 h 260479"/>
                <a:gd name="connsiteX13" fmla="*/ 64482 w 332612"/>
                <a:gd name="connsiteY13" fmla="*/ 195997 h 26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2612" h="260479">
                  <a:moveTo>
                    <a:pt x="300189" y="260479"/>
                  </a:moveTo>
                  <a:lnTo>
                    <a:pt x="32423" y="260479"/>
                  </a:lnTo>
                  <a:cubicBezTo>
                    <a:pt x="14572" y="260479"/>
                    <a:pt x="0" y="245907"/>
                    <a:pt x="0" y="228056"/>
                  </a:cubicBezTo>
                  <a:lnTo>
                    <a:pt x="0" y="32423"/>
                  </a:lnTo>
                  <a:cubicBezTo>
                    <a:pt x="0" y="14572"/>
                    <a:pt x="14572" y="0"/>
                    <a:pt x="32423" y="0"/>
                  </a:cubicBezTo>
                  <a:lnTo>
                    <a:pt x="300189" y="0"/>
                  </a:lnTo>
                  <a:cubicBezTo>
                    <a:pt x="318040" y="0"/>
                    <a:pt x="332612" y="14572"/>
                    <a:pt x="332612" y="32423"/>
                  </a:cubicBezTo>
                  <a:lnTo>
                    <a:pt x="332612" y="228056"/>
                  </a:lnTo>
                  <a:cubicBezTo>
                    <a:pt x="332612" y="245907"/>
                    <a:pt x="318040" y="260479"/>
                    <a:pt x="300189" y="260479"/>
                  </a:cubicBezTo>
                  <a:close/>
                  <a:moveTo>
                    <a:pt x="64482" y="195997"/>
                  </a:moveTo>
                  <a:lnTo>
                    <a:pt x="267766" y="195997"/>
                  </a:lnTo>
                  <a:lnTo>
                    <a:pt x="267766" y="65211"/>
                  </a:lnTo>
                  <a:lnTo>
                    <a:pt x="64482" y="65211"/>
                  </a:lnTo>
                  <a:lnTo>
                    <a:pt x="64482" y="195997"/>
                  </a:lnTo>
                  <a:close/>
                </a:path>
              </a:pathLst>
            </a:custGeom>
            <a:grpFill/>
            <a:ln w="36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104">
              <a:extLst>
                <a:ext uri="{FF2B5EF4-FFF2-40B4-BE49-F238E27FC236}">
                  <a16:creationId xmlns:a16="http://schemas.microsoft.com/office/drawing/2014/main" id="{5DCD3551-2A4F-D1CD-7EAA-DDF60A5412C9}"/>
                </a:ext>
              </a:extLst>
            </p:cNvPr>
            <p:cNvSpPr/>
            <p:nvPr/>
          </p:nvSpPr>
          <p:spPr>
            <a:xfrm>
              <a:off x="11184783" y="7635578"/>
              <a:ext cx="2236844" cy="64846"/>
            </a:xfrm>
            <a:custGeom>
              <a:avLst/>
              <a:gdLst>
                <a:gd name="connsiteX0" fmla="*/ 2204421 w 2236844"/>
                <a:gd name="connsiteY0" fmla="*/ 64847 h 64846"/>
                <a:gd name="connsiteX1" fmla="*/ 32423 w 2236844"/>
                <a:gd name="connsiteY1" fmla="*/ 64847 h 64846"/>
                <a:gd name="connsiteX2" fmla="*/ 0 w 2236844"/>
                <a:gd name="connsiteY2" fmla="*/ 32423 h 64846"/>
                <a:gd name="connsiteX3" fmla="*/ 32423 w 2236844"/>
                <a:gd name="connsiteY3" fmla="*/ 0 h 64846"/>
                <a:gd name="connsiteX4" fmla="*/ 2204421 w 2236844"/>
                <a:gd name="connsiteY4" fmla="*/ 0 h 64846"/>
                <a:gd name="connsiteX5" fmla="*/ 2236844 w 2236844"/>
                <a:gd name="connsiteY5" fmla="*/ 32423 h 64846"/>
                <a:gd name="connsiteX6" fmla="*/ 2204421 w 2236844"/>
                <a:gd name="connsiteY6" fmla="*/ 64847 h 64846"/>
                <a:gd name="connsiteX7" fmla="*/ 2204421 w 2236844"/>
                <a:gd name="connsiteY7" fmla="*/ 46631 h 64846"/>
                <a:gd name="connsiteX8" fmla="*/ 2204421 w 2236844"/>
                <a:gd name="connsiteY8" fmla="*/ 46631 h 64846"/>
                <a:gd name="connsiteX9" fmla="*/ 2204421 w 2236844"/>
                <a:gd name="connsiteY9" fmla="*/ 46631 h 64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36844" h="64846">
                  <a:moveTo>
                    <a:pt x="2204421" y="64847"/>
                  </a:moveTo>
                  <a:lnTo>
                    <a:pt x="32423" y="64847"/>
                  </a:lnTo>
                  <a:cubicBezTo>
                    <a:pt x="14572" y="64847"/>
                    <a:pt x="0" y="50274"/>
                    <a:pt x="0" y="32423"/>
                  </a:cubicBezTo>
                  <a:cubicBezTo>
                    <a:pt x="0" y="14572"/>
                    <a:pt x="14572" y="0"/>
                    <a:pt x="32423" y="0"/>
                  </a:cubicBezTo>
                  <a:lnTo>
                    <a:pt x="2204421" y="0"/>
                  </a:lnTo>
                  <a:cubicBezTo>
                    <a:pt x="2222272" y="0"/>
                    <a:pt x="2236844" y="14572"/>
                    <a:pt x="2236844" y="32423"/>
                  </a:cubicBezTo>
                  <a:cubicBezTo>
                    <a:pt x="2236844" y="50274"/>
                    <a:pt x="2222272" y="64847"/>
                    <a:pt x="2204421" y="64847"/>
                  </a:cubicBezTo>
                  <a:close/>
                  <a:moveTo>
                    <a:pt x="2204421" y="46631"/>
                  </a:moveTo>
                  <a:lnTo>
                    <a:pt x="2204421" y="46631"/>
                  </a:lnTo>
                  <a:lnTo>
                    <a:pt x="2204421" y="46631"/>
                  </a:lnTo>
                  <a:close/>
                </a:path>
              </a:pathLst>
            </a:custGeom>
            <a:grpFill/>
            <a:ln w="36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: фигура 105">
              <a:extLst>
                <a:ext uri="{FF2B5EF4-FFF2-40B4-BE49-F238E27FC236}">
                  <a16:creationId xmlns:a16="http://schemas.microsoft.com/office/drawing/2014/main" id="{F547108E-207D-5C65-21D8-8E66399A70AA}"/>
                </a:ext>
              </a:extLst>
            </p:cNvPr>
            <p:cNvSpPr/>
            <p:nvPr/>
          </p:nvSpPr>
          <p:spPr>
            <a:xfrm>
              <a:off x="11510473" y="7834490"/>
              <a:ext cx="64846" cy="130057"/>
            </a:xfrm>
            <a:custGeom>
              <a:avLst/>
              <a:gdLst>
                <a:gd name="connsiteX0" fmla="*/ 32423 w 64846"/>
                <a:gd name="connsiteY0" fmla="*/ 130058 h 130057"/>
                <a:gd name="connsiteX1" fmla="*/ 0 w 64846"/>
                <a:gd name="connsiteY1" fmla="*/ 97634 h 130057"/>
                <a:gd name="connsiteX2" fmla="*/ 0 w 64846"/>
                <a:gd name="connsiteY2" fmla="*/ 32423 h 130057"/>
                <a:gd name="connsiteX3" fmla="*/ 32423 w 64846"/>
                <a:gd name="connsiteY3" fmla="*/ 0 h 130057"/>
                <a:gd name="connsiteX4" fmla="*/ 64847 w 64846"/>
                <a:gd name="connsiteY4" fmla="*/ 32423 h 130057"/>
                <a:gd name="connsiteX5" fmla="*/ 64847 w 64846"/>
                <a:gd name="connsiteY5" fmla="*/ 97634 h 130057"/>
                <a:gd name="connsiteX6" fmla="*/ 32423 w 64846"/>
                <a:gd name="connsiteY6" fmla="*/ 130058 h 13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846" h="130057">
                  <a:moveTo>
                    <a:pt x="32423" y="130058"/>
                  </a:moveTo>
                  <a:cubicBezTo>
                    <a:pt x="14572" y="130058"/>
                    <a:pt x="0" y="115485"/>
                    <a:pt x="0" y="97634"/>
                  </a:cubicBezTo>
                  <a:lnTo>
                    <a:pt x="0" y="32423"/>
                  </a:lnTo>
                  <a:cubicBezTo>
                    <a:pt x="0" y="14572"/>
                    <a:pt x="14572" y="0"/>
                    <a:pt x="32423" y="0"/>
                  </a:cubicBezTo>
                  <a:cubicBezTo>
                    <a:pt x="50274" y="0"/>
                    <a:pt x="64847" y="14572"/>
                    <a:pt x="64847" y="32423"/>
                  </a:cubicBezTo>
                  <a:lnTo>
                    <a:pt x="64847" y="97634"/>
                  </a:lnTo>
                  <a:cubicBezTo>
                    <a:pt x="64847" y="115485"/>
                    <a:pt x="50274" y="130058"/>
                    <a:pt x="32423" y="130058"/>
                  </a:cubicBezTo>
                  <a:close/>
                </a:path>
              </a:pathLst>
            </a:custGeom>
            <a:grpFill/>
            <a:ln w="36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: фигура 106">
              <a:extLst>
                <a:ext uri="{FF2B5EF4-FFF2-40B4-BE49-F238E27FC236}">
                  <a16:creationId xmlns:a16="http://schemas.microsoft.com/office/drawing/2014/main" id="{862AD2B0-5E95-F585-53B3-317CABCFC04C}"/>
                </a:ext>
              </a:extLst>
            </p:cNvPr>
            <p:cNvSpPr/>
            <p:nvPr/>
          </p:nvSpPr>
          <p:spPr>
            <a:xfrm>
              <a:off x="13030725" y="7834490"/>
              <a:ext cx="64846" cy="130057"/>
            </a:xfrm>
            <a:custGeom>
              <a:avLst/>
              <a:gdLst>
                <a:gd name="connsiteX0" fmla="*/ 32423 w 64846"/>
                <a:gd name="connsiteY0" fmla="*/ 130058 h 130057"/>
                <a:gd name="connsiteX1" fmla="*/ 0 w 64846"/>
                <a:gd name="connsiteY1" fmla="*/ 97634 h 130057"/>
                <a:gd name="connsiteX2" fmla="*/ 0 w 64846"/>
                <a:gd name="connsiteY2" fmla="*/ 32423 h 130057"/>
                <a:gd name="connsiteX3" fmla="*/ 32423 w 64846"/>
                <a:gd name="connsiteY3" fmla="*/ 0 h 130057"/>
                <a:gd name="connsiteX4" fmla="*/ 64847 w 64846"/>
                <a:gd name="connsiteY4" fmla="*/ 32423 h 130057"/>
                <a:gd name="connsiteX5" fmla="*/ 64847 w 64846"/>
                <a:gd name="connsiteY5" fmla="*/ 97634 h 130057"/>
                <a:gd name="connsiteX6" fmla="*/ 32423 w 64846"/>
                <a:gd name="connsiteY6" fmla="*/ 130058 h 13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846" h="130057">
                  <a:moveTo>
                    <a:pt x="32423" y="130058"/>
                  </a:moveTo>
                  <a:cubicBezTo>
                    <a:pt x="14572" y="130058"/>
                    <a:pt x="0" y="115485"/>
                    <a:pt x="0" y="97634"/>
                  </a:cubicBezTo>
                  <a:lnTo>
                    <a:pt x="0" y="32423"/>
                  </a:lnTo>
                  <a:cubicBezTo>
                    <a:pt x="0" y="14572"/>
                    <a:pt x="14572" y="0"/>
                    <a:pt x="32423" y="0"/>
                  </a:cubicBezTo>
                  <a:cubicBezTo>
                    <a:pt x="50274" y="0"/>
                    <a:pt x="64847" y="14572"/>
                    <a:pt x="64847" y="32423"/>
                  </a:cubicBezTo>
                  <a:lnTo>
                    <a:pt x="64847" y="97634"/>
                  </a:lnTo>
                  <a:cubicBezTo>
                    <a:pt x="64847" y="115485"/>
                    <a:pt x="50274" y="130058"/>
                    <a:pt x="32423" y="130058"/>
                  </a:cubicBezTo>
                  <a:close/>
                </a:path>
              </a:pathLst>
            </a:custGeom>
            <a:grpFill/>
            <a:ln w="36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50" name="Группа 149">
            <a:extLst>
              <a:ext uri="{FF2B5EF4-FFF2-40B4-BE49-F238E27FC236}">
                <a16:creationId xmlns:a16="http://schemas.microsoft.com/office/drawing/2014/main" id="{AA35499A-7ABB-4BF0-7C9D-83F5968AF9AC}"/>
              </a:ext>
            </a:extLst>
          </p:cNvPr>
          <p:cNvGrpSpPr/>
          <p:nvPr/>
        </p:nvGrpSpPr>
        <p:grpSpPr>
          <a:xfrm>
            <a:off x="11761950" y="4150763"/>
            <a:ext cx="1899601" cy="1240291"/>
            <a:chOff x="11959043" y="2401751"/>
            <a:chExt cx="1899601" cy="1240291"/>
          </a:xfrm>
        </p:grpSpPr>
        <p:grpSp>
          <p:nvGrpSpPr>
            <p:cNvPr id="145" name="Группа 144">
              <a:extLst>
                <a:ext uri="{FF2B5EF4-FFF2-40B4-BE49-F238E27FC236}">
                  <a16:creationId xmlns:a16="http://schemas.microsoft.com/office/drawing/2014/main" id="{696E17F4-7183-EDE8-F564-A9B52E6E13F2}"/>
                </a:ext>
              </a:extLst>
            </p:cNvPr>
            <p:cNvGrpSpPr/>
            <p:nvPr/>
          </p:nvGrpSpPr>
          <p:grpSpPr>
            <a:xfrm>
              <a:off x="11959043" y="2401751"/>
              <a:ext cx="1370012" cy="1156461"/>
              <a:chOff x="8845550" y="4891881"/>
              <a:chExt cx="600075" cy="506538"/>
            </a:xfrm>
          </p:grpSpPr>
          <p:sp>
            <p:nvSpPr>
              <p:cNvPr id="112" name="Полилиния: фигура 111">
                <a:extLst>
                  <a:ext uri="{FF2B5EF4-FFF2-40B4-BE49-F238E27FC236}">
                    <a16:creationId xmlns:a16="http://schemas.microsoft.com/office/drawing/2014/main" id="{26F42372-FC8C-E526-9D37-ABE879BB8297}"/>
                  </a:ext>
                </a:extLst>
              </p:cNvPr>
              <p:cNvSpPr/>
              <p:nvPr/>
            </p:nvSpPr>
            <p:spPr>
              <a:xfrm>
                <a:off x="8845550" y="4891881"/>
                <a:ext cx="600075" cy="457485"/>
              </a:xfrm>
              <a:custGeom>
                <a:avLst/>
                <a:gdLst>
                  <a:gd name="connsiteX0" fmla="*/ 0 w 600075"/>
                  <a:gd name="connsiteY0" fmla="*/ 0 h 457485"/>
                  <a:gd name="connsiteX1" fmla="*/ 600075 w 600075"/>
                  <a:gd name="connsiteY1" fmla="*/ 0 h 457485"/>
                  <a:gd name="connsiteX2" fmla="*/ 600075 w 600075"/>
                  <a:gd name="connsiteY2" fmla="*/ 389668 h 457485"/>
                  <a:gd name="connsiteX3" fmla="*/ 532257 w 600075"/>
                  <a:gd name="connsiteY3" fmla="*/ 457486 h 457485"/>
                  <a:gd name="connsiteX4" fmla="*/ 67818 w 600075"/>
                  <a:gd name="connsiteY4" fmla="*/ 457486 h 457485"/>
                  <a:gd name="connsiteX5" fmla="*/ 0 w 600075"/>
                  <a:gd name="connsiteY5" fmla="*/ 389668 h 457485"/>
                  <a:gd name="connsiteX6" fmla="*/ 0 w 600075"/>
                  <a:gd name="connsiteY6" fmla="*/ 0 h 457485"/>
                  <a:gd name="connsiteX7" fmla="*/ 0 w 600075"/>
                  <a:gd name="connsiteY7" fmla="*/ 0 h 457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0075" h="457485">
                    <a:moveTo>
                      <a:pt x="0" y="0"/>
                    </a:moveTo>
                    <a:lnTo>
                      <a:pt x="600075" y="0"/>
                    </a:lnTo>
                    <a:lnTo>
                      <a:pt x="600075" y="389668"/>
                    </a:lnTo>
                    <a:cubicBezTo>
                      <a:pt x="600075" y="427101"/>
                      <a:pt x="569690" y="457486"/>
                      <a:pt x="532257" y="457486"/>
                    </a:cubicBezTo>
                    <a:lnTo>
                      <a:pt x="67818" y="457486"/>
                    </a:lnTo>
                    <a:cubicBezTo>
                      <a:pt x="30385" y="457486"/>
                      <a:pt x="0" y="427101"/>
                      <a:pt x="0" y="389668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113" name="Полилиния: фигура 112">
                <a:extLst>
                  <a:ext uri="{FF2B5EF4-FFF2-40B4-BE49-F238E27FC236}">
                    <a16:creationId xmlns:a16="http://schemas.microsoft.com/office/drawing/2014/main" id="{A5C8DC71-770F-AEDA-3DC9-B269C866C885}"/>
                  </a:ext>
                </a:extLst>
              </p:cNvPr>
              <p:cNvSpPr/>
              <p:nvPr/>
            </p:nvSpPr>
            <p:spPr>
              <a:xfrm>
                <a:off x="8894698" y="5349271"/>
                <a:ext cx="118014" cy="49148"/>
              </a:xfrm>
              <a:custGeom>
                <a:avLst/>
                <a:gdLst>
                  <a:gd name="connsiteX0" fmla="*/ 0 w 118014"/>
                  <a:gd name="connsiteY0" fmla="*/ 0 h 49148"/>
                  <a:gd name="connsiteX1" fmla="*/ 118015 w 118014"/>
                  <a:gd name="connsiteY1" fmla="*/ 0 h 49148"/>
                  <a:gd name="connsiteX2" fmla="*/ 118015 w 118014"/>
                  <a:gd name="connsiteY2" fmla="*/ 14002 h 49148"/>
                  <a:gd name="connsiteX3" fmla="*/ 82868 w 118014"/>
                  <a:gd name="connsiteY3" fmla="*/ 49149 h 49148"/>
                  <a:gd name="connsiteX4" fmla="*/ 35243 w 118014"/>
                  <a:gd name="connsiteY4" fmla="*/ 49149 h 49148"/>
                  <a:gd name="connsiteX5" fmla="*/ 95 w 118014"/>
                  <a:gd name="connsiteY5" fmla="*/ 14002 h 49148"/>
                  <a:gd name="connsiteX6" fmla="*/ 95 w 118014"/>
                  <a:gd name="connsiteY6" fmla="*/ 0 h 49148"/>
                  <a:gd name="connsiteX7" fmla="*/ 95 w 118014"/>
                  <a:gd name="connsiteY7" fmla="*/ 0 h 49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8014" h="49148">
                    <a:moveTo>
                      <a:pt x="0" y="0"/>
                    </a:moveTo>
                    <a:lnTo>
                      <a:pt x="118015" y="0"/>
                    </a:lnTo>
                    <a:lnTo>
                      <a:pt x="118015" y="14002"/>
                    </a:lnTo>
                    <a:cubicBezTo>
                      <a:pt x="118015" y="33433"/>
                      <a:pt x="102203" y="49149"/>
                      <a:pt x="82868" y="49149"/>
                    </a:cubicBezTo>
                    <a:lnTo>
                      <a:pt x="35243" y="49149"/>
                    </a:lnTo>
                    <a:cubicBezTo>
                      <a:pt x="15812" y="49149"/>
                      <a:pt x="95" y="33338"/>
                      <a:pt x="95" y="14002"/>
                    </a:cubicBezTo>
                    <a:lnTo>
                      <a:pt x="95" y="0"/>
                    </a:lnTo>
                    <a:lnTo>
                      <a:pt x="95" y="0"/>
                    </a:ln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5" name="Полилиния: фигура 114">
                <a:extLst>
                  <a:ext uri="{FF2B5EF4-FFF2-40B4-BE49-F238E27FC236}">
                    <a16:creationId xmlns:a16="http://schemas.microsoft.com/office/drawing/2014/main" id="{927C8A97-F326-4A15-DBAD-F801F6E68AE4}"/>
                  </a:ext>
                </a:extLst>
              </p:cNvPr>
              <p:cNvSpPr/>
              <p:nvPr/>
            </p:nvSpPr>
            <p:spPr>
              <a:xfrm>
                <a:off x="8845550" y="5039423"/>
                <a:ext cx="39338" cy="245935"/>
              </a:xfrm>
              <a:custGeom>
                <a:avLst/>
                <a:gdLst>
                  <a:gd name="connsiteX0" fmla="*/ 0 w 39338"/>
                  <a:gd name="connsiteY0" fmla="*/ 0 h 245935"/>
                  <a:gd name="connsiteX1" fmla="*/ 39338 w 39338"/>
                  <a:gd name="connsiteY1" fmla="*/ 0 h 245935"/>
                  <a:gd name="connsiteX2" fmla="*/ 39338 w 39338"/>
                  <a:gd name="connsiteY2" fmla="*/ 245936 h 245935"/>
                  <a:gd name="connsiteX3" fmla="*/ 0 w 39338"/>
                  <a:gd name="connsiteY3" fmla="*/ 245936 h 245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38" h="245935">
                    <a:moveTo>
                      <a:pt x="0" y="0"/>
                    </a:moveTo>
                    <a:lnTo>
                      <a:pt x="39338" y="0"/>
                    </a:lnTo>
                    <a:lnTo>
                      <a:pt x="39338" y="245936"/>
                    </a:lnTo>
                    <a:lnTo>
                      <a:pt x="0" y="245936"/>
                    </a:ln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6" name="Полилиния: фигура 115">
                <a:extLst>
                  <a:ext uri="{FF2B5EF4-FFF2-40B4-BE49-F238E27FC236}">
                    <a16:creationId xmlns:a16="http://schemas.microsoft.com/office/drawing/2014/main" id="{8EE0CF55-269C-EAA9-0DC4-F8195AA8BAFC}"/>
                  </a:ext>
                </a:extLst>
              </p:cNvPr>
              <p:cNvSpPr/>
              <p:nvPr/>
            </p:nvSpPr>
            <p:spPr>
              <a:xfrm>
                <a:off x="9406286" y="5039423"/>
                <a:ext cx="39338" cy="245935"/>
              </a:xfrm>
              <a:custGeom>
                <a:avLst/>
                <a:gdLst>
                  <a:gd name="connsiteX0" fmla="*/ 0 w 39338"/>
                  <a:gd name="connsiteY0" fmla="*/ 0 h 245935"/>
                  <a:gd name="connsiteX1" fmla="*/ 39338 w 39338"/>
                  <a:gd name="connsiteY1" fmla="*/ 0 h 245935"/>
                  <a:gd name="connsiteX2" fmla="*/ 39338 w 39338"/>
                  <a:gd name="connsiteY2" fmla="*/ 245936 h 245935"/>
                  <a:gd name="connsiteX3" fmla="*/ 0 w 39338"/>
                  <a:gd name="connsiteY3" fmla="*/ 245936 h 245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38" h="245935">
                    <a:moveTo>
                      <a:pt x="0" y="0"/>
                    </a:moveTo>
                    <a:lnTo>
                      <a:pt x="39338" y="0"/>
                    </a:lnTo>
                    <a:lnTo>
                      <a:pt x="39338" y="245936"/>
                    </a:lnTo>
                    <a:lnTo>
                      <a:pt x="0" y="245936"/>
                    </a:ln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7" name="Полилиния: фигура 116">
                <a:extLst>
                  <a:ext uri="{FF2B5EF4-FFF2-40B4-BE49-F238E27FC236}">
                    <a16:creationId xmlns:a16="http://schemas.microsoft.com/office/drawing/2014/main" id="{179CB50C-84E8-B82F-941E-A1A95667B7AA}"/>
                  </a:ext>
                </a:extLst>
              </p:cNvPr>
              <p:cNvSpPr/>
              <p:nvPr/>
            </p:nvSpPr>
            <p:spPr>
              <a:xfrm>
                <a:off x="8845550" y="4970557"/>
                <a:ext cx="600075" cy="9525"/>
              </a:xfrm>
              <a:custGeom>
                <a:avLst/>
                <a:gdLst>
                  <a:gd name="connsiteX0" fmla="*/ 0 w 600075"/>
                  <a:gd name="connsiteY0" fmla="*/ 0 h 9525"/>
                  <a:gd name="connsiteX1" fmla="*/ 600075 w 60007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00075" h="9525">
                    <a:moveTo>
                      <a:pt x="0" y="0"/>
                    </a:moveTo>
                    <a:lnTo>
                      <a:pt x="600075" y="0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8" name="Полилиния: фигура 117">
                <a:extLst>
                  <a:ext uri="{FF2B5EF4-FFF2-40B4-BE49-F238E27FC236}">
                    <a16:creationId xmlns:a16="http://schemas.microsoft.com/office/drawing/2014/main" id="{C0FC05CF-FE00-AA88-20B5-9F573A9E4C42}"/>
                  </a:ext>
                </a:extLst>
              </p:cNvPr>
              <p:cNvSpPr/>
              <p:nvPr/>
            </p:nvSpPr>
            <p:spPr>
              <a:xfrm>
                <a:off x="8943943" y="4891881"/>
                <a:ext cx="9525" cy="78676"/>
              </a:xfrm>
              <a:custGeom>
                <a:avLst/>
                <a:gdLst>
                  <a:gd name="connsiteX0" fmla="*/ 0 w 9525"/>
                  <a:gd name="connsiteY0" fmla="*/ 0 h 78676"/>
                  <a:gd name="connsiteX1" fmla="*/ 0 w 9525"/>
                  <a:gd name="connsiteY1" fmla="*/ 78677 h 78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78676">
                    <a:moveTo>
                      <a:pt x="0" y="0"/>
                    </a:moveTo>
                    <a:lnTo>
                      <a:pt x="0" y="78677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9" name="Полилиния: фигура 118">
                <a:extLst>
                  <a:ext uri="{FF2B5EF4-FFF2-40B4-BE49-F238E27FC236}">
                    <a16:creationId xmlns:a16="http://schemas.microsoft.com/office/drawing/2014/main" id="{016826AF-C05F-25FE-1AFE-47BE2F8BA3E5}"/>
                  </a:ext>
                </a:extLst>
              </p:cNvPr>
              <p:cNvSpPr/>
              <p:nvPr/>
            </p:nvSpPr>
            <p:spPr>
              <a:xfrm>
                <a:off x="9047194" y="4891881"/>
                <a:ext cx="9525" cy="78676"/>
              </a:xfrm>
              <a:custGeom>
                <a:avLst/>
                <a:gdLst>
                  <a:gd name="connsiteX0" fmla="*/ 0 w 9525"/>
                  <a:gd name="connsiteY0" fmla="*/ 0 h 78676"/>
                  <a:gd name="connsiteX1" fmla="*/ 0 w 9525"/>
                  <a:gd name="connsiteY1" fmla="*/ 78677 h 78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78676">
                    <a:moveTo>
                      <a:pt x="0" y="0"/>
                    </a:moveTo>
                    <a:lnTo>
                      <a:pt x="0" y="78677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0" name="Полилиния: фигура 119">
                <a:extLst>
                  <a:ext uri="{FF2B5EF4-FFF2-40B4-BE49-F238E27FC236}">
                    <a16:creationId xmlns:a16="http://schemas.microsoft.com/office/drawing/2014/main" id="{FF384538-EC6C-5A68-D799-6C778E7322E9}"/>
                  </a:ext>
                </a:extLst>
              </p:cNvPr>
              <p:cNvSpPr/>
              <p:nvPr/>
            </p:nvSpPr>
            <p:spPr>
              <a:xfrm>
                <a:off x="9140634" y="4891881"/>
                <a:ext cx="9525" cy="78676"/>
              </a:xfrm>
              <a:custGeom>
                <a:avLst/>
                <a:gdLst>
                  <a:gd name="connsiteX0" fmla="*/ 0 w 9525"/>
                  <a:gd name="connsiteY0" fmla="*/ 0 h 78676"/>
                  <a:gd name="connsiteX1" fmla="*/ 0 w 9525"/>
                  <a:gd name="connsiteY1" fmla="*/ 78677 h 78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78676">
                    <a:moveTo>
                      <a:pt x="0" y="0"/>
                    </a:moveTo>
                    <a:lnTo>
                      <a:pt x="0" y="78677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1" name="Полилиния: фигура 120">
                <a:extLst>
                  <a:ext uri="{FF2B5EF4-FFF2-40B4-BE49-F238E27FC236}">
                    <a16:creationId xmlns:a16="http://schemas.microsoft.com/office/drawing/2014/main" id="{3685E29F-1098-D4A3-F0C7-60FFD8A01511}"/>
                  </a:ext>
                </a:extLst>
              </p:cNvPr>
              <p:cNvSpPr/>
              <p:nvPr/>
            </p:nvSpPr>
            <p:spPr>
              <a:xfrm>
                <a:off x="9243980" y="4891881"/>
                <a:ext cx="9525" cy="78676"/>
              </a:xfrm>
              <a:custGeom>
                <a:avLst/>
                <a:gdLst>
                  <a:gd name="connsiteX0" fmla="*/ 0 w 9525"/>
                  <a:gd name="connsiteY0" fmla="*/ 0 h 78676"/>
                  <a:gd name="connsiteX1" fmla="*/ 0 w 9525"/>
                  <a:gd name="connsiteY1" fmla="*/ 78677 h 78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78676">
                    <a:moveTo>
                      <a:pt x="0" y="0"/>
                    </a:moveTo>
                    <a:lnTo>
                      <a:pt x="0" y="78677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2" name="Полилиния: фигура 121">
                <a:extLst>
                  <a:ext uri="{FF2B5EF4-FFF2-40B4-BE49-F238E27FC236}">
                    <a16:creationId xmlns:a16="http://schemas.microsoft.com/office/drawing/2014/main" id="{C2D2EA29-A38A-6D33-7D1B-0DE437663BD1}"/>
                  </a:ext>
                </a:extLst>
              </p:cNvPr>
              <p:cNvSpPr/>
              <p:nvPr/>
            </p:nvSpPr>
            <p:spPr>
              <a:xfrm>
                <a:off x="9347231" y="4891881"/>
                <a:ext cx="9525" cy="78676"/>
              </a:xfrm>
              <a:custGeom>
                <a:avLst/>
                <a:gdLst>
                  <a:gd name="connsiteX0" fmla="*/ 0 w 9525"/>
                  <a:gd name="connsiteY0" fmla="*/ 0 h 78676"/>
                  <a:gd name="connsiteX1" fmla="*/ 0 w 9525"/>
                  <a:gd name="connsiteY1" fmla="*/ 78677 h 78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78676">
                    <a:moveTo>
                      <a:pt x="0" y="0"/>
                    </a:moveTo>
                    <a:lnTo>
                      <a:pt x="0" y="78677"/>
                    </a:lnTo>
                  </a:path>
                </a:pathLst>
              </a:custGeom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3" name="Полилиния: фигура 122">
                <a:extLst>
                  <a:ext uri="{FF2B5EF4-FFF2-40B4-BE49-F238E27FC236}">
                    <a16:creationId xmlns:a16="http://schemas.microsoft.com/office/drawing/2014/main" id="{092D123B-1AE0-CBE1-3085-75771A71523E}"/>
                  </a:ext>
                </a:extLst>
              </p:cNvPr>
              <p:cNvSpPr/>
              <p:nvPr/>
            </p:nvSpPr>
            <p:spPr>
              <a:xfrm>
                <a:off x="9061958" y="4970557"/>
                <a:ext cx="162306" cy="44291"/>
              </a:xfrm>
              <a:custGeom>
                <a:avLst/>
                <a:gdLst>
                  <a:gd name="connsiteX0" fmla="*/ 0 w 162306"/>
                  <a:gd name="connsiteY0" fmla="*/ 0 h 44291"/>
                  <a:gd name="connsiteX1" fmla="*/ 162306 w 162306"/>
                  <a:gd name="connsiteY1" fmla="*/ 0 h 44291"/>
                  <a:gd name="connsiteX2" fmla="*/ 162306 w 162306"/>
                  <a:gd name="connsiteY2" fmla="*/ 44291 h 44291"/>
                  <a:gd name="connsiteX3" fmla="*/ 0 w 162306"/>
                  <a:gd name="connsiteY3" fmla="*/ 44291 h 44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2306" h="44291">
                    <a:moveTo>
                      <a:pt x="0" y="0"/>
                    </a:moveTo>
                    <a:lnTo>
                      <a:pt x="162306" y="0"/>
                    </a:lnTo>
                    <a:lnTo>
                      <a:pt x="162306" y="44291"/>
                    </a:lnTo>
                    <a:lnTo>
                      <a:pt x="0" y="44291"/>
                    </a:ln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4" name="Полилиния: фигура 123">
                <a:extLst>
                  <a:ext uri="{FF2B5EF4-FFF2-40B4-BE49-F238E27FC236}">
                    <a16:creationId xmlns:a16="http://schemas.microsoft.com/office/drawing/2014/main" id="{F43C4806-9CFD-09C7-2B04-21F7B3E4EDD5}"/>
                  </a:ext>
                </a:extLst>
              </p:cNvPr>
              <p:cNvSpPr/>
              <p:nvPr/>
            </p:nvSpPr>
            <p:spPr>
              <a:xfrm>
                <a:off x="9111011" y="5152580"/>
                <a:ext cx="64007" cy="64008"/>
              </a:xfrm>
              <a:custGeom>
                <a:avLst/>
                <a:gdLst>
                  <a:gd name="connsiteX0" fmla="*/ 64008 w 64007"/>
                  <a:gd name="connsiteY0" fmla="*/ 32004 h 64008"/>
                  <a:gd name="connsiteX1" fmla="*/ 32004 w 64007"/>
                  <a:gd name="connsiteY1" fmla="*/ 64008 h 64008"/>
                  <a:gd name="connsiteX2" fmla="*/ 0 w 64007"/>
                  <a:gd name="connsiteY2" fmla="*/ 32004 h 64008"/>
                  <a:gd name="connsiteX3" fmla="*/ 32004 w 64007"/>
                  <a:gd name="connsiteY3" fmla="*/ 0 h 64008"/>
                  <a:gd name="connsiteX4" fmla="*/ 64008 w 64007"/>
                  <a:gd name="connsiteY4" fmla="*/ 32004 h 64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007" h="64008">
                    <a:moveTo>
                      <a:pt x="64008" y="32004"/>
                    </a:moveTo>
                    <a:cubicBezTo>
                      <a:pt x="64008" y="49679"/>
                      <a:pt x="49679" y="64008"/>
                      <a:pt x="32004" y="64008"/>
                    </a:cubicBezTo>
                    <a:cubicBezTo>
                      <a:pt x="14329" y="64008"/>
                      <a:pt x="0" y="49679"/>
                      <a:pt x="0" y="32004"/>
                    </a:cubicBezTo>
                    <a:cubicBezTo>
                      <a:pt x="0" y="14329"/>
                      <a:pt x="14329" y="0"/>
                      <a:pt x="32004" y="0"/>
                    </a:cubicBezTo>
                    <a:cubicBezTo>
                      <a:pt x="49679" y="0"/>
                      <a:pt x="64008" y="14329"/>
                      <a:pt x="64008" y="32004"/>
                    </a:cubicBezTo>
                    <a:close/>
                  </a:path>
                </a:pathLst>
              </a:custGeom>
              <a:noFill/>
              <a:ln w="50800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grpSp>
            <p:nvGrpSpPr>
              <p:cNvPr id="125" name="Рисунок 109">
                <a:extLst>
                  <a:ext uri="{FF2B5EF4-FFF2-40B4-BE49-F238E27FC236}">
                    <a16:creationId xmlns:a16="http://schemas.microsoft.com/office/drawing/2014/main" id="{9A872F4E-62C0-666E-1E6E-0E6C7A8F62C2}"/>
                  </a:ext>
                </a:extLst>
              </p:cNvPr>
              <p:cNvGrpSpPr/>
              <p:nvPr/>
            </p:nvGrpSpPr>
            <p:grpSpPr>
              <a:xfrm>
                <a:off x="9111202" y="5059140"/>
                <a:ext cx="63627" cy="93440"/>
                <a:chOff x="9111202" y="5059140"/>
                <a:chExt cx="63627" cy="93440"/>
              </a:xfrm>
              <a:noFill/>
            </p:grpSpPr>
            <p:sp>
              <p:nvSpPr>
                <p:cNvPr id="126" name="Полилиния: фигура 125">
                  <a:extLst>
                    <a:ext uri="{FF2B5EF4-FFF2-40B4-BE49-F238E27FC236}">
                      <a16:creationId xmlns:a16="http://schemas.microsoft.com/office/drawing/2014/main" id="{88200048-FF7B-4031-9828-2A4767ED2034}"/>
                    </a:ext>
                  </a:extLst>
                </p:cNvPr>
                <p:cNvSpPr/>
                <p:nvPr/>
              </p:nvSpPr>
              <p:spPr>
                <a:xfrm>
                  <a:off x="9143206" y="5059140"/>
                  <a:ext cx="9525" cy="93440"/>
                </a:xfrm>
                <a:custGeom>
                  <a:avLst/>
                  <a:gdLst>
                    <a:gd name="connsiteX0" fmla="*/ 0 w 9525"/>
                    <a:gd name="connsiteY0" fmla="*/ 93440 h 93440"/>
                    <a:gd name="connsiteX1" fmla="*/ 0 w 9525"/>
                    <a:gd name="connsiteY1" fmla="*/ 0 h 93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525" h="93440">
                      <a:moveTo>
                        <a:pt x="0" y="93440"/>
                      </a:moveTo>
                      <a:lnTo>
                        <a:pt x="0" y="0"/>
                      </a:lnTo>
                    </a:path>
                  </a:pathLst>
                </a:custGeom>
                <a:ln w="50800" cap="rnd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27" name="Полилиния: фигура 126">
                  <a:extLst>
                    <a:ext uri="{FF2B5EF4-FFF2-40B4-BE49-F238E27FC236}">
                      <a16:creationId xmlns:a16="http://schemas.microsoft.com/office/drawing/2014/main" id="{EB1B3148-EABE-4EFE-B9C8-344C8DFFEEDD}"/>
                    </a:ext>
                  </a:extLst>
                </p:cNvPr>
                <p:cNvSpPr/>
                <p:nvPr/>
              </p:nvSpPr>
              <p:spPr>
                <a:xfrm>
                  <a:off x="9111202" y="5085428"/>
                  <a:ext cx="63627" cy="19240"/>
                </a:xfrm>
                <a:custGeom>
                  <a:avLst/>
                  <a:gdLst>
                    <a:gd name="connsiteX0" fmla="*/ 0 w 63627"/>
                    <a:gd name="connsiteY0" fmla="*/ 0 h 19240"/>
                    <a:gd name="connsiteX1" fmla="*/ 32004 w 63627"/>
                    <a:gd name="connsiteY1" fmla="*/ 19241 h 19240"/>
                    <a:gd name="connsiteX2" fmla="*/ 63627 w 63627"/>
                    <a:gd name="connsiteY2" fmla="*/ 0 h 19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3627" h="19240">
                      <a:moveTo>
                        <a:pt x="0" y="0"/>
                      </a:moveTo>
                      <a:lnTo>
                        <a:pt x="32004" y="19241"/>
                      </a:lnTo>
                      <a:lnTo>
                        <a:pt x="63627" y="0"/>
                      </a:lnTo>
                    </a:path>
                  </a:pathLst>
                </a:custGeom>
                <a:noFill/>
                <a:ln w="50800" cap="rnd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128" name="Рисунок 109">
                <a:extLst>
                  <a:ext uri="{FF2B5EF4-FFF2-40B4-BE49-F238E27FC236}">
                    <a16:creationId xmlns:a16="http://schemas.microsoft.com/office/drawing/2014/main" id="{268E9CCE-5825-94BB-6E58-F269E7C2BAC6}"/>
                  </a:ext>
                </a:extLst>
              </p:cNvPr>
              <p:cNvGrpSpPr/>
              <p:nvPr/>
            </p:nvGrpSpPr>
            <p:grpSpPr>
              <a:xfrm>
                <a:off x="9032716" y="5108288"/>
                <a:ext cx="220789" cy="62198"/>
                <a:chOff x="9032716" y="5108288"/>
                <a:chExt cx="220789" cy="62198"/>
              </a:xfrm>
              <a:noFill/>
            </p:grpSpPr>
            <p:grpSp>
              <p:nvGrpSpPr>
                <p:cNvPr id="129" name="Рисунок 109">
                  <a:extLst>
                    <a:ext uri="{FF2B5EF4-FFF2-40B4-BE49-F238E27FC236}">
                      <a16:creationId xmlns:a16="http://schemas.microsoft.com/office/drawing/2014/main" id="{1287FBD1-CB9B-BD30-2CE4-0795F07D5B97}"/>
                    </a:ext>
                  </a:extLst>
                </p:cNvPr>
                <p:cNvGrpSpPr/>
                <p:nvPr/>
              </p:nvGrpSpPr>
              <p:grpSpPr>
                <a:xfrm>
                  <a:off x="9173591" y="5108288"/>
                  <a:ext cx="79914" cy="62198"/>
                  <a:chOff x="9173591" y="5108288"/>
                  <a:chExt cx="79914" cy="62198"/>
                </a:xfrm>
                <a:noFill/>
              </p:grpSpPr>
              <p:sp>
                <p:nvSpPr>
                  <p:cNvPr id="130" name="Полилиния: фигура 129">
                    <a:extLst>
                      <a:ext uri="{FF2B5EF4-FFF2-40B4-BE49-F238E27FC236}">
                        <a16:creationId xmlns:a16="http://schemas.microsoft.com/office/drawing/2014/main" id="{204BB6C5-2846-17D5-3D35-FC4D76692A9A}"/>
                      </a:ext>
                    </a:extLst>
                  </p:cNvPr>
                  <p:cNvSpPr/>
                  <p:nvPr/>
                </p:nvSpPr>
                <p:spPr>
                  <a:xfrm>
                    <a:off x="9173591" y="5122005"/>
                    <a:ext cx="79914" cy="48482"/>
                  </a:xfrm>
                  <a:custGeom>
                    <a:avLst/>
                    <a:gdLst>
                      <a:gd name="connsiteX0" fmla="*/ 0 w 79914"/>
                      <a:gd name="connsiteY0" fmla="*/ 48482 h 48482"/>
                      <a:gd name="connsiteX1" fmla="*/ 79915 w 79914"/>
                      <a:gd name="connsiteY1" fmla="*/ 0 h 484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79914" h="48482">
                        <a:moveTo>
                          <a:pt x="0" y="48482"/>
                        </a:moveTo>
                        <a:lnTo>
                          <a:pt x="79915" y="0"/>
                        </a:lnTo>
                      </a:path>
                    </a:pathLst>
                  </a:custGeom>
                  <a:ln w="50800" cap="rnd">
                    <a:solidFill>
                      <a:srgbClr val="00B0F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131" name="Полилиния: фигура 130">
                    <a:extLst>
                      <a:ext uri="{FF2B5EF4-FFF2-40B4-BE49-F238E27FC236}">
                        <a16:creationId xmlns:a16="http://schemas.microsoft.com/office/drawing/2014/main" id="{BAA4AAD9-566C-93E9-FA73-AF6056DFD388}"/>
                      </a:ext>
                    </a:extLst>
                  </p:cNvPr>
                  <p:cNvSpPr/>
                  <p:nvPr/>
                </p:nvSpPr>
                <p:spPr>
                  <a:xfrm>
                    <a:off x="9214453" y="5108288"/>
                    <a:ext cx="32956" cy="54387"/>
                  </a:xfrm>
                  <a:custGeom>
                    <a:avLst/>
                    <a:gdLst>
                      <a:gd name="connsiteX0" fmla="*/ 0 w 32956"/>
                      <a:gd name="connsiteY0" fmla="*/ 0 h 54387"/>
                      <a:gd name="connsiteX1" fmla="*/ 95 w 32956"/>
                      <a:gd name="connsiteY1" fmla="*/ 37338 h 54387"/>
                      <a:gd name="connsiteX2" fmla="*/ 32956 w 32956"/>
                      <a:gd name="connsiteY2" fmla="*/ 54388 h 543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2956" h="54387">
                        <a:moveTo>
                          <a:pt x="0" y="0"/>
                        </a:moveTo>
                        <a:lnTo>
                          <a:pt x="95" y="37338"/>
                        </a:lnTo>
                        <a:lnTo>
                          <a:pt x="32956" y="54388"/>
                        </a:lnTo>
                      </a:path>
                    </a:pathLst>
                  </a:custGeom>
                  <a:noFill/>
                  <a:ln w="50800" cap="rnd">
                    <a:solidFill>
                      <a:srgbClr val="00B0F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32" name="Рисунок 109">
                  <a:extLst>
                    <a:ext uri="{FF2B5EF4-FFF2-40B4-BE49-F238E27FC236}">
                      <a16:creationId xmlns:a16="http://schemas.microsoft.com/office/drawing/2014/main" id="{3A380506-6A80-1EA9-ABD1-1EB23EB5BDF0}"/>
                    </a:ext>
                  </a:extLst>
                </p:cNvPr>
                <p:cNvGrpSpPr/>
                <p:nvPr/>
              </p:nvGrpSpPr>
              <p:grpSpPr>
                <a:xfrm>
                  <a:off x="9032716" y="5108288"/>
                  <a:ext cx="79914" cy="62198"/>
                  <a:chOff x="9032716" y="5108288"/>
                  <a:chExt cx="79914" cy="62198"/>
                </a:xfrm>
                <a:noFill/>
              </p:grpSpPr>
              <p:sp>
                <p:nvSpPr>
                  <p:cNvPr id="133" name="Полилиния: фигура 132">
                    <a:extLst>
                      <a:ext uri="{FF2B5EF4-FFF2-40B4-BE49-F238E27FC236}">
                        <a16:creationId xmlns:a16="http://schemas.microsoft.com/office/drawing/2014/main" id="{3CDBEF1F-A999-85F9-DD86-3915EA2BF017}"/>
                      </a:ext>
                    </a:extLst>
                  </p:cNvPr>
                  <p:cNvSpPr/>
                  <p:nvPr/>
                </p:nvSpPr>
                <p:spPr>
                  <a:xfrm>
                    <a:off x="9032716" y="5122005"/>
                    <a:ext cx="79914" cy="48482"/>
                  </a:xfrm>
                  <a:custGeom>
                    <a:avLst/>
                    <a:gdLst>
                      <a:gd name="connsiteX0" fmla="*/ 79915 w 79914"/>
                      <a:gd name="connsiteY0" fmla="*/ 48482 h 48482"/>
                      <a:gd name="connsiteX1" fmla="*/ 0 w 79914"/>
                      <a:gd name="connsiteY1" fmla="*/ 0 h 484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79914" h="48482">
                        <a:moveTo>
                          <a:pt x="79915" y="48482"/>
                        </a:moveTo>
                        <a:lnTo>
                          <a:pt x="0" y="0"/>
                        </a:lnTo>
                      </a:path>
                    </a:pathLst>
                  </a:custGeom>
                  <a:ln w="50800" cap="rnd">
                    <a:solidFill>
                      <a:srgbClr val="00B0F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134" name="Полилиния: фигура 133">
                    <a:extLst>
                      <a:ext uri="{FF2B5EF4-FFF2-40B4-BE49-F238E27FC236}">
                        <a16:creationId xmlns:a16="http://schemas.microsoft.com/office/drawing/2014/main" id="{E4B135F0-E4B9-B6A0-F4AD-25587BB0FD40}"/>
                      </a:ext>
                    </a:extLst>
                  </p:cNvPr>
                  <p:cNvSpPr/>
                  <p:nvPr/>
                </p:nvSpPr>
                <p:spPr>
                  <a:xfrm>
                    <a:off x="9038812" y="5108288"/>
                    <a:ext cx="32956" cy="54387"/>
                  </a:xfrm>
                  <a:custGeom>
                    <a:avLst/>
                    <a:gdLst>
                      <a:gd name="connsiteX0" fmla="*/ 32956 w 32956"/>
                      <a:gd name="connsiteY0" fmla="*/ 0 h 54387"/>
                      <a:gd name="connsiteX1" fmla="*/ 32861 w 32956"/>
                      <a:gd name="connsiteY1" fmla="*/ 37338 h 54387"/>
                      <a:gd name="connsiteX2" fmla="*/ 0 w 32956"/>
                      <a:gd name="connsiteY2" fmla="*/ 54388 h 543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2956" h="54387">
                        <a:moveTo>
                          <a:pt x="32956" y="0"/>
                        </a:moveTo>
                        <a:lnTo>
                          <a:pt x="32861" y="37338"/>
                        </a:lnTo>
                        <a:lnTo>
                          <a:pt x="0" y="54388"/>
                        </a:lnTo>
                      </a:path>
                    </a:pathLst>
                  </a:custGeom>
                  <a:noFill/>
                  <a:ln w="50800" cap="rnd">
                    <a:solidFill>
                      <a:srgbClr val="00B0F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135" name="Рисунок 109">
                <a:extLst>
                  <a:ext uri="{FF2B5EF4-FFF2-40B4-BE49-F238E27FC236}">
                    <a16:creationId xmlns:a16="http://schemas.microsoft.com/office/drawing/2014/main" id="{F5CB98CB-F835-CFD6-3E0D-D67ECC3A09B4}"/>
                  </a:ext>
                </a:extLst>
              </p:cNvPr>
              <p:cNvGrpSpPr/>
              <p:nvPr/>
            </p:nvGrpSpPr>
            <p:grpSpPr>
              <a:xfrm>
                <a:off x="9032716" y="5203539"/>
                <a:ext cx="220789" cy="62198"/>
                <a:chOff x="9032716" y="5203539"/>
                <a:chExt cx="220789" cy="62198"/>
              </a:xfrm>
              <a:noFill/>
            </p:grpSpPr>
            <p:grpSp>
              <p:nvGrpSpPr>
                <p:cNvPr id="136" name="Рисунок 109">
                  <a:extLst>
                    <a:ext uri="{FF2B5EF4-FFF2-40B4-BE49-F238E27FC236}">
                      <a16:creationId xmlns:a16="http://schemas.microsoft.com/office/drawing/2014/main" id="{4195BF57-529C-04FB-9EE5-282F04F131EA}"/>
                    </a:ext>
                  </a:extLst>
                </p:cNvPr>
                <p:cNvGrpSpPr/>
                <p:nvPr/>
              </p:nvGrpSpPr>
              <p:grpSpPr>
                <a:xfrm>
                  <a:off x="9173591" y="5203539"/>
                  <a:ext cx="79914" cy="62198"/>
                  <a:chOff x="9173591" y="5203539"/>
                  <a:chExt cx="79914" cy="62198"/>
                </a:xfrm>
                <a:noFill/>
              </p:grpSpPr>
              <p:sp>
                <p:nvSpPr>
                  <p:cNvPr id="137" name="Полилиния: фигура 136">
                    <a:extLst>
                      <a:ext uri="{FF2B5EF4-FFF2-40B4-BE49-F238E27FC236}">
                        <a16:creationId xmlns:a16="http://schemas.microsoft.com/office/drawing/2014/main" id="{0137B0F8-87CB-45C3-9DC9-20E84D5032CA}"/>
                      </a:ext>
                    </a:extLst>
                  </p:cNvPr>
                  <p:cNvSpPr/>
                  <p:nvPr/>
                </p:nvSpPr>
                <p:spPr>
                  <a:xfrm>
                    <a:off x="9173591" y="5203539"/>
                    <a:ext cx="79914" cy="48482"/>
                  </a:xfrm>
                  <a:custGeom>
                    <a:avLst/>
                    <a:gdLst>
                      <a:gd name="connsiteX0" fmla="*/ 0 w 79914"/>
                      <a:gd name="connsiteY0" fmla="*/ 0 h 48482"/>
                      <a:gd name="connsiteX1" fmla="*/ 79915 w 79914"/>
                      <a:gd name="connsiteY1" fmla="*/ 48482 h 484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79914" h="48482">
                        <a:moveTo>
                          <a:pt x="0" y="0"/>
                        </a:moveTo>
                        <a:lnTo>
                          <a:pt x="79915" y="48482"/>
                        </a:lnTo>
                      </a:path>
                    </a:pathLst>
                  </a:custGeom>
                  <a:ln w="50800" cap="rnd">
                    <a:solidFill>
                      <a:srgbClr val="00B0F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138" name="Полилиния: фигура 137">
                    <a:extLst>
                      <a:ext uri="{FF2B5EF4-FFF2-40B4-BE49-F238E27FC236}">
                        <a16:creationId xmlns:a16="http://schemas.microsoft.com/office/drawing/2014/main" id="{2250B3F7-8FC5-222D-ECD7-0BD63C740F21}"/>
                      </a:ext>
                    </a:extLst>
                  </p:cNvPr>
                  <p:cNvSpPr/>
                  <p:nvPr/>
                </p:nvSpPr>
                <p:spPr>
                  <a:xfrm>
                    <a:off x="9214453" y="5211349"/>
                    <a:ext cx="32956" cy="54387"/>
                  </a:xfrm>
                  <a:custGeom>
                    <a:avLst/>
                    <a:gdLst>
                      <a:gd name="connsiteX0" fmla="*/ 0 w 32956"/>
                      <a:gd name="connsiteY0" fmla="*/ 54388 h 54387"/>
                      <a:gd name="connsiteX1" fmla="*/ 95 w 32956"/>
                      <a:gd name="connsiteY1" fmla="*/ 17050 h 54387"/>
                      <a:gd name="connsiteX2" fmla="*/ 32956 w 32956"/>
                      <a:gd name="connsiteY2" fmla="*/ 0 h 543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2956" h="54387">
                        <a:moveTo>
                          <a:pt x="0" y="54388"/>
                        </a:moveTo>
                        <a:lnTo>
                          <a:pt x="95" y="17050"/>
                        </a:lnTo>
                        <a:lnTo>
                          <a:pt x="32956" y="0"/>
                        </a:lnTo>
                      </a:path>
                    </a:pathLst>
                  </a:custGeom>
                  <a:noFill/>
                  <a:ln w="50800" cap="rnd">
                    <a:solidFill>
                      <a:srgbClr val="00B0F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39" name="Рисунок 109">
                  <a:extLst>
                    <a:ext uri="{FF2B5EF4-FFF2-40B4-BE49-F238E27FC236}">
                      <a16:creationId xmlns:a16="http://schemas.microsoft.com/office/drawing/2014/main" id="{92F9CFFF-A4B1-E337-BF68-6079AC1640CA}"/>
                    </a:ext>
                  </a:extLst>
                </p:cNvPr>
                <p:cNvGrpSpPr/>
                <p:nvPr/>
              </p:nvGrpSpPr>
              <p:grpSpPr>
                <a:xfrm>
                  <a:off x="9032716" y="5203539"/>
                  <a:ext cx="79914" cy="62198"/>
                  <a:chOff x="9032716" y="5203539"/>
                  <a:chExt cx="79914" cy="62198"/>
                </a:xfrm>
                <a:noFill/>
              </p:grpSpPr>
              <p:sp>
                <p:nvSpPr>
                  <p:cNvPr id="140" name="Полилиния: фигура 139">
                    <a:extLst>
                      <a:ext uri="{FF2B5EF4-FFF2-40B4-BE49-F238E27FC236}">
                        <a16:creationId xmlns:a16="http://schemas.microsoft.com/office/drawing/2014/main" id="{5F73BA42-E3E6-EC0A-B9FC-672E77CEDC50}"/>
                      </a:ext>
                    </a:extLst>
                  </p:cNvPr>
                  <p:cNvSpPr/>
                  <p:nvPr/>
                </p:nvSpPr>
                <p:spPr>
                  <a:xfrm>
                    <a:off x="9032716" y="5203539"/>
                    <a:ext cx="79914" cy="48482"/>
                  </a:xfrm>
                  <a:custGeom>
                    <a:avLst/>
                    <a:gdLst>
                      <a:gd name="connsiteX0" fmla="*/ 79915 w 79914"/>
                      <a:gd name="connsiteY0" fmla="*/ 0 h 48482"/>
                      <a:gd name="connsiteX1" fmla="*/ 0 w 79914"/>
                      <a:gd name="connsiteY1" fmla="*/ 48482 h 484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79914" h="48482">
                        <a:moveTo>
                          <a:pt x="79915" y="0"/>
                        </a:moveTo>
                        <a:lnTo>
                          <a:pt x="0" y="48482"/>
                        </a:lnTo>
                      </a:path>
                    </a:pathLst>
                  </a:custGeom>
                  <a:ln w="50800" cap="rnd">
                    <a:solidFill>
                      <a:srgbClr val="00B0F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141" name="Полилиния: фигура 140">
                    <a:extLst>
                      <a:ext uri="{FF2B5EF4-FFF2-40B4-BE49-F238E27FC236}">
                        <a16:creationId xmlns:a16="http://schemas.microsoft.com/office/drawing/2014/main" id="{87EF36CA-05DD-8766-9024-640C66E23C22}"/>
                      </a:ext>
                    </a:extLst>
                  </p:cNvPr>
                  <p:cNvSpPr/>
                  <p:nvPr/>
                </p:nvSpPr>
                <p:spPr>
                  <a:xfrm>
                    <a:off x="9038812" y="5211349"/>
                    <a:ext cx="32956" cy="54387"/>
                  </a:xfrm>
                  <a:custGeom>
                    <a:avLst/>
                    <a:gdLst>
                      <a:gd name="connsiteX0" fmla="*/ 32956 w 32956"/>
                      <a:gd name="connsiteY0" fmla="*/ 54388 h 54387"/>
                      <a:gd name="connsiteX1" fmla="*/ 32861 w 32956"/>
                      <a:gd name="connsiteY1" fmla="*/ 17050 h 54387"/>
                      <a:gd name="connsiteX2" fmla="*/ 0 w 32956"/>
                      <a:gd name="connsiteY2" fmla="*/ 0 h 543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2956" h="54387">
                        <a:moveTo>
                          <a:pt x="32956" y="54388"/>
                        </a:moveTo>
                        <a:lnTo>
                          <a:pt x="32861" y="1705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50800" cap="rnd">
                    <a:solidFill>
                      <a:srgbClr val="00B0F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142" name="Рисунок 109">
                <a:extLst>
                  <a:ext uri="{FF2B5EF4-FFF2-40B4-BE49-F238E27FC236}">
                    <a16:creationId xmlns:a16="http://schemas.microsoft.com/office/drawing/2014/main" id="{7E625447-6BEF-61A2-1279-58831878CD6A}"/>
                  </a:ext>
                </a:extLst>
              </p:cNvPr>
              <p:cNvGrpSpPr/>
              <p:nvPr/>
            </p:nvGrpSpPr>
            <p:grpSpPr>
              <a:xfrm>
                <a:off x="9111202" y="5216493"/>
                <a:ext cx="63627" cy="93440"/>
                <a:chOff x="9111202" y="5216493"/>
                <a:chExt cx="63627" cy="93440"/>
              </a:xfrm>
              <a:noFill/>
            </p:grpSpPr>
            <p:sp>
              <p:nvSpPr>
                <p:cNvPr id="143" name="Полилиния: фигура 142">
                  <a:extLst>
                    <a:ext uri="{FF2B5EF4-FFF2-40B4-BE49-F238E27FC236}">
                      <a16:creationId xmlns:a16="http://schemas.microsoft.com/office/drawing/2014/main" id="{67DE2830-17A3-7BED-EE62-ED9B57CF0906}"/>
                    </a:ext>
                  </a:extLst>
                </p:cNvPr>
                <p:cNvSpPr/>
                <p:nvPr/>
              </p:nvSpPr>
              <p:spPr>
                <a:xfrm>
                  <a:off x="9143206" y="5216493"/>
                  <a:ext cx="9525" cy="93440"/>
                </a:xfrm>
                <a:custGeom>
                  <a:avLst/>
                  <a:gdLst>
                    <a:gd name="connsiteX0" fmla="*/ 0 w 9525"/>
                    <a:gd name="connsiteY0" fmla="*/ 0 h 93440"/>
                    <a:gd name="connsiteX1" fmla="*/ 0 w 9525"/>
                    <a:gd name="connsiteY1" fmla="*/ 93440 h 93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525" h="93440">
                      <a:moveTo>
                        <a:pt x="0" y="0"/>
                      </a:moveTo>
                      <a:lnTo>
                        <a:pt x="0" y="93440"/>
                      </a:lnTo>
                    </a:path>
                  </a:pathLst>
                </a:custGeom>
                <a:ln w="50800" cap="rnd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44" name="Полилиния: фигура 143">
                  <a:extLst>
                    <a:ext uri="{FF2B5EF4-FFF2-40B4-BE49-F238E27FC236}">
                      <a16:creationId xmlns:a16="http://schemas.microsoft.com/office/drawing/2014/main" id="{5B6A2E53-7F3D-5D07-3012-2C36783BEE79}"/>
                    </a:ext>
                  </a:extLst>
                </p:cNvPr>
                <p:cNvSpPr/>
                <p:nvPr/>
              </p:nvSpPr>
              <p:spPr>
                <a:xfrm>
                  <a:off x="9111202" y="5264403"/>
                  <a:ext cx="63627" cy="19240"/>
                </a:xfrm>
                <a:custGeom>
                  <a:avLst/>
                  <a:gdLst>
                    <a:gd name="connsiteX0" fmla="*/ 0 w 63627"/>
                    <a:gd name="connsiteY0" fmla="*/ 19241 h 19240"/>
                    <a:gd name="connsiteX1" fmla="*/ 32004 w 63627"/>
                    <a:gd name="connsiteY1" fmla="*/ 0 h 19240"/>
                    <a:gd name="connsiteX2" fmla="*/ 63627 w 63627"/>
                    <a:gd name="connsiteY2" fmla="*/ 19241 h 19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3627" h="19240">
                      <a:moveTo>
                        <a:pt x="0" y="19241"/>
                      </a:moveTo>
                      <a:lnTo>
                        <a:pt x="32004" y="0"/>
                      </a:lnTo>
                      <a:lnTo>
                        <a:pt x="63627" y="19241"/>
                      </a:lnTo>
                    </a:path>
                  </a:pathLst>
                </a:custGeom>
                <a:noFill/>
                <a:ln w="50800" cap="rnd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id="{8B98290B-6FB9-3653-9B32-4091FD9F97F9}"/>
                </a:ext>
              </a:extLst>
            </p:cNvPr>
            <p:cNvSpPr/>
            <p:nvPr/>
          </p:nvSpPr>
          <p:spPr>
            <a:xfrm>
              <a:off x="12923213" y="3011159"/>
              <a:ext cx="935431" cy="6308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Рисунок 146" descr="Облако контур">
              <a:extLst>
                <a:ext uri="{FF2B5EF4-FFF2-40B4-BE49-F238E27FC236}">
                  <a16:creationId xmlns:a16="http://schemas.microsoft.com/office/drawing/2014/main" id="{8509E72E-3D4A-751F-CE01-9BDD18D47F89}"/>
                </a:ext>
              </a:extLst>
            </p:cNvPr>
            <p:cNvSpPr/>
            <p:nvPr/>
          </p:nvSpPr>
          <p:spPr>
            <a:xfrm>
              <a:off x="13016437" y="3102371"/>
              <a:ext cx="842157" cy="479330"/>
            </a:xfrm>
            <a:custGeom>
              <a:avLst/>
              <a:gdLst>
                <a:gd name="connsiteX0" fmla="*/ 136380 w 803118"/>
                <a:gd name="connsiteY0" fmla="*/ 456348 h 457110"/>
                <a:gd name="connsiteX1" fmla="*/ 174109 w 803118"/>
                <a:gd name="connsiteY1" fmla="*/ 457110 h 457110"/>
                <a:gd name="connsiteX2" fmla="*/ 688857 w 803118"/>
                <a:gd name="connsiteY2" fmla="*/ 457110 h 457110"/>
                <a:gd name="connsiteX3" fmla="*/ 803118 w 803118"/>
                <a:gd name="connsiteY3" fmla="*/ 341941 h 457110"/>
                <a:gd name="connsiteX4" fmla="*/ 689810 w 803118"/>
                <a:gd name="connsiteY4" fmla="*/ 227687 h 457110"/>
                <a:gd name="connsiteX5" fmla="*/ 680285 w 803118"/>
                <a:gd name="connsiteY5" fmla="*/ 227687 h 457110"/>
                <a:gd name="connsiteX6" fmla="*/ 620277 w 803118"/>
                <a:gd name="connsiteY6" fmla="*/ 111448 h 457110"/>
                <a:gd name="connsiteX7" fmla="*/ 489778 w 803118"/>
                <a:gd name="connsiteY7" fmla="*/ 93350 h 457110"/>
                <a:gd name="connsiteX8" fmla="*/ 259223 w 803118"/>
                <a:gd name="connsiteY8" fmla="*/ 18830 h 457110"/>
                <a:gd name="connsiteX9" fmla="*/ 165912 w 803118"/>
                <a:gd name="connsiteY9" fmla="*/ 170522 h 457110"/>
                <a:gd name="connsiteX10" fmla="*/ 165912 w 803118"/>
                <a:gd name="connsiteY10" fmla="*/ 172427 h 457110"/>
                <a:gd name="connsiteX11" fmla="*/ 143307 w 803118"/>
                <a:gd name="connsiteY11" fmla="*/ 170586 h 457110"/>
                <a:gd name="connsiteX12" fmla="*/ 0 w 803118"/>
                <a:gd name="connsiteY12" fmla="*/ 313560 h 457110"/>
                <a:gd name="connsiteX13" fmla="*/ 13501 w 803118"/>
                <a:gd name="connsiteY13" fmla="*/ 374413 h 457110"/>
                <a:gd name="connsiteX14" fmla="*/ 136380 w 803118"/>
                <a:gd name="connsiteY14" fmla="*/ 456348 h 457110"/>
                <a:gd name="connsiteX15" fmla="*/ 43965 w 803118"/>
                <a:gd name="connsiteY15" fmla="*/ 239142 h 457110"/>
                <a:gd name="connsiteX16" fmla="*/ 143301 w 803118"/>
                <a:gd name="connsiteY16" fmla="*/ 189634 h 457110"/>
                <a:gd name="connsiteX17" fmla="*/ 162828 w 803118"/>
                <a:gd name="connsiteY17" fmla="*/ 191224 h 457110"/>
                <a:gd name="connsiteX18" fmla="*/ 184955 w 803118"/>
                <a:gd name="connsiteY18" fmla="*/ 194843 h 457110"/>
                <a:gd name="connsiteX19" fmla="*/ 184955 w 803118"/>
                <a:gd name="connsiteY19" fmla="*/ 170518 h 457110"/>
                <a:gd name="connsiteX20" fmla="*/ 338194 w 803118"/>
                <a:gd name="connsiteY20" fmla="*/ 19153 h 457110"/>
                <a:gd name="connsiteX21" fmla="*/ 472827 w 803118"/>
                <a:gd name="connsiteY21" fmla="*/ 102048 h 457110"/>
                <a:gd name="connsiteX22" fmla="*/ 480392 w 803118"/>
                <a:gd name="connsiteY22" fmla="*/ 116782 h 457110"/>
                <a:gd name="connsiteX23" fmla="*/ 496034 w 803118"/>
                <a:gd name="connsiteY23" fmla="*/ 111340 h 457110"/>
                <a:gd name="connsiteX24" fmla="*/ 654020 w 803118"/>
                <a:gd name="connsiteY24" fmla="*/ 186110 h 457110"/>
                <a:gd name="connsiteX25" fmla="*/ 661234 w 803118"/>
                <a:gd name="connsiteY25" fmla="*/ 227687 h 457110"/>
                <a:gd name="connsiteX26" fmla="*/ 661234 w 803118"/>
                <a:gd name="connsiteY26" fmla="*/ 246737 h 457110"/>
                <a:gd name="connsiteX27" fmla="*/ 689809 w 803118"/>
                <a:gd name="connsiteY27" fmla="*/ 246737 h 457110"/>
                <a:gd name="connsiteX28" fmla="*/ 784059 w 803118"/>
                <a:gd name="connsiteY28" fmla="*/ 343801 h 457110"/>
                <a:gd name="connsiteX29" fmla="*/ 688857 w 803118"/>
                <a:gd name="connsiteY29" fmla="*/ 438060 h 457110"/>
                <a:gd name="connsiteX30" fmla="*/ 154389 w 803118"/>
                <a:gd name="connsiteY30" fmla="*/ 438060 h 457110"/>
                <a:gd name="connsiteX31" fmla="*/ 137414 w 803118"/>
                <a:gd name="connsiteY31" fmla="*/ 437326 h 457110"/>
                <a:gd name="connsiteX32" fmla="*/ 19106 w 803118"/>
                <a:gd name="connsiteY32" fmla="*/ 308356 h 457110"/>
                <a:gd name="connsiteX33" fmla="*/ 43962 w 803118"/>
                <a:gd name="connsiteY33" fmla="*/ 239142 h 457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03118" h="457110">
                  <a:moveTo>
                    <a:pt x="136380" y="456348"/>
                  </a:moveTo>
                  <a:cubicBezTo>
                    <a:pt x="146010" y="456873"/>
                    <a:pt x="174109" y="457110"/>
                    <a:pt x="174109" y="457110"/>
                  </a:cubicBezTo>
                  <a:lnTo>
                    <a:pt x="688857" y="457110"/>
                  </a:lnTo>
                  <a:cubicBezTo>
                    <a:pt x="752213" y="456860"/>
                    <a:pt x="803370" y="405296"/>
                    <a:pt x="803118" y="341941"/>
                  </a:cubicBezTo>
                  <a:cubicBezTo>
                    <a:pt x="802870" y="279311"/>
                    <a:pt x="752436" y="228455"/>
                    <a:pt x="689810" y="227687"/>
                  </a:cubicBezTo>
                  <a:lnTo>
                    <a:pt x="680285" y="227687"/>
                  </a:lnTo>
                  <a:cubicBezTo>
                    <a:pt x="680196" y="181531"/>
                    <a:pt x="657853" y="138251"/>
                    <a:pt x="620277" y="111448"/>
                  </a:cubicBezTo>
                  <a:cubicBezTo>
                    <a:pt x="582207" y="84811"/>
                    <a:pt x="533661" y="78079"/>
                    <a:pt x="489778" y="93350"/>
                  </a:cubicBezTo>
                  <a:cubicBezTo>
                    <a:pt x="446691" y="9107"/>
                    <a:pt x="343467" y="-24258"/>
                    <a:pt x="259223" y="18830"/>
                  </a:cubicBezTo>
                  <a:cubicBezTo>
                    <a:pt x="202218" y="47986"/>
                    <a:pt x="166228" y="106494"/>
                    <a:pt x="165912" y="170522"/>
                  </a:cubicBezTo>
                  <a:lnTo>
                    <a:pt x="165912" y="172427"/>
                  </a:lnTo>
                  <a:cubicBezTo>
                    <a:pt x="158438" y="171204"/>
                    <a:pt x="150879" y="170589"/>
                    <a:pt x="143307" y="170586"/>
                  </a:cubicBezTo>
                  <a:cubicBezTo>
                    <a:pt x="64252" y="170494"/>
                    <a:pt x="92" y="234506"/>
                    <a:pt x="0" y="313560"/>
                  </a:cubicBezTo>
                  <a:cubicBezTo>
                    <a:pt x="-24" y="334590"/>
                    <a:pt x="4585" y="355367"/>
                    <a:pt x="13501" y="374413"/>
                  </a:cubicBezTo>
                  <a:cubicBezTo>
                    <a:pt x="36640" y="421927"/>
                    <a:pt x="83621" y="453254"/>
                    <a:pt x="136380" y="456348"/>
                  </a:cubicBezTo>
                  <a:close/>
                  <a:moveTo>
                    <a:pt x="43965" y="239142"/>
                  </a:moveTo>
                  <a:cubicBezTo>
                    <a:pt x="67730" y="208275"/>
                    <a:pt x="104348" y="190024"/>
                    <a:pt x="143301" y="189634"/>
                  </a:cubicBezTo>
                  <a:cubicBezTo>
                    <a:pt x="149842" y="189640"/>
                    <a:pt x="156372" y="190171"/>
                    <a:pt x="162828" y="191224"/>
                  </a:cubicBezTo>
                  <a:lnTo>
                    <a:pt x="184955" y="194843"/>
                  </a:lnTo>
                  <a:lnTo>
                    <a:pt x="184955" y="170518"/>
                  </a:lnTo>
                  <a:cubicBezTo>
                    <a:pt x="185472" y="86404"/>
                    <a:pt x="254080" y="18636"/>
                    <a:pt x="338194" y="19153"/>
                  </a:cubicBezTo>
                  <a:cubicBezTo>
                    <a:pt x="395022" y="19503"/>
                    <a:pt x="446929" y="51462"/>
                    <a:pt x="472827" y="102048"/>
                  </a:cubicBezTo>
                  <a:lnTo>
                    <a:pt x="480392" y="116782"/>
                  </a:lnTo>
                  <a:lnTo>
                    <a:pt x="496034" y="111340"/>
                  </a:lnTo>
                  <a:cubicBezTo>
                    <a:pt x="560308" y="88361"/>
                    <a:pt x="631039" y="121836"/>
                    <a:pt x="654020" y="186110"/>
                  </a:cubicBezTo>
                  <a:cubicBezTo>
                    <a:pt x="658790" y="199452"/>
                    <a:pt x="661230" y="213517"/>
                    <a:pt x="661234" y="227687"/>
                  </a:cubicBezTo>
                  <a:lnTo>
                    <a:pt x="661234" y="246737"/>
                  </a:lnTo>
                  <a:lnTo>
                    <a:pt x="689809" y="246737"/>
                  </a:lnTo>
                  <a:cubicBezTo>
                    <a:pt x="742638" y="247514"/>
                    <a:pt x="784836" y="290971"/>
                    <a:pt x="784059" y="343801"/>
                  </a:cubicBezTo>
                  <a:cubicBezTo>
                    <a:pt x="783292" y="395905"/>
                    <a:pt x="740967" y="437812"/>
                    <a:pt x="688857" y="438060"/>
                  </a:cubicBezTo>
                  <a:lnTo>
                    <a:pt x="154389" y="438060"/>
                  </a:lnTo>
                  <a:lnTo>
                    <a:pt x="137414" y="437326"/>
                  </a:lnTo>
                  <a:cubicBezTo>
                    <a:pt x="69130" y="434382"/>
                    <a:pt x="16162" y="376640"/>
                    <a:pt x="19106" y="308356"/>
                  </a:cubicBezTo>
                  <a:cubicBezTo>
                    <a:pt x="20186" y="283299"/>
                    <a:pt x="28855" y="259162"/>
                    <a:pt x="43962" y="239142"/>
                  </a:cubicBezTo>
                  <a:close/>
                </a:path>
              </a:pathLst>
            </a:custGeom>
            <a:solidFill>
              <a:srgbClr val="5BAFE3"/>
            </a:solidFill>
            <a:ln w="25400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46" name="object 6">
            <a:extLst>
              <a:ext uri="{FF2B5EF4-FFF2-40B4-BE49-F238E27FC236}">
                <a16:creationId xmlns:a16="http://schemas.microsoft.com/office/drawing/2014/main" id="{D2ED64B4-C98E-44DD-81FB-3758DB359088}"/>
              </a:ext>
            </a:extLst>
          </p:cNvPr>
          <p:cNvSpPr txBox="1">
            <a:spLocks/>
          </p:cNvSpPr>
          <p:nvPr/>
        </p:nvSpPr>
        <p:spPr>
          <a:xfrm>
            <a:off x="504825" y="385503"/>
            <a:ext cx="14528345" cy="1287612"/>
          </a:xfrm>
          <a:prstGeom prst="rect">
            <a:avLst/>
          </a:prstGeom>
        </p:spPr>
        <p:txBody>
          <a:bodyPr vert="horz" wrap="square" lIns="0" tIns="13287" rIns="0" bIns="0" rtlCol="0">
            <a:spAutoFit/>
          </a:bodyPr>
          <a:lstStyle>
            <a:lvl1pPr algn="l" defTabSz="1371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553">
              <a:spcBef>
                <a:spcPts val="105"/>
              </a:spcBef>
            </a:pPr>
            <a:r>
              <a:rPr lang="ru-RU" sz="4600" b="1" dirty="0">
                <a:solidFill>
                  <a:srgbClr val="006EBE"/>
                </a:solidFill>
                <a:cs typeface="Arial" panose="020B0604020202020204" pitchFamily="34" charset="0"/>
              </a:rPr>
              <a:t>Надежное резервное копирование информационных систем Академии</a:t>
            </a:r>
          </a:p>
        </p:txBody>
      </p:sp>
      <p:sp>
        <p:nvSpPr>
          <p:cNvPr id="162" name="Прямоугольник: скругленные углы 161">
            <a:extLst>
              <a:ext uri="{FF2B5EF4-FFF2-40B4-BE49-F238E27FC236}">
                <a16:creationId xmlns:a16="http://schemas.microsoft.com/office/drawing/2014/main" id="{29F1E7C5-BA64-4031-928C-2BE73DB76E6E}"/>
              </a:ext>
            </a:extLst>
          </p:cNvPr>
          <p:cNvSpPr/>
          <p:nvPr/>
        </p:nvSpPr>
        <p:spPr>
          <a:xfrm>
            <a:off x="11761950" y="8187164"/>
            <a:ext cx="5897400" cy="1474898"/>
          </a:xfrm>
          <a:prstGeom prst="roundRect">
            <a:avLst>
              <a:gd name="adj" fmla="val 26545"/>
            </a:avLst>
          </a:prstGeom>
          <a:solidFill>
            <a:srgbClr val="D9F3FD"/>
          </a:solidFill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/>
          <a:p>
            <a:pPr algn="ctr" defTabSz="456880">
              <a:spcBef>
                <a:spcPts val="1199"/>
              </a:spcBef>
              <a:buClr>
                <a:srgbClr val="006EBE"/>
              </a:buClr>
            </a:pPr>
            <a:r>
              <a:rPr lang="ru-RU" sz="32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Объем данных </a:t>
            </a:r>
          </a:p>
          <a:p>
            <a:pPr algn="ctr" defTabSz="456880">
              <a:spcBef>
                <a:spcPts val="1199"/>
              </a:spcBef>
              <a:buClr>
                <a:srgbClr val="006EBE"/>
              </a:buClr>
            </a:pPr>
            <a:r>
              <a:rPr lang="en-US" sz="32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lang="ru-RU" sz="32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Петабайт (10</a:t>
            </a:r>
            <a:r>
              <a:rPr lang="en-US" sz="3200" b="1" baseline="300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32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3200" b="1" dirty="0">
              <a:solidFill>
                <a:srgbClr val="006E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420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3656FD0C-9DAB-F10C-2A03-07030A42A9F3}"/>
              </a:ext>
            </a:extLst>
          </p:cNvPr>
          <p:cNvSpPr/>
          <p:nvPr/>
        </p:nvSpPr>
        <p:spPr>
          <a:xfrm>
            <a:off x="6445642" y="2830938"/>
            <a:ext cx="11366545" cy="4382215"/>
          </a:xfrm>
          <a:prstGeom prst="roundRect">
            <a:avLst>
              <a:gd name="adj" fmla="val 7937"/>
            </a:avLst>
          </a:prstGeom>
          <a:solidFill>
            <a:srgbClr val="D9F3FD"/>
          </a:solidFill>
          <a:ln w="50800">
            <a:solidFill>
              <a:srgbClr val="5BAFE3"/>
            </a:solidFill>
            <a:prstDash val="sysDash"/>
          </a:ln>
        </p:spPr>
        <p:txBody>
          <a:bodyPr wrap="square">
            <a:noAutofit/>
          </a:bodyPr>
          <a:lstStyle/>
          <a:p>
            <a:pPr marL="269865" indent="-269865">
              <a:spcBef>
                <a:spcPts val="1199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endParaRPr lang="ru-RU" sz="2399" b="1" noProof="0" dirty="0">
              <a:solidFill>
                <a:srgbClr val="006E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080CB-5F8F-49FC-B5F7-868F3AC31CA7}"/>
              </a:ext>
            </a:extLst>
          </p:cNvPr>
          <p:cNvSpPr txBox="1"/>
          <p:nvPr/>
        </p:nvSpPr>
        <p:spPr>
          <a:xfrm>
            <a:off x="413858" y="291355"/>
            <a:ext cx="1528189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4600" b="1" kern="0" dirty="0">
                <a:solidFill>
                  <a:srgbClr val="006EBE"/>
                </a:solidFill>
                <a:latin typeface="Arial"/>
                <a:cs typeface="Arial"/>
              </a:rPr>
              <a:t>Управление ИТ-инфраструктурой</a:t>
            </a:r>
            <a:endParaRPr lang="ru-RU" sz="4600" b="1" kern="0" noProof="0" dirty="0">
              <a:solidFill>
                <a:srgbClr val="006EBE"/>
              </a:solidFill>
              <a:latin typeface="Arial"/>
              <a:cs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8BC6EC-FA54-BDBC-38D8-41EFFBDA590D}"/>
              </a:ext>
            </a:extLst>
          </p:cNvPr>
          <p:cNvSpPr txBox="1"/>
          <p:nvPr/>
        </p:nvSpPr>
        <p:spPr>
          <a:xfrm>
            <a:off x="8257959" y="3347229"/>
            <a:ext cx="9251832" cy="3400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7894" indent="-361769">
              <a:spcBef>
                <a:spcPts val="30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799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Мониторинг 95% </a:t>
            </a:r>
            <a:r>
              <a:rPr lang="ru-RU" sz="2799" noProof="0" dirty="0">
                <a:latin typeface="Arial" panose="020B0604020202020204" pitchFamily="34" charset="0"/>
                <a:cs typeface="Arial" panose="020B0604020202020204" pitchFamily="34" charset="0"/>
              </a:rPr>
              <a:t>инфраструктуры</a:t>
            </a:r>
            <a:endParaRPr lang="ru-RU" sz="2799" b="1" noProof="0" dirty="0">
              <a:solidFill>
                <a:srgbClr val="006E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7894" indent="-361769">
              <a:spcBef>
                <a:spcPts val="30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799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Мониторинг 40% </a:t>
            </a:r>
            <a:r>
              <a:rPr lang="ru-RU" sz="2799" noProof="0" dirty="0">
                <a:latin typeface="Arial" panose="020B0604020202020204" pitchFamily="34" charset="0"/>
                <a:cs typeface="Arial" panose="020B0604020202020204" pitchFamily="34" charset="0"/>
              </a:rPr>
              <a:t>информационных систем</a:t>
            </a:r>
          </a:p>
          <a:p>
            <a:pPr marL="537894" indent="-361769">
              <a:spcBef>
                <a:spcPts val="30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prstClr val="black"/>
                </a:solidFill>
              </a:rPr>
              <a:t>Плановые</a:t>
            </a:r>
            <a:r>
              <a:rPr lang="ru-RU" sz="2800" b="1" dirty="0">
                <a:solidFill>
                  <a:srgbClr val="29345B"/>
                </a:solidFill>
              </a:rPr>
              <a:t> </a:t>
            </a:r>
            <a:r>
              <a:rPr lang="ru-RU" sz="2799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учения по восстановлению</a:t>
            </a:r>
            <a:r>
              <a:rPr lang="ru-RU" sz="2800" b="1" dirty="0">
                <a:solidFill>
                  <a:srgbClr val="29345B"/>
                </a:solidFill>
              </a:rPr>
              <a:t> </a:t>
            </a:r>
          </a:p>
          <a:p>
            <a:pPr marL="537894" lvl="0" indent="-361769">
              <a:spcBef>
                <a:spcPts val="30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2799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Комитет по разбору сбоев</a:t>
            </a:r>
            <a:r>
              <a:rPr lang="ru-RU" sz="2800" dirty="0">
                <a:solidFill>
                  <a:prstClr val="black"/>
                </a:solidFill>
              </a:rPr>
              <a:t>, определение корневых причин</a:t>
            </a: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67D266F9-C7A5-996D-8CC2-D060DE508111}"/>
              </a:ext>
            </a:extLst>
          </p:cNvPr>
          <p:cNvGrpSpPr/>
          <p:nvPr/>
        </p:nvGrpSpPr>
        <p:grpSpPr>
          <a:xfrm>
            <a:off x="6821396" y="3340955"/>
            <a:ext cx="1364624" cy="1364624"/>
            <a:chOff x="7162800" y="2403475"/>
            <a:chExt cx="1365256" cy="1365256"/>
          </a:xfrm>
        </p:grpSpPr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8B87FC94-ADFD-49F4-E03B-5DBC96563B93}"/>
                </a:ext>
              </a:extLst>
            </p:cNvPr>
            <p:cNvSpPr/>
            <p:nvPr/>
          </p:nvSpPr>
          <p:spPr>
            <a:xfrm>
              <a:off x="7162800" y="2403475"/>
              <a:ext cx="1365256" cy="1365256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456880"/>
              <a:endParaRPr lang="ru-RU" sz="1799" noProof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9" name="Рисунок 38" descr="Изображение выглядит как символ, круг, Графика, логотип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30054CF-66B8-8F07-6B2F-0910D5AF5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19340" y="2625518"/>
              <a:ext cx="886361" cy="997157"/>
            </a:xfrm>
            <a:prstGeom prst="rect">
              <a:avLst/>
            </a:prstGeom>
          </p:spPr>
        </p:pic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E59BDF3-E779-4173-36D1-B5B0BAA86A81}"/>
              </a:ext>
            </a:extLst>
          </p:cNvPr>
          <p:cNvGrpSpPr/>
          <p:nvPr/>
        </p:nvGrpSpPr>
        <p:grpSpPr>
          <a:xfrm>
            <a:off x="1514694" y="3171561"/>
            <a:ext cx="2220875" cy="2220875"/>
            <a:chOff x="1327435" y="2928367"/>
            <a:chExt cx="2220875" cy="2220875"/>
          </a:xfrm>
        </p:grpSpPr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F4A8869A-B1B8-4068-B4A0-2DD8BFE0485D}"/>
                </a:ext>
              </a:extLst>
            </p:cNvPr>
            <p:cNvSpPr/>
            <p:nvPr/>
          </p:nvSpPr>
          <p:spPr>
            <a:xfrm>
              <a:off x="1327435" y="2928367"/>
              <a:ext cx="2220875" cy="2220875"/>
            </a:xfrm>
            <a:prstGeom prst="ellipse">
              <a:avLst/>
            </a:prstGeom>
            <a:solidFill>
              <a:srgbClr val="5BAFE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7F07BEF3-5B20-4726-9353-3E569771C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1674110" y="3298756"/>
              <a:ext cx="1480096" cy="1480096"/>
            </a:xfrm>
            <a:prstGeom prst="rect">
              <a:avLst/>
            </a:prstGeom>
          </p:spPr>
        </p:pic>
      </p:grp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1C9C319-BDEF-4579-AA2B-061DFF8A701E}"/>
              </a:ext>
            </a:extLst>
          </p:cNvPr>
          <p:cNvSpPr/>
          <p:nvPr/>
        </p:nvSpPr>
        <p:spPr>
          <a:xfrm>
            <a:off x="535095" y="5786198"/>
            <a:ext cx="4180072" cy="1426955"/>
          </a:xfrm>
          <a:prstGeom prst="roundRect">
            <a:avLst>
              <a:gd name="adj" fmla="val 24770"/>
            </a:avLst>
          </a:prstGeom>
          <a:solidFill>
            <a:srgbClr val="D9F3FD"/>
          </a:solidFill>
          <a:ln w="50800">
            <a:solidFill>
              <a:srgbClr val="5BAFE3"/>
            </a:solidFill>
            <a:prstDash val="sysDash"/>
          </a:ln>
        </p:spPr>
        <p:txBody>
          <a:bodyPr wrap="square" anchor="ctr">
            <a:noAutofit/>
          </a:bodyPr>
          <a:lstStyle/>
          <a:p>
            <a:pPr algn="ctr">
              <a:spcBef>
                <a:spcPts val="1199"/>
              </a:spcBef>
              <a:buClr>
                <a:srgbClr val="006EBE"/>
              </a:buClr>
            </a:pP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Надежная работа</a:t>
            </a:r>
          </a:p>
          <a:p>
            <a:pPr algn="ctr">
              <a:spcBef>
                <a:spcPts val="1199"/>
              </a:spcBef>
              <a:buClr>
                <a:srgbClr val="006EBE"/>
              </a:buClr>
            </a:pP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ИТ-систем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483F6649-6228-4DBF-B898-BEF42A3F71A3}"/>
              </a:ext>
            </a:extLst>
          </p:cNvPr>
          <p:cNvSpPr/>
          <p:nvPr/>
        </p:nvSpPr>
        <p:spPr>
          <a:xfrm rot="7811280" flipH="1" flipV="1">
            <a:off x="5133221" y="5963008"/>
            <a:ext cx="830393" cy="836238"/>
          </a:xfrm>
          <a:custGeom>
            <a:avLst/>
            <a:gdLst>
              <a:gd name="connsiteX0" fmla="*/ 0 w 1129146"/>
              <a:gd name="connsiteY0" fmla="*/ 0 h 914400"/>
              <a:gd name="connsiteX1" fmla="*/ 1129146 w 1129146"/>
              <a:gd name="connsiteY1" fmla="*/ 914400 h 914400"/>
              <a:gd name="connsiteX0" fmla="*/ 0 w 1129146"/>
              <a:gd name="connsiteY0" fmla="*/ 0 h 914400"/>
              <a:gd name="connsiteX1" fmla="*/ 1129146 w 1129146"/>
              <a:gd name="connsiteY1" fmla="*/ 914400 h 914400"/>
              <a:gd name="connsiteX0" fmla="*/ 0 w 1129146"/>
              <a:gd name="connsiteY0" fmla="*/ 0 h 914400"/>
              <a:gd name="connsiteX1" fmla="*/ 1129146 w 1129146"/>
              <a:gd name="connsiteY1" fmla="*/ 914400 h 914400"/>
              <a:gd name="connsiteX0" fmla="*/ 0 w 1129146"/>
              <a:gd name="connsiteY0" fmla="*/ 0 h 914400"/>
              <a:gd name="connsiteX1" fmla="*/ 1129146 w 1129146"/>
              <a:gd name="connsiteY1" fmla="*/ 914400 h 914400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28069"/>
              <a:gd name="connsiteY0" fmla="*/ -1 h 798915"/>
              <a:gd name="connsiteX1" fmla="*/ 1128069 w 1128069"/>
              <a:gd name="connsiteY1" fmla="*/ 798915 h 798915"/>
              <a:gd name="connsiteX0" fmla="*/ 0 w 1128069"/>
              <a:gd name="connsiteY0" fmla="*/ -1 h 798915"/>
              <a:gd name="connsiteX1" fmla="*/ 1128069 w 1128069"/>
              <a:gd name="connsiteY1" fmla="*/ 798915 h 798915"/>
              <a:gd name="connsiteX0" fmla="*/ 0 w 1034744"/>
              <a:gd name="connsiteY0" fmla="*/ -1 h 757327"/>
              <a:gd name="connsiteX1" fmla="*/ 1034743 w 1034744"/>
              <a:gd name="connsiteY1" fmla="*/ 757328 h 757327"/>
              <a:gd name="connsiteX0" fmla="*/ 0 w 1034744"/>
              <a:gd name="connsiteY0" fmla="*/ -1 h 757327"/>
              <a:gd name="connsiteX1" fmla="*/ 1034743 w 1034744"/>
              <a:gd name="connsiteY1" fmla="*/ 757328 h 757327"/>
              <a:gd name="connsiteX0" fmla="*/ 0 w 1034744"/>
              <a:gd name="connsiteY0" fmla="*/ -1 h 757327"/>
              <a:gd name="connsiteX1" fmla="*/ 1034743 w 1034744"/>
              <a:gd name="connsiteY1" fmla="*/ 757328 h 757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4744" h="757327">
                <a:moveTo>
                  <a:pt x="0" y="-1"/>
                </a:moveTo>
                <a:cubicBezTo>
                  <a:pt x="148834" y="251825"/>
                  <a:pt x="500589" y="575801"/>
                  <a:pt x="1034743" y="757328"/>
                </a:cubicBezTo>
              </a:path>
            </a:pathLst>
          </a:custGeom>
          <a:noFill/>
          <a:ln w="38100">
            <a:solidFill>
              <a:srgbClr val="0070C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72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A187DD3-55B7-4548-D9EF-D26CDB606049}"/>
              </a:ext>
            </a:extLst>
          </p:cNvPr>
          <p:cNvSpPr/>
          <p:nvPr/>
        </p:nvSpPr>
        <p:spPr>
          <a:xfrm>
            <a:off x="3265034" y="2322377"/>
            <a:ext cx="11761106" cy="2180064"/>
          </a:xfrm>
          <a:prstGeom prst="roundRect">
            <a:avLst>
              <a:gd name="adj" fmla="val 22519"/>
            </a:avLst>
          </a:prstGeom>
          <a:solidFill>
            <a:srgbClr val="D9F3FD"/>
          </a:solidFill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/>
          <a:p>
            <a:pPr algn="ctr" defTabSz="456880">
              <a:spcBef>
                <a:spcPts val="1199"/>
              </a:spcBef>
              <a:buClr>
                <a:srgbClr val="006EBE"/>
              </a:buClr>
            </a:pPr>
            <a:r>
              <a:rPr lang="ru-RU" sz="3598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Единая</a:t>
            </a:r>
            <a:r>
              <a:rPr lang="ru-RU" sz="3598" b="1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точка входа для студентов </a:t>
            </a:r>
            <a:br>
              <a:rPr lang="ru-RU" sz="3598" b="1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598" b="1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сотрудников для решения ИТ-вопросов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FEE875E-2A7C-31AD-534F-74AABC838D8D}"/>
              </a:ext>
            </a:extLst>
          </p:cNvPr>
          <p:cNvSpPr/>
          <p:nvPr/>
        </p:nvSpPr>
        <p:spPr>
          <a:xfrm>
            <a:off x="4438100" y="7276845"/>
            <a:ext cx="2379149" cy="1378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456880"/>
            <a:r>
              <a:rPr lang="ru-RU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ru-RU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ru-RU" sz="2798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успешных дозвонов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DC58926-E4EF-4D00-01A0-6E4C1D55F392}"/>
              </a:ext>
            </a:extLst>
          </p:cNvPr>
          <p:cNvSpPr/>
          <p:nvPr/>
        </p:nvSpPr>
        <p:spPr>
          <a:xfrm>
            <a:off x="390926" y="7276845"/>
            <a:ext cx="3645120" cy="1138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370823">
              <a:defRPr/>
            </a:pPr>
            <a:r>
              <a:rPr lang="ru-RU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24/7 </a:t>
            </a:r>
          </a:p>
          <a:p>
            <a:pPr algn="ctr" defTabSz="1370823">
              <a:defRPr/>
            </a:pPr>
            <a:r>
              <a:rPr lang="ru-RU" sz="2798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режим работы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D922C1E-8EBD-AAAE-F867-41BDEDE1C7C6}"/>
              </a:ext>
            </a:extLst>
          </p:cNvPr>
          <p:cNvSpPr/>
          <p:nvPr/>
        </p:nvSpPr>
        <p:spPr>
          <a:xfrm>
            <a:off x="7553980" y="7276845"/>
            <a:ext cx="2991861" cy="1568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6880"/>
            <a:r>
              <a:rPr lang="ru-RU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сек. </a:t>
            </a:r>
            <a:br>
              <a:rPr lang="ru-RU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798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среднее время ожидания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B4E7ACF-6EF8-B23C-C354-B664D5E1613E}"/>
              </a:ext>
            </a:extLst>
          </p:cNvPr>
          <p:cNvSpPr/>
          <p:nvPr/>
        </p:nvSpPr>
        <p:spPr>
          <a:xfrm>
            <a:off x="14227514" y="7276845"/>
            <a:ext cx="3454266" cy="1568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370823">
              <a:defRPr/>
            </a:pPr>
            <a:r>
              <a:rPr lang="ru-RU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4,9</a:t>
            </a:r>
            <a:r>
              <a:rPr lang="en-US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ru-RU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br>
              <a:rPr lang="ru-RU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798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удовлетворенности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E447E4EC-C55D-2D08-8350-CD542857A2B8}"/>
              </a:ext>
            </a:extLst>
          </p:cNvPr>
          <p:cNvSpPr/>
          <p:nvPr/>
        </p:nvSpPr>
        <p:spPr>
          <a:xfrm>
            <a:off x="11317193" y="7276845"/>
            <a:ext cx="2358823" cy="1183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456880"/>
            <a:r>
              <a:rPr lang="ru-RU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ru-RU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тыс. </a:t>
            </a:r>
            <a:r>
              <a:rPr lang="ru-RU" sz="2798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обращений в месяц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5E4382-FD91-4AC8-BBA0-602F831F8677}"/>
              </a:ext>
            </a:extLst>
          </p:cNvPr>
          <p:cNvSpPr txBox="1"/>
          <p:nvPr/>
        </p:nvSpPr>
        <p:spPr>
          <a:xfrm>
            <a:off x="390927" y="429019"/>
            <a:ext cx="15555944" cy="658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6880">
              <a:lnSpc>
                <a:spcPct val="80000"/>
              </a:lnSpc>
              <a:spcBef>
                <a:spcPts val="3600"/>
              </a:spcBef>
              <a:buClr>
                <a:srgbClr val="006EBE"/>
              </a:buClr>
              <a:defRPr/>
            </a:pPr>
            <a:r>
              <a:rPr lang="ru-RU" sz="4597" b="1" dirty="0" err="1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Человекоцентричная</a:t>
            </a:r>
            <a:r>
              <a:rPr lang="ru-RU" sz="4597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техподдержка</a:t>
            </a:r>
          </a:p>
        </p:txBody>
      </p: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63F9E07A-902E-69EF-1564-ABD9692F0AA7}"/>
              </a:ext>
            </a:extLst>
          </p:cNvPr>
          <p:cNvGrpSpPr/>
          <p:nvPr/>
        </p:nvGrpSpPr>
        <p:grpSpPr>
          <a:xfrm>
            <a:off x="1531174" y="5684597"/>
            <a:ext cx="1364624" cy="1364624"/>
            <a:chOff x="1544886" y="6019587"/>
            <a:chExt cx="1364624" cy="1364624"/>
          </a:xfrm>
        </p:grpSpPr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933DC8DD-D3B1-1709-1736-965CA32F0A13}"/>
                </a:ext>
              </a:extLst>
            </p:cNvPr>
            <p:cNvSpPr/>
            <p:nvPr/>
          </p:nvSpPr>
          <p:spPr>
            <a:xfrm>
              <a:off x="1544886" y="6019587"/>
              <a:ext cx="1364624" cy="1364624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456880"/>
              <a:endParaRPr lang="ru-RU" sz="1799" noProof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F3AE80D5-D501-9FDA-835E-FC83C69B9814}"/>
                </a:ext>
              </a:extLst>
            </p:cNvPr>
            <p:cNvGrpSpPr/>
            <p:nvPr/>
          </p:nvGrpSpPr>
          <p:grpSpPr>
            <a:xfrm>
              <a:off x="1655672" y="6130373"/>
              <a:ext cx="1143052" cy="1143052"/>
              <a:chOff x="1641960" y="6123465"/>
              <a:chExt cx="1143052" cy="1143052"/>
            </a:xfrm>
          </p:grpSpPr>
          <p:sp>
            <p:nvSpPr>
              <p:cNvPr id="6" name="Полилиния: фигура 5">
                <a:extLst>
                  <a:ext uri="{FF2B5EF4-FFF2-40B4-BE49-F238E27FC236}">
                    <a16:creationId xmlns:a16="http://schemas.microsoft.com/office/drawing/2014/main" id="{E5F04215-DC27-4C21-FAC6-2771240A3419}"/>
                  </a:ext>
                </a:extLst>
              </p:cNvPr>
              <p:cNvSpPr/>
              <p:nvPr/>
            </p:nvSpPr>
            <p:spPr>
              <a:xfrm>
                <a:off x="2213502" y="6413325"/>
                <a:ext cx="3297" cy="288574"/>
              </a:xfrm>
              <a:custGeom>
                <a:avLst/>
                <a:gdLst>
                  <a:gd name="connsiteX0" fmla="*/ 0 w 9525"/>
                  <a:gd name="connsiteY0" fmla="*/ 0 h 833628"/>
                  <a:gd name="connsiteX1" fmla="*/ 0 w 9525"/>
                  <a:gd name="connsiteY1" fmla="*/ 833628 h 83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833628">
                    <a:moveTo>
                      <a:pt x="0" y="0"/>
                    </a:moveTo>
                    <a:lnTo>
                      <a:pt x="0" y="833628"/>
                    </a:lnTo>
                  </a:path>
                </a:pathLst>
              </a:custGeom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: фигура 6">
                <a:extLst>
                  <a:ext uri="{FF2B5EF4-FFF2-40B4-BE49-F238E27FC236}">
                    <a16:creationId xmlns:a16="http://schemas.microsoft.com/office/drawing/2014/main" id="{F3686BFC-F299-7E37-9862-91B7677FD959}"/>
                  </a:ext>
                </a:extLst>
              </p:cNvPr>
              <p:cNvSpPr/>
              <p:nvPr/>
            </p:nvSpPr>
            <p:spPr>
              <a:xfrm>
                <a:off x="1731678" y="6695007"/>
                <a:ext cx="129911" cy="3297"/>
              </a:xfrm>
              <a:custGeom>
                <a:avLst/>
                <a:gdLst>
                  <a:gd name="connsiteX0" fmla="*/ 0 w 375285"/>
                  <a:gd name="connsiteY0" fmla="*/ 0 h 9525"/>
                  <a:gd name="connsiteX1" fmla="*/ 375285 w 37528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5285" h="9525">
                    <a:moveTo>
                      <a:pt x="0" y="0"/>
                    </a:moveTo>
                    <a:lnTo>
                      <a:pt x="375285" y="0"/>
                    </a:lnTo>
                  </a:path>
                </a:pathLst>
              </a:custGeom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" name="Полилиния: фигура 7">
                <a:extLst>
                  <a:ext uri="{FF2B5EF4-FFF2-40B4-BE49-F238E27FC236}">
                    <a16:creationId xmlns:a16="http://schemas.microsoft.com/office/drawing/2014/main" id="{0FFB7C88-E4F1-48C0-824A-2909915399FA}"/>
                  </a:ext>
                </a:extLst>
              </p:cNvPr>
              <p:cNvSpPr/>
              <p:nvPr/>
            </p:nvSpPr>
            <p:spPr>
              <a:xfrm>
                <a:off x="1865018" y="6362580"/>
                <a:ext cx="94301" cy="87047"/>
              </a:xfrm>
              <a:custGeom>
                <a:avLst/>
                <a:gdLst>
                  <a:gd name="connsiteX0" fmla="*/ 0 w 272414"/>
                  <a:gd name="connsiteY0" fmla="*/ 0 h 251460"/>
                  <a:gd name="connsiteX1" fmla="*/ 272415 w 272414"/>
                  <a:gd name="connsiteY1" fmla="*/ 251460 h 251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2414" h="251460">
                    <a:moveTo>
                      <a:pt x="0" y="0"/>
                    </a:moveTo>
                    <a:lnTo>
                      <a:pt x="272415" y="251460"/>
                    </a:lnTo>
                  </a:path>
                </a:pathLst>
              </a:custGeom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" name="Полилиния: фигура 8">
                <a:extLst>
                  <a:ext uri="{FF2B5EF4-FFF2-40B4-BE49-F238E27FC236}">
                    <a16:creationId xmlns:a16="http://schemas.microsoft.com/office/drawing/2014/main" id="{83DDC3C6-C6F8-D78B-0F55-B56A4C7FD51C}"/>
                  </a:ext>
                </a:extLst>
              </p:cNvPr>
              <p:cNvSpPr/>
              <p:nvPr/>
            </p:nvSpPr>
            <p:spPr>
              <a:xfrm>
                <a:off x="1880648" y="6939991"/>
                <a:ext cx="83717" cy="83717"/>
              </a:xfrm>
              <a:custGeom>
                <a:avLst/>
                <a:gdLst>
                  <a:gd name="connsiteX0" fmla="*/ 0 w 241839"/>
                  <a:gd name="connsiteY0" fmla="*/ 241840 h 241839"/>
                  <a:gd name="connsiteX1" fmla="*/ 241840 w 241839"/>
                  <a:gd name="connsiteY1" fmla="*/ 0 h 241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1839" h="241839">
                    <a:moveTo>
                      <a:pt x="0" y="241840"/>
                    </a:moveTo>
                    <a:lnTo>
                      <a:pt x="241840" y="0"/>
                    </a:lnTo>
                  </a:path>
                </a:pathLst>
              </a:custGeom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" name="Полилиния: фигура 9">
                <a:extLst>
                  <a:ext uri="{FF2B5EF4-FFF2-40B4-BE49-F238E27FC236}">
                    <a16:creationId xmlns:a16="http://schemas.microsoft.com/office/drawing/2014/main" id="{5F6C6D3D-1B6C-4201-EABA-41A9CE8380CB}"/>
                  </a:ext>
                </a:extLst>
              </p:cNvPr>
              <p:cNvSpPr/>
              <p:nvPr/>
            </p:nvSpPr>
            <p:spPr>
              <a:xfrm>
                <a:off x="2447341" y="6356383"/>
                <a:ext cx="88926" cy="88926"/>
              </a:xfrm>
              <a:custGeom>
                <a:avLst/>
                <a:gdLst>
                  <a:gd name="connsiteX0" fmla="*/ 0 w 256889"/>
                  <a:gd name="connsiteY0" fmla="*/ 256889 h 256889"/>
                  <a:gd name="connsiteX1" fmla="*/ 256889 w 256889"/>
                  <a:gd name="connsiteY1" fmla="*/ 0 h 256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6889" h="256889">
                    <a:moveTo>
                      <a:pt x="0" y="256889"/>
                    </a:moveTo>
                    <a:lnTo>
                      <a:pt x="256889" y="0"/>
                    </a:lnTo>
                  </a:path>
                </a:pathLst>
              </a:custGeom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" name="Полилиния: фигура 10">
                <a:extLst>
                  <a:ext uri="{FF2B5EF4-FFF2-40B4-BE49-F238E27FC236}">
                    <a16:creationId xmlns:a16="http://schemas.microsoft.com/office/drawing/2014/main" id="{61D20903-2B9B-F534-0E7A-FBFBE49BC063}"/>
                  </a:ext>
                </a:extLst>
              </p:cNvPr>
              <p:cNvSpPr/>
              <p:nvPr/>
            </p:nvSpPr>
            <p:spPr>
              <a:xfrm>
                <a:off x="2443023" y="6947378"/>
                <a:ext cx="99346" cy="99346"/>
              </a:xfrm>
              <a:custGeom>
                <a:avLst/>
                <a:gdLst>
                  <a:gd name="connsiteX0" fmla="*/ 0 w 286988"/>
                  <a:gd name="connsiteY0" fmla="*/ 0 h 286988"/>
                  <a:gd name="connsiteX1" fmla="*/ 286988 w 286988"/>
                  <a:gd name="connsiteY1" fmla="*/ 286988 h 286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6988" h="286988">
                    <a:moveTo>
                      <a:pt x="0" y="0"/>
                    </a:moveTo>
                    <a:lnTo>
                      <a:pt x="286988" y="286988"/>
                    </a:lnTo>
                  </a:path>
                </a:pathLst>
              </a:custGeom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" name="Полилиния: фигура 11">
                <a:extLst>
                  <a:ext uri="{FF2B5EF4-FFF2-40B4-BE49-F238E27FC236}">
                    <a16:creationId xmlns:a16="http://schemas.microsoft.com/office/drawing/2014/main" id="{C0F3C76B-93E5-E982-B3E9-12EA524B17B0}"/>
                  </a:ext>
                </a:extLst>
              </p:cNvPr>
              <p:cNvSpPr/>
              <p:nvPr/>
            </p:nvSpPr>
            <p:spPr>
              <a:xfrm>
                <a:off x="2580551" y="6695007"/>
                <a:ext cx="114743" cy="3297"/>
              </a:xfrm>
              <a:custGeom>
                <a:avLst/>
                <a:gdLst>
                  <a:gd name="connsiteX0" fmla="*/ 0 w 331469"/>
                  <a:gd name="connsiteY0" fmla="*/ 0 h 9525"/>
                  <a:gd name="connsiteX1" fmla="*/ 331470 w 331469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31469" h="9525">
                    <a:moveTo>
                      <a:pt x="0" y="0"/>
                    </a:moveTo>
                    <a:lnTo>
                      <a:pt x="331470" y="0"/>
                    </a:lnTo>
                  </a:path>
                </a:pathLst>
              </a:custGeom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" name="Полилиния: фигура 12">
                <a:extLst>
                  <a:ext uri="{FF2B5EF4-FFF2-40B4-BE49-F238E27FC236}">
                    <a16:creationId xmlns:a16="http://schemas.microsoft.com/office/drawing/2014/main" id="{53EE693B-E133-1D34-1268-9B85030B585F}"/>
                  </a:ext>
                </a:extLst>
              </p:cNvPr>
              <p:cNvSpPr/>
              <p:nvPr/>
            </p:nvSpPr>
            <p:spPr>
              <a:xfrm>
                <a:off x="2257521" y="6695007"/>
                <a:ext cx="155596" cy="3297"/>
              </a:xfrm>
              <a:custGeom>
                <a:avLst/>
                <a:gdLst>
                  <a:gd name="connsiteX0" fmla="*/ 0 w 449484"/>
                  <a:gd name="connsiteY0" fmla="*/ 0 h 9525"/>
                  <a:gd name="connsiteX1" fmla="*/ 449485 w 449484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9484" h="9525">
                    <a:moveTo>
                      <a:pt x="0" y="0"/>
                    </a:moveTo>
                    <a:lnTo>
                      <a:pt x="449485" y="0"/>
                    </a:lnTo>
                  </a:path>
                </a:pathLst>
              </a:custGeom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" name="Полилиния: фигура 13">
                <a:extLst>
                  <a:ext uri="{FF2B5EF4-FFF2-40B4-BE49-F238E27FC236}">
                    <a16:creationId xmlns:a16="http://schemas.microsoft.com/office/drawing/2014/main" id="{66EE8020-38A6-9489-1079-EDE1DC6B6CE6}"/>
                  </a:ext>
                </a:extLst>
              </p:cNvPr>
              <p:cNvSpPr/>
              <p:nvPr/>
            </p:nvSpPr>
            <p:spPr>
              <a:xfrm>
                <a:off x="2213502" y="7062715"/>
                <a:ext cx="3297" cy="114084"/>
              </a:xfrm>
              <a:custGeom>
                <a:avLst/>
                <a:gdLst>
                  <a:gd name="connsiteX0" fmla="*/ 0 w 9525"/>
                  <a:gd name="connsiteY0" fmla="*/ 0 h 329564"/>
                  <a:gd name="connsiteX1" fmla="*/ 0 w 9525"/>
                  <a:gd name="connsiteY1" fmla="*/ 329565 h 329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329564">
                    <a:moveTo>
                      <a:pt x="0" y="0"/>
                    </a:moveTo>
                    <a:lnTo>
                      <a:pt x="0" y="329565"/>
                    </a:lnTo>
                  </a:path>
                </a:pathLst>
              </a:custGeom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" name="Полилиния: фигура 14">
                <a:extLst>
                  <a:ext uri="{FF2B5EF4-FFF2-40B4-BE49-F238E27FC236}">
                    <a16:creationId xmlns:a16="http://schemas.microsoft.com/office/drawing/2014/main" id="{78DE233F-71AC-5DE8-9B5F-4463879D2E4B}"/>
                  </a:ext>
                </a:extLst>
              </p:cNvPr>
              <p:cNvSpPr/>
              <p:nvPr/>
            </p:nvSpPr>
            <p:spPr>
              <a:xfrm>
                <a:off x="2213502" y="6213183"/>
                <a:ext cx="3297" cy="115700"/>
              </a:xfrm>
              <a:custGeom>
                <a:avLst/>
                <a:gdLst>
                  <a:gd name="connsiteX0" fmla="*/ 0 w 9525"/>
                  <a:gd name="connsiteY0" fmla="*/ 0 h 334232"/>
                  <a:gd name="connsiteX1" fmla="*/ 0 w 9525"/>
                  <a:gd name="connsiteY1" fmla="*/ 334232 h 334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334232">
                    <a:moveTo>
                      <a:pt x="0" y="0"/>
                    </a:moveTo>
                    <a:lnTo>
                      <a:pt x="0" y="334232"/>
                    </a:lnTo>
                  </a:path>
                </a:pathLst>
              </a:custGeom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DCFAEF8D-DC6D-88F4-AEE7-598A54AEE7C9}"/>
                  </a:ext>
                </a:extLst>
              </p:cNvPr>
              <p:cNvSpPr/>
              <p:nvPr/>
            </p:nvSpPr>
            <p:spPr>
              <a:xfrm>
                <a:off x="1641960" y="6123465"/>
                <a:ext cx="1143052" cy="1143052"/>
              </a:xfrm>
              <a:custGeom>
                <a:avLst/>
                <a:gdLst>
                  <a:gd name="connsiteX0" fmla="*/ 1651064 w 3302031"/>
                  <a:gd name="connsiteY0" fmla="*/ 3302032 h 3302031"/>
                  <a:gd name="connsiteX1" fmla="*/ 0 w 3302031"/>
                  <a:gd name="connsiteY1" fmla="*/ 1651064 h 3302031"/>
                  <a:gd name="connsiteX2" fmla="*/ 1651064 w 3302031"/>
                  <a:gd name="connsiteY2" fmla="*/ 0 h 3302031"/>
                  <a:gd name="connsiteX3" fmla="*/ 3302032 w 3302031"/>
                  <a:gd name="connsiteY3" fmla="*/ 1651064 h 3302031"/>
                  <a:gd name="connsiteX4" fmla="*/ 1651064 w 3302031"/>
                  <a:gd name="connsiteY4" fmla="*/ 3302032 h 3302031"/>
                  <a:gd name="connsiteX5" fmla="*/ 1651064 w 3302031"/>
                  <a:gd name="connsiteY5" fmla="*/ 259175 h 3302031"/>
                  <a:gd name="connsiteX6" fmla="*/ 259271 w 3302031"/>
                  <a:gd name="connsiteY6" fmla="*/ 1650968 h 3302031"/>
                  <a:gd name="connsiteX7" fmla="*/ 1651064 w 3302031"/>
                  <a:gd name="connsiteY7" fmla="*/ 3042761 h 3302031"/>
                  <a:gd name="connsiteX8" fmla="*/ 3042857 w 3302031"/>
                  <a:gd name="connsiteY8" fmla="*/ 1650968 h 3302031"/>
                  <a:gd name="connsiteX9" fmla="*/ 1651064 w 3302031"/>
                  <a:gd name="connsiteY9" fmla="*/ 259175 h 3302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02031" h="3302031">
                    <a:moveTo>
                      <a:pt x="1651064" y="3302032"/>
                    </a:moveTo>
                    <a:cubicBezTo>
                      <a:pt x="740664" y="3302032"/>
                      <a:pt x="0" y="2561368"/>
                      <a:pt x="0" y="1651064"/>
                    </a:cubicBezTo>
                    <a:cubicBezTo>
                      <a:pt x="0" y="740759"/>
                      <a:pt x="740664" y="0"/>
                      <a:pt x="1651064" y="0"/>
                    </a:cubicBezTo>
                    <a:cubicBezTo>
                      <a:pt x="2561463" y="0"/>
                      <a:pt x="3302032" y="740664"/>
                      <a:pt x="3302032" y="1651064"/>
                    </a:cubicBezTo>
                    <a:cubicBezTo>
                      <a:pt x="3302032" y="2561463"/>
                      <a:pt x="2561368" y="3302032"/>
                      <a:pt x="1651064" y="3302032"/>
                    </a:cubicBezTo>
                    <a:close/>
                    <a:moveTo>
                      <a:pt x="1651064" y="259175"/>
                    </a:moveTo>
                    <a:cubicBezTo>
                      <a:pt x="883634" y="259175"/>
                      <a:pt x="259271" y="883539"/>
                      <a:pt x="259271" y="1650968"/>
                    </a:cubicBezTo>
                    <a:cubicBezTo>
                      <a:pt x="259271" y="2418398"/>
                      <a:pt x="883634" y="3042761"/>
                      <a:pt x="1651064" y="3042761"/>
                    </a:cubicBezTo>
                    <a:cubicBezTo>
                      <a:pt x="2418493" y="3042761"/>
                      <a:pt x="3042857" y="2418398"/>
                      <a:pt x="3042857" y="1650968"/>
                    </a:cubicBezTo>
                    <a:cubicBezTo>
                      <a:pt x="3042857" y="883539"/>
                      <a:pt x="2418493" y="259175"/>
                      <a:pt x="1651064" y="259175"/>
                    </a:cubicBezTo>
                    <a:close/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FFFDCE3D-A36C-E7BE-6B17-B99272257EE8}"/>
                  </a:ext>
                </a:extLst>
              </p:cNvPr>
              <p:cNvSpPr/>
              <p:nvPr/>
            </p:nvSpPr>
            <p:spPr>
              <a:xfrm>
                <a:off x="2135094" y="6617391"/>
                <a:ext cx="156816" cy="156816"/>
              </a:xfrm>
              <a:custGeom>
                <a:avLst/>
                <a:gdLst>
                  <a:gd name="connsiteX0" fmla="*/ 453009 w 453009"/>
                  <a:gd name="connsiteY0" fmla="*/ 226505 h 453009"/>
                  <a:gd name="connsiteX1" fmla="*/ 226504 w 453009"/>
                  <a:gd name="connsiteY1" fmla="*/ 453009 h 453009"/>
                  <a:gd name="connsiteX2" fmla="*/ 0 w 453009"/>
                  <a:gd name="connsiteY2" fmla="*/ 226505 h 453009"/>
                  <a:gd name="connsiteX3" fmla="*/ 226504 w 453009"/>
                  <a:gd name="connsiteY3" fmla="*/ 0 h 453009"/>
                  <a:gd name="connsiteX4" fmla="*/ 453009 w 453009"/>
                  <a:gd name="connsiteY4" fmla="*/ 226505 h 453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3009" h="453009">
                    <a:moveTo>
                      <a:pt x="453009" y="226505"/>
                    </a:moveTo>
                    <a:cubicBezTo>
                      <a:pt x="453009" y="351600"/>
                      <a:pt x="351599" y="453009"/>
                      <a:pt x="226504" y="453009"/>
                    </a:cubicBezTo>
                    <a:cubicBezTo>
                      <a:pt x="101409" y="453009"/>
                      <a:pt x="0" y="351600"/>
                      <a:pt x="0" y="226505"/>
                    </a:cubicBezTo>
                    <a:cubicBezTo>
                      <a:pt x="0" y="101410"/>
                      <a:pt x="101409" y="0"/>
                      <a:pt x="226504" y="0"/>
                    </a:cubicBezTo>
                    <a:cubicBezTo>
                      <a:pt x="351599" y="0"/>
                      <a:pt x="453009" y="101410"/>
                      <a:pt x="453009" y="226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F83D0A17-FB6A-3AFE-61A3-C5A9816DF19F}"/>
              </a:ext>
            </a:extLst>
          </p:cNvPr>
          <p:cNvGrpSpPr/>
          <p:nvPr/>
        </p:nvGrpSpPr>
        <p:grpSpPr>
          <a:xfrm>
            <a:off x="8367600" y="5684597"/>
            <a:ext cx="1364624" cy="1364624"/>
            <a:chOff x="8367598" y="6012679"/>
            <a:chExt cx="1364624" cy="1364624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C3B5F090-AAE1-4FEE-4B79-E88FC070F423}"/>
                </a:ext>
              </a:extLst>
            </p:cNvPr>
            <p:cNvSpPr/>
            <p:nvPr/>
          </p:nvSpPr>
          <p:spPr>
            <a:xfrm>
              <a:off x="8367598" y="6012679"/>
              <a:ext cx="1364624" cy="1364624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456880"/>
              <a:endParaRPr lang="ru-RU" sz="1799" noProof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1" name="Группа 90">
              <a:extLst>
                <a:ext uri="{FF2B5EF4-FFF2-40B4-BE49-F238E27FC236}">
                  <a16:creationId xmlns:a16="http://schemas.microsoft.com/office/drawing/2014/main" id="{B6D96603-D1E8-4239-E307-8299FC316F71}"/>
                </a:ext>
              </a:extLst>
            </p:cNvPr>
            <p:cNvGrpSpPr/>
            <p:nvPr/>
          </p:nvGrpSpPr>
          <p:grpSpPr>
            <a:xfrm>
              <a:off x="8478384" y="6123465"/>
              <a:ext cx="1143052" cy="1143052"/>
              <a:chOff x="7456869" y="10495716"/>
              <a:chExt cx="613981" cy="613981"/>
            </a:xfrm>
          </p:grpSpPr>
          <p:grpSp>
            <p:nvGrpSpPr>
              <p:cNvPr id="63" name="Рисунок 18">
                <a:extLst>
                  <a:ext uri="{FF2B5EF4-FFF2-40B4-BE49-F238E27FC236}">
                    <a16:creationId xmlns:a16="http://schemas.microsoft.com/office/drawing/2014/main" id="{D94A30E8-5477-29FD-2AD5-AB9FE94F74A9}"/>
                  </a:ext>
                </a:extLst>
              </p:cNvPr>
              <p:cNvGrpSpPr/>
              <p:nvPr/>
            </p:nvGrpSpPr>
            <p:grpSpPr>
              <a:xfrm>
                <a:off x="7460203" y="10499717"/>
                <a:ext cx="606837" cy="606837"/>
                <a:chOff x="7460203" y="10499717"/>
                <a:chExt cx="606837" cy="606837"/>
              </a:xfrm>
              <a:noFill/>
            </p:grpSpPr>
            <p:sp>
              <p:nvSpPr>
                <p:cNvPr id="64" name="Полилиния: фигура 63">
                  <a:extLst>
                    <a:ext uri="{FF2B5EF4-FFF2-40B4-BE49-F238E27FC236}">
                      <a16:creationId xmlns:a16="http://schemas.microsoft.com/office/drawing/2014/main" id="{C5CD9A2D-554E-C195-29F7-AEC2ADB200BE}"/>
                    </a:ext>
                  </a:extLst>
                </p:cNvPr>
                <p:cNvSpPr/>
                <p:nvPr/>
              </p:nvSpPr>
              <p:spPr>
                <a:xfrm>
                  <a:off x="7639844" y="10679263"/>
                  <a:ext cx="222027" cy="247857"/>
                </a:xfrm>
                <a:custGeom>
                  <a:avLst/>
                  <a:gdLst>
                    <a:gd name="connsiteX0" fmla="*/ 222028 w 222027"/>
                    <a:gd name="connsiteY0" fmla="*/ 199453 h 247857"/>
                    <a:gd name="connsiteX1" fmla="*/ 123825 w 222027"/>
                    <a:gd name="connsiteY1" fmla="*/ 247841 h 247857"/>
                    <a:gd name="connsiteX2" fmla="*/ 0 w 222027"/>
                    <a:gd name="connsiteY2" fmla="*/ 123920 h 247857"/>
                    <a:gd name="connsiteX3" fmla="*/ 123825 w 222027"/>
                    <a:gd name="connsiteY3" fmla="*/ 0 h 247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027" h="247857">
                      <a:moveTo>
                        <a:pt x="222028" y="199453"/>
                      </a:moveTo>
                      <a:cubicBezTo>
                        <a:pt x="219932" y="202216"/>
                        <a:pt x="182594" y="248888"/>
                        <a:pt x="123825" y="247841"/>
                      </a:cubicBezTo>
                      <a:cubicBezTo>
                        <a:pt x="64198" y="246793"/>
                        <a:pt x="0" y="196787"/>
                        <a:pt x="0" y="123920"/>
                      </a:cubicBezTo>
                      <a:cubicBezTo>
                        <a:pt x="0" y="55531"/>
                        <a:pt x="55435" y="0"/>
                        <a:pt x="123825" y="0"/>
                      </a:cubicBez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65" name="Полилиния: фигура 64">
                  <a:extLst>
                    <a:ext uri="{FF2B5EF4-FFF2-40B4-BE49-F238E27FC236}">
                      <a16:creationId xmlns:a16="http://schemas.microsoft.com/office/drawing/2014/main" id="{E7E9E41E-B148-3DAE-EED4-A3B2F05AC53D}"/>
                    </a:ext>
                  </a:extLst>
                </p:cNvPr>
                <p:cNvSpPr/>
                <p:nvPr/>
              </p:nvSpPr>
              <p:spPr>
                <a:xfrm>
                  <a:off x="7809103" y="10638496"/>
                  <a:ext cx="125340" cy="221837"/>
                </a:xfrm>
                <a:custGeom>
                  <a:avLst/>
                  <a:gdLst>
                    <a:gd name="connsiteX0" fmla="*/ 0 w 125340"/>
                    <a:gd name="connsiteY0" fmla="*/ 0 h 221837"/>
                    <a:gd name="connsiteX1" fmla="*/ 125063 w 125340"/>
                    <a:gd name="connsiteY1" fmla="*/ 155162 h 221837"/>
                    <a:gd name="connsiteX2" fmla="*/ 115538 w 125340"/>
                    <a:gd name="connsiteY2" fmla="*/ 221837 h 221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5340" h="221837">
                      <a:moveTo>
                        <a:pt x="0" y="0"/>
                      </a:moveTo>
                      <a:cubicBezTo>
                        <a:pt x="68675" y="18955"/>
                        <a:pt x="120872" y="80010"/>
                        <a:pt x="125063" y="155162"/>
                      </a:cubicBezTo>
                      <a:cubicBezTo>
                        <a:pt x="126397" y="178499"/>
                        <a:pt x="122873" y="201073"/>
                        <a:pt x="115538" y="221837"/>
                      </a:cubicBez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66" name="Полилиния: фигура 65">
                  <a:extLst>
                    <a:ext uri="{FF2B5EF4-FFF2-40B4-BE49-F238E27FC236}">
                      <a16:creationId xmlns:a16="http://schemas.microsoft.com/office/drawing/2014/main" id="{28F274F5-54E3-DCBD-79A6-8AAD991E97EB}"/>
                    </a:ext>
                  </a:extLst>
                </p:cNvPr>
                <p:cNvSpPr/>
                <p:nvPr/>
              </p:nvSpPr>
              <p:spPr>
                <a:xfrm>
                  <a:off x="7755668" y="10795182"/>
                  <a:ext cx="16002" cy="16002"/>
                </a:xfrm>
                <a:custGeom>
                  <a:avLst/>
                  <a:gdLst>
                    <a:gd name="connsiteX0" fmla="*/ 0 w 16002"/>
                    <a:gd name="connsiteY0" fmla="*/ 8001 h 16002"/>
                    <a:gd name="connsiteX1" fmla="*/ 8001 w 16002"/>
                    <a:gd name="connsiteY1" fmla="*/ 16002 h 16002"/>
                    <a:gd name="connsiteX2" fmla="*/ 16002 w 16002"/>
                    <a:gd name="connsiteY2" fmla="*/ 8001 h 16002"/>
                    <a:gd name="connsiteX3" fmla="*/ 8001 w 16002"/>
                    <a:gd name="connsiteY3" fmla="*/ 0 h 16002"/>
                    <a:gd name="connsiteX4" fmla="*/ 0 w 16002"/>
                    <a:gd name="connsiteY4" fmla="*/ 8001 h 16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002" h="16002">
                      <a:moveTo>
                        <a:pt x="0" y="8001"/>
                      </a:moveTo>
                      <a:cubicBezTo>
                        <a:pt x="0" y="12383"/>
                        <a:pt x="3620" y="16002"/>
                        <a:pt x="8001" y="16002"/>
                      </a:cubicBezTo>
                      <a:cubicBezTo>
                        <a:pt x="12382" y="16002"/>
                        <a:pt x="16002" y="12383"/>
                        <a:pt x="16002" y="8001"/>
                      </a:cubicBezTo>
                      <a:cubicBezTo>
                        <a:pt x="16002" y="3620"/>
                        <a:pt x="12382" y="0"/>
                        <a:pt x="8001" y="0"/>
                      </a:cubicBezTo>
                      <a:cubicBezTo>
                        <a:pt x="3620" y="0"/>
                        <a:pt x="0" y="3620"/>
                        <a:pt x="0" y="8001"/>
                      </a:cubicBezTo>
                      <a:close/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67" name="Полилиния: фигура 66">
                  <a:extLst>
                    <a:ext uri="{FF2B5EF4-FFF2-40B4-BE49-F238E27FC236}">
                      <a16:creationId xmlns:a16="http://schemas.microsoft.com/office/drawing/2014/main" id="{D2DF4DC8-D934-1CE7-C86B-D04C74E3FDFC}"/>
                    </a:ext>
                  </a:extLst>
                </p:cNvPr>
                <p:cNvSpPr/>
                <p:nvPr/>
              </p:nvSpPr>
              <p:spPr>
                <a:xfrm>
                  <a:off x="7763669" y="10607063"/>
                  <a:ext cx="154876" cy="313277"/>
                </a:xfrm>
                <a:custGeom>
                  <a:avLst/>
                  <a:gdLst>
                    <a:gd name="connsiteX0" fmla="*/ 0 w 154876"/>
                    <a:gd name="connsiteY0" fmla="*/ 0 h 313277"/>
                    <a:gd name="connsiteX1" fmla="*/ 0 w 154876"/>
                    <a:gd name="connsiteY1" fmla="*/ 196120 h 313277"/>
                    <a:gd name="connsiteX2" fmla="*/ 154877 w 154876"/>
                    <a:gd name="connsiteY2" fmla="*/ 313277 h 3132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54876" h="313277">
                      <a:moveTo>
                        <a:pt x="0" y="0"/>
                      </a:moveTo>
                      <a:lnTo>
                        <a:pt x="0" y="196120"/>
                      </a:lnTo>
                      <a:lnTo>
                        <a:pt x="154877" y="313277"/>
                      </a:ln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68" name="Полилиния: фигура 67">
                  <a:extLst>
                    <a:ext uri="{FF2B5EF4-FFF2-40B4-BE49-F238E27FC236}">
                      <a16:creationId xmlns:a16="http://schemas.microsoft.com/office/drawing/2014/main" id="{4D1A3193-C503-A545-9945-E368E3ACDEDB}"/>
                    </a:ext>
                  </a:extLst>
                </p:cNvPr>
                <p:cNvSpPr/>
                <p:nvPr/>
              </p:nvSpPr>
              <p:spPr>
                <a:xfrm>
                  <a:off x="8025988" y="10803183"/>
                  <a:ext cx="41052" cy="9525"/>
                </a:xfrm>
                <a:custGeom>
                  <a:avLst/>
                  <a:gdLst>
                    <a:gd name="connsiteX0" fmla="*/ 41053 w 41052"/>
                    <a:gd name="connsiteY0" fmla="*/ 0 h 9525"/>
                    <a:gd name="connsiteX1" fmla="*/ 0 w 41052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052" h="9525">
                      <a:moveTo>
                        <a:pt x="41053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69" name="Полилиния: фигура 68">
                  <a:extLst>
                    <a:ext uri="{FF2B5EF4-FFF2-40B4-BE49-F238E27FC236}">
                      <a16:creationId xmlns:a16="http://schemas.microsoft.com/office/drawing/2014/main" id="{EF832CD0-9560-B1C7-DA3F-87963E212CEF}"/>
                    </a:ext>
                  </a:extLst>
                </p:cNvPr>
                <p:cNvSpPr/>
                <p:nvPr/>
              </p:nvSpPr>
              <p:spPr>
                <a:xfrm>
                  <a:off x="7460203" y="10803183"/>
                  <a:ext cx="41052" cy="9525"/>
                </a:xfrm>
                <a:custGeom>
                  <a:avLst/>
                  <a:gdLst>
                    <a:gd name="connsiteX0" fmla="*/ 41053 w 41052"/>
                    <a:gd name="connsiteY0" fmla="*/ 0 h 9525"/>
                    <a:gd name="connsiteX1" fmla="*/ 0 w 41052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052" h="9525">
                      <a:moveTo>
                        <a:pt x="41053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70" name="Полилиния: фигура 69">
                  <a:extLst>
                    <a:ext uri="{FF2B5EF4-FFF2-40B4-BE49-F238E27FC236}">
                      <a16:creationId xmlns:a16="http://schemas.microsoft.com/office/drawing/2014/main" id="{7A00B875-08E8-3E30-5588-E455025A655F}"/>
                    </a:ext>
                  </a:extLst>
                </p:cNvPr>
                <p:cNvSpPr/>
                <p:nvPr/>
              </p:nvSpPr>
              <p:spPr>
                <a:xfrm>
                  <a:off x="7763669" y="10499717"/>
                  <a:ext cx="9525" cy="41052"/>
                </a:xfrm>
                <a:custGeom>
                  <a:avLst/>
                  <a:gdLst>
                    <a:gd name="connsiteX0" fmla="*/ 0 w 9525"/>
                    <a:gd name="connsiteY0" fmla="*/ 0 h 41052"/>
                    <a:gd name="connsiteX1" fmla="*/ 0 w 9525"/>
                    <a:gd name="connsiteY1" fmla="*/ 41053 h 41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525" h="41052">
                      <a:moveTo>
                        <a:pt x="0" y="0"/>
                      </a:moveTo>
                      <a:lnTo>
                        <a:pt x="0" y="41053"/>
                      </a:ln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71" name="Полилиния: фигура 70">
                  <a:extLst>
                    <a:ext uri="{FF2B5EF4-FFF2-40B4-BE49-F238E27FC236}">
                      <a16:creationId xmlns:a16="http://schemas.microsoft.com/office/drawing/2014/main" id="{0F442701-4411-FF86-9B78-79D5062AACAA}"/>
                    </a:ext>
                  </a:extLst>
                </p:cNvPr>
                <p:cNvSpPr/>
                <p:nvPr/>
              </p:nvSpPr>
              <p:spPr>
                <a:xfrm>
                  <a:off x="7763669" y="11065502"/>
                  <a:ext cx="9525" cy="41052"/>
                </a:xfrm>
                <a:custGeom>
                  <a:avLst/>
                  <a:gdLst>
                    <a:gd name="connsiteX0" fmla="*/ 0 w 9525"/>
                    <a:gd name="connsiteY0" fmla="*/ 0 h 41052"/>
                    <a:gd name="connsiteX1" fmla="*/ 0 w 9525"/>
                    <a:gd name="connsiteY1" fmla="*/ 41053 h 41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525" h="41052">
                      <a:moveTo>
                        <a:pt x="0" y="0"/>
                      </a:moveTo>
                      <a:lnTo>
                        <a:pt x="0" y="41053"/>
                      </a:ln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sp>
            <p:nvSpPr>
              <p:cNvPr id="72" name="Полилиния: фигура 71">
                <a:extLst>
                  <a:ext uri="{FF2B5EF4-FFF2-40B4-BE49-F238E27FC236}">
                    <a16:creationId xmlns:a16="http://schemas.microsoft.com/office/drawing/2014/main" id="{F7262255-C023-52B5-0AD8-E1B436E1B90E}"/>
                  </a:ext>
                </a:extLst>
              </p:cNvPr>
              <p:cNvSpPr/>
              <p:nvPr/>
            </p:nvSpPr>
            <p:spPr>
              <a:xfrm>
                <a:off x="7456869" y="10495716"/>
                <a:ext cx="613981" cy="613981"/>
              </a:xfrm>
              <a:custGeom>
                <a:avLst/>
                <a:gdLst>
                  <a:gd name="connsiteX0" fmla="*/ 613982 w 613981"/>
                  <a:gd name="connsiteY0" fmla="*/ 306991 h 613981"/>
                  <a:gd name="connsiteX1" fmla="*/ 306991 w 613981"/>
                  <a:gd name="connsiteY1" fmla="*/ 613982 h 613981"/>
                  <a:gd name="connsiteX2" fmla="*/ 0 w 613981"/>
                  <a:gd name="connsiteY2" fmla="*/ 306991 h 613981"/>
                  <a:gd name="connsiteX3" fmla="*/ 306991 w 613981"/>
                  <a:gd name="connsiteY3" fmla="*/ 0 h 613981"/>
                  <a:gd name="connsiteX4" fmla="*/ 613982 w 613981"/>
                  <a:gd name="connsiteY4" fmla="*/ 306991 h 613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3981" h="613981">
                    <a:moveTo>
                      <a:pt x="613982" y="306991"/>
                    </a:moveTo>
                    <a:cubicBezTo>
                      <a:pt x="613982" y="476537"/>
                      <a:pt x="476537" y="613982"/>
                      <a:pt x="306991" y="613982"/>
                    </a:cubicBezTo>
                    <a:cubicBezTo>
                      <a:pt x="137444" y="613982"/>
                      <a:pt x="0" y="476537"/>
                      <a:pt x="0" y="306991"/>
                    </a:cubicBezTo>
                    <a:cubicBezTo>
                      <a:pt x="0" y="137444"/>
                      <a:pt x="137444" y="0"/>
                      <a:pt x="306991" y="0"/>
                    </a:cubicBezTo>
                    <a:cubicBezTo>
                      <a:pt x="476537" y="0"/>
                      <a:pt x="613982" y="137444"/>
                      <a:pt x="613982" y="306991"/>
                    </a:cubicBezTo>
                    <a:close/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3C1F1F31-DDB5-85F5-899D-809676ECB9DA}"/>
              </a:ext>
            </a:extLst>
          </p:cNvPr>
          <p:cNvGrpSpPr/>
          <p:nvPr/>
        </p:nvGrpSpPr>
        <p:grpSpPr>
          <a:xfrm>
            <a:off x="15204024" y="5684597"/>
            <a:ext cx="1364624" cy="1364624"/>
            <a:chOff x="15204024" y="6012679"/>
            <a:chExt cx="1364624" cy="1364624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3A9FADBB-84C8-AAC8-323A-F865C56535B3}"/>
                </a:ext>
              </a:extLst>
            </p:cNvPr>
            <p:cNvSpPr/>
            <p:nvPr/>
          </p:nvSpPr>
          <p:spPr>
            <a:xfrm>
              <a:off x="15204024" y="6012679"/>
              <a:ext cx="1364624" cy="1364624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456880"/>
              <a:endParaRPr lang="ru-RU" sz="1799" noProof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3" name="Группа 92">
              <a:extLst>
                <a:ext uri="{FF2B5EF4-FFF2-40B4-BE49-F238E27FC236}">
                  <a16:creationId xmlns:a16="http://schemas.microsoft.com/office/drawing/2014/main" id="{8F3C21A7-DDAD-B66D-F4F0-1ADE50F4247B}"/>
                </a:ext>
              </a:extLst>
            </p:cNvPr>
            <p:cNvGrpSpPr/>
            <p:nvPr/>
          </p:nvGrpSpPr>
          <p:grpSpPr>
            <a:xfrm>
              <a:off x="15505434" y="6104499"/>
              <a:ext cx="761804" cy="1035753"/>
              <a:chOff x="9093808" y="10463395"/>
              <a:chExt cx="485448" cy="660018"/>
            </a:xfrm>
          </p:grpSpPr>
          <p:grpSp>
            <p:nvGrpSpPr>
              <p:cNvPr id="55" name="Рисунок 18">
                <a:extLst>
                  <a:ext uri="{FF2B5EF4-FFF2-40B4-BE49-F238E27FC236}">
                    <a16:creationId xmlns:a16="http://schemas.microsoft.com/office/drawing/2014/main" id="{BBB231AD-93BF-4060-0CFF-EA6A52A1F35C}"/>
                  </a:ext>
                </a:extLst>
              </p:cNvPr>
              <p:cNvGrpSpPr/>
              <p:nvPr/>
            </p:nvGrpSpPr>
            <p:grpSpPr>
              <a:xfrm>
                <a:off x="9093808" y="10576202"/>
                <a:ext cx="485448" cy="547211"/>
                <a:chOff x="9093808" y="10576202"/>
                <a:chExt cx="485448" cy="547211"/>
              </a:xfrm>
              <a:noFill/>
            </p:grpSpPr>
            <p:sp>
              <p:nvSpPr>
                <p:cNvPr id="56" name="Полилиния: фигура 55">
                  <a:extLst>
                    <a:ext uri="{FF2B5EF4-FFF2-40B4-BE49-F238E27FC236}">
                      <a16:creationId xmlns:a16="http://schemas.microsoft.com/office/drawing/2014/main" id="{3FB044F3-58AE-FA93-05EC-C605955FFA86}"/>
                    </a:ext>
                  </a:extLst>
                </p:cNvPr>
                <p:cNvSpPr/>
                <p:nvPr/>
              </p:nvSpPr>
              <p:spPr>
                <a:xfrm>
                  <a:off x="9099550" y="10576202"/>
                  <a:ext cx="474154" cy="352044"/>
                </a:xfrm>
                <a:custGeom>
                  <a:avLst/>
                  <a:gdLst>
                    <a:gd name="connsiteX0" fmla="*/ 138017 w 474154"/>
                    <a:gd name="connsiteY0" fmla="*/ 0 h 352044"/>
                    <a:gd name="connsiteX1" fmla="*/ 35338 w 474154"/>
                    <a:gd name="connsiteY1" fmla="*/ 0 h 352044"/>
                    <a:gd name="connsiteX2" fmla="*/ 0 w 474154"/>
                    <a:gd name="connsiteY2" fmla="*/ 35338 h 352044"/>
                    <a:gd name="connsiteX3" fmla="*/ 0 w 474154"/>
                    <a:gd name="connsiteY3" fmla="*/ 316706 h 352044"/>
                    <a:gd name="connsiteX4" fmla="*/ 35338 w 474154"/>
                    <a:gd name="connsiteY4" fmla="*/ 352044 h 352044"/>
                    <a:gd name="connsiteX5" fmla="*/ 438817 w 474154"/>
                    <a:gd name="connsiteY5" fmla="*/ 352044 h 352044"/>
                    <a:gd name="connsiteX6" fmla="*/ 474155 w 474154"/>
                    <a:gd name="connsiteY6" fmla="*/ 316706 h 352044"/>
                    <a:gd name="connsiteX7" fmla="*/ 474155 w 474154"/>
                    <a:gd name="connsiteY7" fmla="*/ 35338 h 352044"/>
                    <a:gd name="connsiteX8" fmla="*/ 438817 w 474154"/>
                    <a:gd name="connsiteY8" fmla="*/ 0 h 352044"/>
                    <a:gd name="connsiteX9" fmla="*/ 405670 w 474154"/>
                    <a:gd name="connsiteY9" fmla="*/ 0 h 3520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74154" h="352044">
                      <a:moveTo>
                        <a:pt x="138017" y="0"/>
                      </a:moveTo>
                      <a:lnTo>
                        <a:pt x="35338" y="0"/>
                      </a:lnTo>
                      <a:cubicBezTo>
                        <a:pt x="15811" y="0"/>
                        <a:pt x="0" y="15812"/>
                        <a:pt x="0" y="35338"/>
                      </a:cubicBezTo>
                      <a:lnTo>
                        <a:pt x="0" y="316706"/>
                      </a:lnTo>
                      <a:cubicBezTo>
                        <a:pt x="0" y="336233"/>
                        <a:pt x="15811" y="352044"/>
                        <a:pt x="35338" y="352044"/>
                      </a:cubicBezTo>
                      <a:lnTo>
                        <a:pt x="438817" y="352044"/>
                      </a:lnTo>
                      <a:cubicBezTo>
                        <a:pt x="458343" y="352044"/>
                        <a:pt x="474155" y="336233"/>
                        <a:pt x="474155" y="316706"/>
                      </a:cubicBezTo>
                      <a:lnTo>
                        <a:pt x="474155" y="35338"/>
                      </a:lnTo>
                      <a:cubicBezTo>
                        <a:pt x="474155" y="15812"/>
                        <a:pt x="458343" y="0"/>
                        <a:pt x="438817" y="0"/>
                      </a:cubicBezTo>
                      <a:lnTo>
                        <a:pt x="405670" y="0"/>
                      </a:ln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57" name="Полилиния: фигура 56">
                  <a:extLst>
                    <a:ext uri="{FF2B5EF4-FFF2-40B4-BE49-F238E27FC236}">
                      <a16:creationId xmlns:a16="http://schemas.microsoft.com/office/drawing/2014/main" id="{2A78AB24-1A7F-7724-BD2E-2B469F7AC669}"/>
                    </a:ext>
                  </a:extLst>
                </p:cNvPr>
                <p:cNvSpPr/>
                <p:nvPr/>
              </p:nvSpPr>
              <p:spPr>
                <a:xfrm>
                  <a:off x="9433878" y="10576202"/>
                  <a:ext cx="71247" cy="9525"/>
                </a:xfrm>
                <a:custGeom>
                  <a:avLst/>
                  <a:gdLst>
                    <a:gd name="connsiteX0" fmla="*/ 71247 w 71247"/>
                    <a:gd name="connsiteY0" fmla="*/ 0 h 9525"/>
                    <a:gd name="connsiteX1" fmla="*/ 0 w 71247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1247" h="9525">
                      <a:moveTo>
                        <a:pt x="71247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58" name="Полилиния: фигура 57">
                  <a:extLst>
                    <a:ext uri="{FF2B5EF4-FFF2-40B4-BE49-F238E27FC236}">
                      <a16:creationId xmlns:a16="http://schemas.microsoft.com/office/drawing/2014/main" id="{7CB66EB7-F053-E6AE-6CCD-83F4DA5671D6}"/>
                    </a:ext>
                  </a:extLst>
                </p:cNvPr>
                <p:cNvSpPr/>
                <p:nvPr/>
              </p:nvSpPr>
              <p:spPr>
                <a:xfrm>
                  <a:off x="9194134" y="10928246"/>
                  <a:ext cx="284892" cy="54387"/>
                </a:xfrm>
                <a:custGeom>
                  <a:avLst/>
                  <a:gdLst>
                    <a:gd name="connsiteX0" fmla="*/ 21526 w 284892"/>
                    <a:gd name="connsiteY0" fmla="*/ 0 h 54387"/>
                    <a:gd name="connsiteX1" fmla="*/ 0 w 284892"/>
                    <a:gd name="connsiteY1" fmla="*/ 54388 h 54387"/>
                    <a:gd name="connsiteX2" fmla="*/ 142399 w 284892"/>
                    <a:gd name="connsiteY2" fmla="*/ 54388 h 54387"/>
                    <a:gd name="connsiteX3" fmla="*/ 284893 w 284892"/>
                    <a:gd name="connsiteY3" fmla="*/ 54388 h 54387"/>
                    <a:gd name="connsiteX4" fmla="*/ 263366 w 284892"/>
                    <a:gd name="connsiteY4" fmla="*/ 0 h 5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4892" h="54387">
                      <a:moveTo>
                        <a:pt x="21526" y="0"/>
                      </a:moveTo>
                      <a:lnTo>
                        <a:pt x="0" y="54388"/>
                      </a:lnTo>
                      <a:lnTo>
                        <a:pt x="142399" y="54388"/>
                      </a:lnTo>
                      <a:lnTo>
                        <a:pt x="284893" y="54388"/>
                      </a:lnTo>
                      <a:lnTo>
                        <a:pt x="263366" y="0"/>
                      </a:ln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59" name="Полилиния: фигура 58">
                  <a:extLst>
                    <a:ext uri="{FF2B5EF4-FFF2-40B4-BE49-F238E27FC236}">
                      <a16:creationId xmlns:a16="http://schemas.microsoft.com/office/drawing/2014/main" id="{E7052A99-E8B2-3D6E-3971-BF2BF4E3B1B1}"/>
                    </a:ext>
                  </a:extLst>
                </p:cNvPr>
                <p:cNvSpPr/>
                <p:nvPr/>
              </p:nvSpPr>
              <p:spPr>
                <a:xfrm>
                  <a:off x="9093808" y="11023972"/>
                  <a:ext cx="485448" cy="99440"/>
                </a:xfrm>
                <a:custGeom>
                  <a:avLst/>
                  <a:gdLst>
                    <a:gd name="connsiteX0" fmla="*/ 442082 w 485448"/>
                    <a:gd name="connsiteY0" fmla="*/ 0 h 99440"/>
                    <a:gd name="connsiteX1" fmla="*/ 483326 w 485448"/>
                    <a:gd name="connsiteY1" fmla="*/ 74486 h 99440"/>
                    <a:gd name="connsiteX2" fmla="*/ 468657 w 485448"/>
                    <a:gd name="connsiteY2" fmla="*/ 99441 h 99440"/>
                    <a:gd name="connsiteX3" fmla="*/ 16791 w 485448"/>
                    <a:gd name="connsiteY3" fmla="*/ 99441 h 99440"/>
                    <a:gd name="connsiteX4" fmla="*/ 2123 w 485448"/>
                    <a:gd name="connsiteY4" fmla="*/ 74486 h 99440"/>
                    <a:gd name="connsiteX5" fmla="*/ 43366 w 485448"/>
                    <a:gd name="connsiteY5" fmla="*/ 0 h 99440"/>
                    <a:gd name="connsiteX6" fmla="*/ 442082 w 485448"/>
                    <a:gd name="connsiteY6" fmla="*/ 0 h 99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5448" h="99440">
                      <a:moveTo>
                        <a:pt x="442082" y="0"/>
                      </a:moveTo>
                      <a:lnTo>
                        <a:pt x="483326" y="74486"/>
                      </a:lnTo>
                      <a:cubicBezTo>
                        <a:pt x="489517" y="85725"/>
                        <a:pt x="481421" y="99441"/>
                        <a:pt x="468657" y="99441"/>
                      </a:cubicBezTo>
                      <a:lnTo>
                        <a:pt x="16791" y="99441"/>
                      </a:lnTo>
                      <a:cubicBezTo>
                        <a:pt x="4028" y="99441"/>
                        <a:pt x="-4069" y="85725"/>
                        <a:pt x="2123" y="74486"/>
                      </a:cubicBezTo>
                      <a:lnTo>
                        <a:pt x="43366" y="0"/>
                      </a:lnTo>
                      <a:lnTo>
                        <a:pt x="442082" y="0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60" name="Рисунок 18">
                <a:extLst>
                  <a:ext uri="{FF2B5EF4-FFF2-40B4-BE49-F238E27FC236}">
                    <a16:creationId xmlns:a16="http://schemas.microsoft.com/office/drawing/2014/main" id="{EE59F980-1477-CC23-3624-10B897F1CA13}"/>
                  </a:ext>
                </a:extLst>
              </p:cNvPr>
              <p:cNvGrpSpPr/>
              <p:nvPr/>
            </p:nvGrpSpPr>
            <p:grpSpPr>
              <a:xfrm>
                <a:off x="9234381" y="10463395"/>
                <a:ext cx="204347" cy="204347"/>
                <a:chOff x="9234381" y="10463395"/>
                <a:chExt cx="204347" cy="204347"/>
              </a:xfrm>
              <a:noFill/>
            </p:grpSpPr>
            <p:sp>
              <p:nvSpPr>
                <p:cNvPr id="61" name="Полилиния: фигура 60">
                  <a:extLst>
                    <a:ext uri="{FF2B5EF4-FFF2-40B4-BE49-F238E27FC236}">
                      <a16:creationId xmlns:a16="http://schemas.microsoft.com/office/drawing/2014/main" id="{C9726358-8B3E-C15D-896D-0EADEEA650EC}"/>
                    </a:ext>
                  </a:extLst>
                </p:cNvPr>
                <p:cNvSpPr/>
                <p:nvPr/>
              </p:nvSpPr>
              <p:spPr>
                <a:xfrm rot="-1349998">
                  <a:off x="9258355" y="10487368"/>
                  <a:ext cx="156400" cy="156400"/>
                </a:xfrm>
                <a:custGeom>
                  <a:avLst/>
                  <a:gdLst>
                    <a:gd name="connsiteX0" fmla="*/ 156401 w 156400"/>
                    <a:gd name="connsiteY0" fmla="*/ 78200 h 156400"/>
                    <a:gd name="connsiteX1" fmla="*/ 78200 w 156400"/>
                    <a:gd name="connsiteY1" fmla="*/ 156401 h 156400"/>
                    <a:gd name="connsiteX2" fmla="*/ 0 w 156400"/>
                    <a:gd name="connsiteY2" fmla="*/ 78200 h 156400"/>
                    <a:gd name="connsiteX3" fmla="*/ 78200 w 156400"/>
                    <a:gd name="connsiteY3" fmla="*/ 0 h 156400"/>
                    <a:gd name="connsiteX4" fmla="*/ 156401 w 156400"/>
                    <a:gd name="connsiteY4" fmla="*/ 78200 h 156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6400" h="156400">
                      <a:moveTo>
                        <a:pt x="156401" y="78200"/>
                      </a:moveTo>
                      <a:cubicBezTo>
                        <a:pt x="156401" y="121389"/>
                        <a:pt x="121389" y="156401"/>
                        <a:pt x="78200" y="156401"/>
                      </a:cubicBezTo>
                      <a:cubicBezTo>
                        <a:pt x="35011" y="156401"/>
                        <a:pt x="0" y="121389"/>
                        <a:pt x="0" y="78200"/>
                      </a:cubicBezTo>
                      <a:cubicBezTo>
                        <a:pt x="0" y="35011"/>
                        <a:pt x="35011" y="0"/>
                        <a:pt x="78200" y="0"/>
                      </a:cubicBezTo>
                      <a:cubicBezTo>
                        <a:pt x="121389" y="0"/>
                        <a:pt x="156401" y="35011"/>
                        <a:pt x="156401" y="78200"/>
                      </a:cubicBezTo>
                      <a:close/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62" name="Полилиния: фигура 61">
                  <a:extLst>
                    <a:ext uri="{FF2B5EF4-FFF2-40B4-BE49-F238E27FC236}">
                      <a16:creationId xmlns:a16="http://schemas.microsoft.com/office/drawing/2014/main" id="{F34F84C7-D61B-5486-3A38-D143C79C3B91}"/>
                    </a:ext>
                  </a:extLst>
                </p:cNvPr>
                <p:cNvSpPr/>
                <p:nvPr/>
              </p:nvSpPr>
              <p:spPr>
                <a:xfrm>
                  <a:off x="9294337" y="10539531"/>
                  <a:ext cx="85725" cy="49339"/>
                </a:xfrm>
                <a:custGeom>
                  <a:avLst/>
                  <a:gdLst>
                    <a:gd name="connsiteX0" fmla="*/ 0 w 85725"/>
                    <a:gd name="connsiteY0" fmla="*/ 12954 h 49339"/>
                    <a:gd name="connsiteX1" fmla="*/ 36385 w 85725"/>
                    <a:gd name="connsiteY1" fmla="*/ 49339 h 49339"/>
                    <a:gd name="connsiteX2" fmla="*/ 85725 w 85725"/>
                    <a:gd name="connsiteY2" fmla="*/ 0 h 493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5725" h="49339">
                      <a:moveTo>
                        <a:pt x="0" y="12954"/>
                      </a:moveTo>
                      <a:lnTo>
                        <a:pt x="36385" y="49339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73" name="Рисунок 18">
                <a:extLst>
                  <a:ext uri="{FF2B5EF4-FFF2-40B4-BE49-F238E27FC236}">
                    <a16:creationId xmlns:a16="http://schemas.microsoft.com/office/drawing/2014/main" id="{8069DA20-F58E-309A-234A-31CE9A0D3F9D}"/>
                  </a:ext>
                </a:extLst>
              </p:cNvPr>
              <p:cNvGrpSpPr/>
              <p:nvPr/>
            </p:nvGrpSpPr>
            <p:grpSpPr>
              <a:xfrm>
                <a:off x="9154129" y="10696694"/>
                <a:ext cx="364902" cy="158115"/>
                <a:chOff x="9154129" y="10696694"/>
                <a:chExt cx="364902" cy="158115"/>
              </a:xfrm>
              <a:noFill/>
            </p:grpSpPr>
            <p:sp>
              <p:nvSpPr>
                <p:cNvPr id="74" name="Полилиния: фигура 73">
                  <a:extLst>
                    <a:ext uri="{FF2B5EF4-FFF2-40B4-BE49-F238E27FC236}">
                      <a16:creationId xmlns:a16="http://schemas.microsoft.com/office/drawing/2014/main" id="{9AA2ADB2-3BF4-45C6-09E2-9C9ED9128708}"/>
                    </a:ext>
                  </a:extLst>
                </p:cNvPr>
                <p:cNvSpPr/>
                <p:nvPr/>
              </p:nvSpPr>
              <p:spPr>
                <a:xfrm>
                  <a:off x="9268429" y="10696694"/>
                  <a:ext cx="136302" cy="129540"/>
                </a:xfrm>
                <a:custGeom>
                  <a:avLst/>
                  <a:gdLst>
                    <a:gd name="connsiteX0" fmla="*/ 68104 w 136302"/>
                    <a:gd name="connsiteY0" fmla="*/ 0 h 129540"/>
                    <a:gd name="connsiteX1" fmla="*/ 85439 w 136302"/>
                    <a:gd name="connsiteY1" fmla="*/ 47816 h 129540"/>
                    <a:gd name="connsiteX2" fmla="*/ 136303 w 136302"/>
                    <a:gd name="connsiteY2" fmla="*/ 49435 h 129540"/>
                    <a:gd name="connsiteX3" fmla="*/ 96107 w 136302"/>
                    <a:gd name="connsiteY3" fmla="*/ 80677 h 129540"/>
                    <a:gd name="connsiteX4" fmla="*/ 110204 w 136302"/>
                    <a:gd name="connsiteY4" fmla="*/ 129540 h 129540"/>
                    <a:gd name="connsiteX5" fmla="*/ 68104 w 136302"/>
                    <a:gd name="connsiteY5" fmla="*/ 101060 h 129540"/>
                    <a:gd name="connsiteX6" fmla="*/ 26003 w 136302"/>
                    <a:gd name="connsiteY6" fmla="*/ 129540 h 129540"/>
                    <a:gd name="connsiteX7" fmla="*/ 40100 w 136302"/>
                    <a:gd name="connsiteY7" fmla="*/ 80677 h 129540"/>
                    <a:gd name="connsiteX8" fmla="*/ 0 w 136302"/>
                    <a:gd name="connsiteY8" fmla="*/ 49435 h 129540"/>
                    <a:gd name="connsiteX9" fmla="*/ 50863 w 136302"/>
                    <a:gd name="connsiteY9" fmla="*/ 47816 h 129540"/>
                    <a:gd name="connsiteX10" fmla="*/ 68104 w 136302"/>
                    <a:gd name="connsiteY10" fmla="*/ 0 h 129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6302" h="129540">
                      <a:moveTo>
                        <a:pt x="68104" y="0"/>
                      </a:moveTo>
                      <a:lnTo>
                        <a:pt x="85439" y="47816"/>
                      </a:lnTo>
                      <a:lnTo>
                        <a:pt x="136303" y="49435"/>
                      </a:lnTo>
                      <a:lnTo>
                        <a:pt x="96107" y="80677"/>
                      </a:lnTo>
                      <a:lnTo>
                        <a:pt x="110204" y="129540"/>
                      </a:lnTo>
                      <a:lnTo>
                        <a:pt x="68104" y="101060"/>
                      </a:lnTo>
                      <a:lnTo>
                        <a:pt x="26003" y="129540"/>
                      </a:lnTo>
                      <a:lnTo>
                        <a:pt x="40100" y="80677"/>
                      </a:lnTo>
                      <a:lnTo>
                        <a:pt x="0" y="49435"/>
                      </a:lnTo>
                      <a:lnTo>
                        <a:pt x="50863" y="47816"/>
                      </a:lnTo>
                      <a:lnTo>
                        <a:pt x="68104" y="0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75" name="Полилиния: фигура 74">
                  <a:extLst>
                    <a:ext uri="{FF2B5EF4-FFF2-40B4-BE49-F238E27FC236}">
                      <a16:creationId xmlns:a16="http://schemas.microsoft.com/office/drawing/2014/main" id="{23CA302D-BDC3-640D-12ED-4B82F4E370B2}"/>
                    </a:ext>
                  </a:extLst>
                </p:cNvPr>
                <p:cNvSpPr/>
                <p:nvPr/>
              </p:nvSpPr>
              <p:spPr>
                <a:xfrm>
                  <a:off x="9430354" y="10770512"/>
                  <a:ext cx="88677" cy="84296"/>
                </a:xfrm>
                <a:custGeom>
                  <a:avLst/>
                  <a:gdLst>
                    <a:gd name="connsiteX0" fmla="*/ 44291 w 88677"/>
                    <a:gd name="connsiteY0" fmla="*/ 0 h 84296"/>
                    <a:gd name="connsiteX1" fmla="*/ 55626 w 88677"/>
                    <a:gd name="connsiteY1" fmla="*/ 31147 h 84296"/>
                    <a:gd name="connsiteX2" fmla="*/ 88678 w 88677"/>
                    <a:gd name="connsiteY2" fmla="*/ 32194 h 84296"/>
                    <a:gd name="connsiteX3" fmla="*/ 62579 w 88677"/>
                    <a:gd name="connsiteY3" fmla="*/ 52483 h 84296"/>
                    <a:gd name="connsiteX4" fmla="*/ 71723 w 88677"/>
                    <a:gd name="connsiteY4" fmla="*/ 84296 h 84296"/>
                    <a:gd name="connsiteX5" fmla="*/ 44291 w 88677"/>
                    <a:gd name="connsiteY5" fmla="*/ 65723 h 84296"/>
                    <a:gd name="connsiteX6" fmla="*/ 16954 w 88677"/>
                    <a:gd name="connsiteY6" fmla="*/ 84296 h 84296"/>
                    <a:gd name="connsiteX7" fmla="*/ 26098 w 88677"/>
                    <a:gd name="connsiteY7" fmla="*/ 52483 h 84296"/>
                    <a:gd name="connsiteX8" fmla="*/ 0 w 88677"/>
                    <a:gd name="connsiteY8" fmla="*/ 32194 h 84296"/>
                    <a:gd name="connsiteX9" fmla="*/ 33052 w 88677"/>
                    <a:gd name="connsiteY9" fmla="*/ 31147 h 84296"/>
                    <a:gd name="connsiteX10" fmla="*/ 44291 w 88677"/>
                    <a:gd name="connsiteY10" fmla="*/ 0 h 842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8677" h="84296">
                      <a:moveTo>
                        <a:pt x="44291" y="0"/>
                      </a:moveTo>
                      <a:lnTo>
                        <a:pt x="55626" y="31147"/>
                      </a:lnTo>
                      <a:lnTo>
                        <a:pt x="88678" y="32194"/>
                      </a:lnTo>
                      <a:lnTo>
                        <a:pt x="62579" y="52483"/>
                      </a:lnTo>
                      <a:lnTo>
                        <a:pt x="71723" y="84296"/>
                      </a:lnTo>
                      <a:lnTo>
                        <a:pt x="44291" y="65723"/>
                      </a:lnTo>
                      <a:lnTo>
                        <a:pt x="16954" y="84296"/>
                      </a:lnTo>
                      <a:lnTo>
                        <a:pt x="26098" y="52483"/>
                      </a:lnTo>
                      <a:lnTo>
                        <a:pt x="0" y="32194"/>
                      </a:lnTo>
                      <a:lnTo>
                        <a:pt x="33052" y="31147"/>
                      </a:lnTo>
                      <a:lnTo>
                        <a:pt x="44291" y="0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76" name="Полилиния: фигура 75">
                  <a:extLst>
                    <a:ext uri="{FF2B5EF4-FFF2-40B4-BE49-F238E27FC236}">
                      <a16:creationId xmlns:a16="http://schemas.microsoft.com/office/drawing/2014/main" id="{318D2879-4F12-07CF-3EC4-1A3E6316B452}"/>
                    </a:ext>
                  </a:extLst>
                </p:cNvPr>
                <p:cNvSpPr/>
                <p:nvPr/>
              </p:nvSpPr>
              <p:spPr>
                <a:xfrm>
                  <a:off x="9154129" y="10770512"/>
                  <a:ext cx="88677" cy="84296"/>
                </a:xfrm>
                <a:custGeom>
                  <a:avLst/>
                  <a:gdLst>
                    <a:gd name="connsiteX0" fmla="*/ 44291 w 88677"/>
                    <a:gd name="connsiteY0" fmla="*/ 0 h 84296"/>
                    <a:gd name="connsiteX1" fmla="*/ 55626 w 88677"/>
                    <a:gd name="connsiteY1" fmla="*/ 31147 h 84296"/>
                    <a:gd name="connsiteX2" fmla="*/ 88678 w 88677"/>
                    <a:gd name="connsiteY2" fmla="*/ 32194 h 84296"/>
                    <a:gd name="connsiteX3" fmla="*/ 62579 w 88677"/>
                    <a:gd name="connsiteY3" fmla="*/ 52483 h 84296"/>
                    <a:gd name="connsiteX4" fmla="*/ 71723 w 88677"/>
                    <a:gd name="connsiteY4" fmla="*/ 84296 h 84296"/>
                    <a:gd name="connsiteX5" fmla="*/ 44291 w 88677"/>
                    <a:gd name="connsiteY5" fmla="*/ 65723 h 84296"/>
                    <a:gd name="connsiteX6" fmla="*/ 16954 w 88677"/>
                    <a:gd name="connsiteY6" fmla="*/ 84296 h 84296"/>
                    <a:gd name="connsiteX7" fmla="*/ 26098 w 88677"/>
                    <a:gd name="connsiteY7" fmla="*/ 52483 h 84296"/>
                    <a:gd name="connsiteX8" fmla="*/ 0 w 88677"/>
                    <a:gd name="connsiteY8" fmla="*/ 32194 h 84296"/>
                    <a:gd name="connsiteX9" fmla="*/ 33052 w 88677"/>
                    <a:gd name="connsiteY9" fmla="*/ 31147 h 84296"/>
                    <a:gd name="connsiteX10" fmla="*/ 44291 w 88677"/>
                    <a:gd name="connsiteY10" fmla="*/ 0 h 842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8677" h="84296">
                      <a:moveTo>
                        <a:pt x="44291" y="0"/>
                      </a:moveTo>
                      <a:lnTo>
                        <a:pt x="55626" y="31147"/>
                      </a:lnTo>
                      <a:lnTo>
                        <a:pt x="88678" y="32194"/>
                      </a:lnTo>
                      <a:lnTo>
                        <a:pt x="62579" y="52483"/>
                      </a:lnTo>
                      <a:lnTo>
                        <a:pt x="71723" y="84296"/>
                      </a:lnTo>
                      <a:lnTo>
                        <a:pt x="44291" y="65723"/>
                      </a:lnTo>
                      <a:lnTo>
                        <a:pt x="16954" y="84296"/>
                      </a:lnTo>
                      <a:lnTo>
                        <a:pt x="26098" y="52483"/>
                      </a:lnTo>
                      <a:lnTo>
                        <a:pt x="0" y="32194"/>
                      </a:lnTo>
                      <a:lnTo>
                        <a:pt x="33052" y="31147"/>
                      </a:lnTo>
                      <a:lnTo>
                        <a:pt x="44291" y="0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</p:grpSp>
      <p:grpSp>
        <p:nvGrpSpPr>
          <p:cNvPr id="98" name="Группа 97">
            <a:extLst>
              <a:ext uri="{FF2B5EF4-FFF2-40B4-BE49-F238E27FC236}">
                <a16:creationId xmlns:a16="http://schemas.microsoft.com/office/drawing/2014/main" id="{E9955F1D-8217-CB05-FFD1-AD2DB9C9DBA3}"/>
              </a:ext>
            </a:extLst>
          </p:cNvPr>
          <p:cNvGrpSpPr/>
          <p:nvPr/>
        </p:nvGrpSpPr>
        <p:grpSpPr>
          <a:xfrm>
            <a:off x="4949387" y="5684597"/>
            <a:ext cx="1364624" cy="1364624"/>
            <a:chOff x="4949386" y="6012679"/>
            <a:chExt cx="1364624" cy="1364624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BEA7E4C5-8B9A-B4E4-3986-9671464CC615}"/>
                </a:ext>
              </a:extLst>
            </p:cNvPr>
            <p:cNvSpPr/>
            <p:nvPr/>
          </p:nvSpPr>
          <p:spPr>
            <a:xfrm>
              <a:off x="4949386" y="6012679"/>
              <a:ext cx="1364624" cy="1364624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456880"/>
              <a:endParaRPr lang="ru-RU" sz="1799" noProof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4" name="Группа 93">
              <a:extLst>
                <a:ext uri="{FF2B5EF4-FFF2-40B4-BE49-F238E27FC236}">
                  <a16:creationId xmlns:a16="http://schemas.microsoft.com/office/drawing/2014/main" id="{51A184D6-882B-5B33-B691-26B8DF88B441}"/>
                </a:ext>
              </a:extLst>
            </p:cNvPr>
            <p:cNvGrpSpPr/>
            <p:nvPr/>
          </p:nvGrpSpPr>
          <p:grpSpPr>
            <a:xfrm>
              <a:off x="5161218" y="6203532"/>
              <a:ext cx="940960" cy="982919"/>
              <a:chOff x="9705976" y="10522169"/>
              <a:chExt cx="573689" cy="599271"/>
            </a:xfrm>
          </p:grpSpPr>
          <p:sp>
            <p:nvSpPr>
              <p:cNvPr id="77" name="Полилиния: фигура 76">
                <a:extLst>
                  <a:ext uri="{FF2B5EF4-FFF2-40B4-BE49-F238E27FC236}">
                    <a16:creationId xmlns:a16="http://schemas.microsoft.com/office/drawing/2014/main" id="{189E7FF3-FACD-2ABB-EA3F-0058FA16B3D5}"/>
                  </a:ext>
                </a:extLst>
              </p:cNvPr>
              <p:cNvSpPr/>
              <p:nvPr/>
            </p:nvSpPr>
            <p:spPr>
              <a:xfrm>
                <a:off x="9830404" y="10596110"/>
                <a:ext cx="209454" cy="88011"/>
              </a:xfrm>
              <a:custGeom>
                <a:avLst/>
                <a:gdLst>
                  <a:gd name="connsiteX0" fmla="*/ 209455 w 209454"/>
                  <a:gd name="connsiteY0" fmla="*/ 0 h 88011"/>
                  <a:gd name="connsiteX1" fmla="*/ 0 w 209454"/>
                  <a:gd name="connsiteY1" fmla="*/ 88011 h 88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9454" h="88011">
                    <a:moveTo>
                      <a:pt x="209455" y="0"/>
                    </a:moveTo>
                    <a:lnTo>
                      <a:pt x="0" y="88011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8" name="Полилиния: фигура 77">
                <a:extLst>
                  <a:ext uri="{FF2B5EF4-FFF2-40B4-BE49-F238E27FC236}">
                    <a16:creationId xmlns:a16="http://schemas.microsoft.com/office/drawing/2014/main" id="{BB7AF6DE-84C4-9CAA-0A47-36762BFABB1D}"/>
                  </a:ext>
                </a:extLst>
              </p:cNvPr>
              <p:cNvSpPr/>
              <p:nvPr/>
            </p:nvSpPr>
            <p:spPr>
              <a:xfrm>
                <a:off x="9974326" y="10938438"/>
                <a:ext cx="209550" cy="88106"/>
              </a:xfrm>
              <a:custGeom>
                <a:avLst/>
                <a:gdLst>
                  <a:gd name="connsiteX0" fmla="*/ 209550 w 209550"/>
                  <a:gd name="connsiteY0" fmla="*/ 0 h 88106"/>
                  <a:gd name="connsiteX1" fmla="*/ 0 w 209550"/>
                  <a:gd name="connsiteY1" fmla="*/ 88106 h 88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9550" h="88106">
                    <a:moveTo>
                      <a:pt x="209550" y="0"/>
                    </a:moveTo>
                    <a:lnTo>
                      <a:pt x="0" y="88106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grpSp>
            <p:nvGrpSpPr>
              <p:cNvPr id="79" name="Рисунок 18">
                <a:extLst>
                  <a:ext uri="{FF2B5EF4-FFF2-40B4-BE49-F238E27FC236}">
                    <a16:creationId xmlns:a16="http://schemas.microsoft.com/office/drawing/2014/main" id="{CE4BF11A-A7DF-E3D9-CCAA-244E06151B13}"/>
                  </a:ext>
                </a:extLst>
              </p:cNvPr>
              <p:cNvGrpSpPr/>
              <p:nvPr/>
            </p:nvGrpSpPr>
            <p:grpSpPr>
              <a:xfrm>
                <a:off x="9777227" y="10522169"/>
                <a:ext cx="468874" cy="599271"/>
                <a:chOff x="9777227" y="10522169"/>
                <a:chExt cx="468874" cy="599271"/>
              </a:xfrm>
              <a:noFill/>
            </p:grpSpPr>
            <p:sp>
              <p:nvSpPr>
                <p:cNvPr id="80" name="Полилиния: фигура 79">
                  <a:extLst>
                    <a:ext uri="{FF2B5EF4-FFF2-40B4-BE49-F238E27FC236}">
                      <a16:creationId xmlns:a16="http://schemas.microsoft.com/office/drawing/2014/main" id="{263A4056-70E6-933B-3FBA-D81C8BF2091E}"/>
                    </a:ext>
                  </a:extLst>
                </p:cNvPr>
                <p:cNvSpPr/>
                <p:nvPr/>
              </p:nvSpPr>
              <p:spPr>
                <a:xfrm>
                  <a:off x="9777227" y="10522169"/>
                  <a:ext cx="468874" cy="599271"/>
                </a:xfrm>
                <a:custGeom>
                  <a:avLst/>
                  <a:gdLst>
                    <a:gd name="connsiteX0" fmla="*/ 449893 w 468874"/>
                    <a:gd name="connsiteY0" fmla="*/ 418651 h 599271"/>
                    <a:gd name="connsiteX1" fmla="*/ 465704 w 468874"/>
                    <a:gd name="connsiteY1" fmla="*/ 456179 h 599271"/>
                    <a:gd name="connsiteX2" fmla="*/ 443987 w 468874"/>
                    <a:gd name="connsiteY2" fmla="*/ 509424 h 599271"/>
                    <a:gd name="connsiteX3" fmla="*/ 237771 w 468874"/>
                    <a:gd name="connsiteY3" fmla="*/ 596101 h 599271"/>
                    <a:gd name="connsiteX4" fmla="*/ 184526 w 468874"/>
                    <a:gd name="connsiteY4" fmla="*/ 574384 h 599271"/>
                    <a:gd name="connsiteX5" fmla="*/ 168715 w 468874"/>
                    <a:gd name="connsiteY5" fmla="*/ 536856 h 599271"/>
                    <a:gd name="connsiteX6" fmla="*/ 3170 w 468874"/>
                    <a:gd name="connsiteY6" fmla="*/ 143092 h 599271"/>
                    <a:gd name="connsiteX7" fmla="*/ 24887 w 468874"/>
                    <a:gd name="connsiteY7" fmla="*/ 89848 h 599271"/>
                    <a:gd name="connsiteX8" fmla="*/ 231104 w 468874"/>
                    <a:gd name="connsiteY8" fmla="*/ 3170 h 599271"/>
                    <a:gd name="connsiteX9" fmla="*/ 284348 w 468874"/>
                    <a:gd name="connsiteY9" fmla="*/ 24887 h 599271"/>
                    <a:gd name="connsiteX10" fmla="*/ 449893 w 468874"/>
                    <a:gd name="connsiteY10" fmla="*/ 418651 h 599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8874" h="599271">
                      <a:moveTo>
                        <a:pt x="449893" y="418651"/>
                      </a:moveTo>
                      <a:lnTo>
                        <a:pt x="465704" y="456179"/>
                      </a:lnTo>
                      <a:cubicBezTo>
                        <a:pt x="474372" y="476944"/>
                        <a:pt x="464656" y="500756"/>
                        <a:pt x="443987" y="509424"/>
                      </a:cubicBezTo>
                      <a:lnTo>
                        <a:pt x="237771" y="596101"/>
                      </a:lnTo>
                      <a:cubicBezTo>
                        <a:pt x="217006" y="604769"/>
                        <a:pt x="193194" y="595054"/>
                        <a:pt x="184526" y="574384"/>
                      </a:cubicBezTo>
                      <a:lnTo>
                        <a:pt x="168715" y="536856"/>
                      </a:lnTo>
                      <a:lnTo>
                        <a:pt x="3170" y="143092"/>
                      </a:lnTo>
                      <a:cubicBezTo>
                        <a:pt x="-5498" y="122328"/>
                        <a:pt x="4218" y="98515"/>
                        <a:pt x="24887" y="89848"/>
                      </a:cubicBezTo>
                      <a:lnTo>
                        <a:pt x="231104" y="3170"/>
                      </a:lnTo>
                      <a:cubicBezTo>
                        <a:pt x="251868" y="-5498"/>
                        <a:pt x="275680" y="4218"/>
                        <a:pt x="284348" y="24887"/>
                      </a:cubicBezTo>
                      <a:lnTo>
                        <a:pt x="449893" y="418651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81" name="Полилиния: фигура 80">
                  <a:extLst>
                    <a:ext uri="{FF2B5EF4-FFF2-40B4-BE49-F238E27FC236}">
                      <a16:creationId xmlns:a16="http://schemas.microsoft.com/office/drawing/2014/main" id="{2FAFE759-A49D-9AC9-5B87-58F265FE8CE0}"/>
                    </a:ext>
                  </a:extLst>
                </p:cNvPr>
                <p:cNvSpPr/>
                <p:nvPr/>
              </p:nvSpPr>
              <p:spPr>
                <a:xfrm>
                  <a:off x="9945942" y="10940819"/>
                  <a:ext cx="284348" cy="143092"/>
                </a:xfrm>
                <a:custGeom>
                  <a:avLst/>
                  <a:gdLst>
                    <a:gd name="connsiteX0" fmla="*/ 281178 w 284348"/>
                    <a:gd name="connsiteY0" fmla="*/ 0 h 143092"/>
                    <a:gd name="connsiteX1" fmla="*/ 259461 w 284348"/>
                    <a:gd name="connsiteY1" fmla="*/ 53245 h 143092"/>
                    <a:gd name="connsiteX2" fmla="*/ 53245 w 284348"/>
                    <a:gd name="connsiteY2" fmla="*/ 139922 h 143092"/>
                    <a:gd name="connsiteX3" fmla="*/ 0 w 284348"/>
                    <a:gd name="connsiteY3" fmla="*/ 118205 h 143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4348" h="143092">
                      <a:moveTo>
                        <a:pt x="281178" y="0"/>
                      </a:moveTo>
                      <a:cubicBezTo>
                        <a:pt x="289846" y="20765"/>
                        <a:pt x="280130" y="44577"/>
                        <a:pt x="259461" y="53245"/>
                      </a:cubicBezTo>
                      <a:lnTo>
                        <a:pt x="53245" y="139922"/>
                      </a:lnTo>
                      <a:cubicBezTo>
                        <a:pt x="32480" y="148590"/>
                        <a:pt x="8668" y="138875"/>
                        <a:pt x="0" y="118205"/>
                      </a:cubicBez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  <p:sp>
              <p:nvSpPr>
                <p:cNvPr id="82" name="Полилиния: фигура 81">
                  <a:extLst>
                    <a:ext uri="{FF2B5EF4-FFF2-40B4-BE49-F238E27FC236}">
                      <a16:creationId xmlns:a16="http://schemas.microsoft.com/office/drawing/2014/main" id="{4D7D7705-36A3-6F79-B203-7AC5F534E1ED}"/>
                    </a:ext>
                  </a:extLst>
                </p:cNvPr>
                <p:cNvSpPr/>
                <p:nvPr/>
              </p:nvSpPr>
              <p:spPr>
                <a:xfrm>
                  <a:off x="9902127" y="10598300"/>
                  <a:ext cx="37528" cy="15811"/>
                </a:xfrm>
                <a:custGeom>
                  <a:avLst/>
                  <a:gdLst>
                    <a:gd name="connsiteX0" fmla="*/ 0 w 37528"/>
                    <a:gd name="connsiteY0" fmla="*/ 15812 h 15811"/>
                    <a:gd name="connsiteX1" fmla="*/ 37528 w 37528"/>
                    <a:gd name="connsiteY1" fmla="*/ 0 h 158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528" h="15811">
                      <a:moveTo>
                        <a:pt x="0" y="15812"/>
                      </a:moveTo>
                      <a:lnTo>
                        <a:pt x="37528" y="0"/>
                      </a:ln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83" name="Рисунок 18">
                <a:extLst>
                  <a:ext uri="{FF2B5EF4-FFF2-40B4-BE49-F238E27FC236}">
                    <a16:creationId xmlns:a16="http://schemas.microsoft.com/office/drawing/2014/main" id="{845AF6DA-D1BC-C93C-AC93-E0C3B62010D2}"/>
                  </a:ext>
                </a:extLst>
              </p:cNvPr>
              <p:cNvGrpSpPr/>
              <p:nvPr/>
            </p:nvGrpSpPr>
            <p:grpSpPr>
              <a:xfrm>
                <a:off x="10158444" y="10586203"/>
                <a:ext cx="121221" cy="210883"/>
                <a:chOff x="10158444" y="10586203"/>
                <a:chExt cx="121221" cy="210883"/>
              </a:xfrm>
              <a:noFill/>
            </p:grpSpPr>
            <p:sp>
              <p:nvSpPr>
                <p:cNvPr id="84" name="Полилиния: фигура 83">
                  <a:extLst>
                    <a:ext uri="{FF2B5EF4-FFF2-40B4-BE49-F238E27FC236}">
                      <a16:creationId xmlns:a16="http://schemas.microsoft.com/office/drawing/2014/main" id="{99F32EB3-4CA9-0D7D-B3E5-C6821FA81E4A}"/>
                    </a:ext>
                  </a:extLst>
                </p:cNvPr>
                <p:cNvSpPr/>
                <p:nvPr/>
              </p:nvSpPr>
              <p:spPr>
                <a:xfrm>
                  <a:off x="10158444" y="10640591"/>
                  <a:ext cx="60698" cy="139445"/>
                </a:xfrm>
                <a:custGeom>
                  <a:avLst/>
                  <a:gdLst>
                    <a:gd name="connsiteX0" fmla="*/ 0 w 60698"/>
                    <a:gd name="connsiteY0" fmla="*/ 0 h 139445"/>
                    <a:gd name="connsiteX1" fmla="*/ 49816 w 60698"/>
                    <a:gd name="connsiteY1" fmla="*/ 61055 h 139445"/>
                    <a:gd name="connsiteX2" fmla="*/ 58579 w 60698"/>
                    <a:gd name="connsiteY2" fmla="*/ 139446 h 1394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0698" h="139445">
                      <a:moveTo>
                        <a:pt x="0" y="0"/>
                      </a:moveTo>
                      <a:cubicBezTo>
                        <a:pt x="21431" y="14668"/>
                        <a:pt x="39053" y="35433"/>
                        <a:pt x="49816" y="61055"/>
                      </a:cubicBezTo>
                      <a:cubicBezTo>
                        <a:pt x="60579" y="86677"/>
                        <a:pt x="63055" y="113824"/>
                        <a:pt x="58579" y="139446"/>
                      </a:cubicBez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85" name="Полилиния: фигура 84">
                  <a:extLst>
                    <a:ext uri="{FF2B5EF4-FFF2-40B4-BE49-F238E27FC236}">
                      <a16:creationId xmlns:a16="http://schemas.microsoft.com/office/drawing/2014/main" id="{322B20A1-8038-460C-9781-947341D8AA23}"/>
                    </a:ext>
                  </a:extLst>
                </p:cNvPr>
                <p:cNvSpPr/>
                <p:nvPr/>
              </p:nvSpPr>
              <p:spPr>
                <a:xfrm>
                  <a:off x="10187877" y="10586203"/>
                  <a:ext cx="91789" cy="210883"/>
                </a:xfrm>
                <a:custGeom>
                  <a:avLst/>
                  <a:gdLst>
                    <a:gd name="connsiteX0" fmla="*/ 0 w 91789"/>
                    <a:gd name="connsiteY0" fmla="*/ 0 h 210883"/>
                    <a:gd name="connsiteX1" fmla="*/ 75343 w 91789"/>
                    <a:gd name="connsiteY1" fmla="*/ 92393 h 210883"/>
                    <a:gd name="connsiteX2" fmla="*/ 88583 w 91789"/>
                    <a:gd name="connsiteY2" fmla="*/ 210884 h 210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1789" h="210883">
                      <a:moveTo>
                        <a:pt x="0" y="0"/>
                      </a:moveTo>
                      <a:cubicBezTo>
                        <a:pt x="32385" y="22193"/>
                        <a:pt x="59055" y="53531"/>
                        <a:pt x="75343" y="92393"/>
                      </a:cubicBezTo>
                      <a:cubicBezTo>
                        <a:pt x="91631" y="131255"/>
                        <a:pt x="95345" y="172212"/>
                        <a:pt x="88583" y="210884"/>
                      </a:cubicBez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86" name="Рисунок 18">
                <a:extLst>
                  <a:ext uri="{FF2B5EF4-FFF2-40B4-BE49-F238E27FC236}">
                    <a16:creationId xmlns:a16="http://schemas.microsoft.com/office/drawing/2014/main" id="{85CBC3C6-811F-E3A3-AFAB-962A1569A76A}"/>
                  </a:ext>
                </a:extLst>
              </p:cNvPr>
              <p:cNvGrpSpPr/>
              <p:nvPr/>
            </p:nvGrpSpPr>
            <p:grpSpPr>
              <a:xfrm>
                <a:off x="9705976" y="10789276"/>
                <a:ext cx="130142" cy="203835"/>
                <a:chOff x="9705976" y="10789276"/>
                <a:chExt cx="130142" cy="203835"/>
              </a:xfrm>
              <a:noFill/>
            </p:grpSpPr>
            <p:sp>
              <p:nvSpPr>
                <p:cNvPr id="87" name="Полилиния: фигура 86">
                  <a:extLst>
                    <a:ext uri="{FF2B5EF4-FFF2-40B4-BE49-F238E27FC236}">
                      <a16:creationId xmlns:a16="http://schemas.microsoft.com/office/drawing/2014/main" id="{F23E1395-1A76-E004-AC3F-CE67ED29E167}"/>
                    </a:ext>
                  </a:extLst>
                </p:cNvPr>
                <p:cNvSpPr/>
                <p:nvPr/>
              </p:nvSpPr>
              <p:spPr>
                <a:xfrm>
                  <a:off x="9766833" y="10801945"/>
                  <a:ext cx="69285" cy="134873"/>
                </a:xfrm>
                <a:custGeom>
                  <a:avLst/>
                  <a:gdLst>
                    <a:gd name="connsiteX0" fmla="*/ 705 w 69285"/>
                    <a:gd name="connsiteY0" fmla="*/ 0 h 134873"/>
                    <a:gd name="connsiteX1" fmla="*/ 15183 w 69285"/>
                    <a:gd name="connsiteY1" fmla="*/ 77533 h 134873"/>
                    <a:gd name="connsiteX2" fmla="*/ 69285 w 69285"/>
                    <a:gd name="connsiteY2" fmla="*/ 134874 h 1348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9285" h="134873">
                      <a:moveTo>
                        <a:pt x="705" y="0"/>
                      </a:moveTo>
                      <a:cubicBezTo>
                        <a:pt x="-1867" y="25813"/>
                        <a:pt x="2515" y="52673"/>
                        <a:pt x="15183" y="77533"/>
                      </a:cubicBezTo>
                      <a:cubicBezTo>
                        <a:pt x="27852" y="102394"/>
                        <a:pt x="46902" y="121729"/>
                        <a:pt x="69285" y="134874"/>
                      </a:cubicBez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88" name="Полилиния: фигура 87">
                  <a:extLst>
                    <a:ext uri="{FF2B5EF4-FFF2-40B4-BE49-F238E27FC236}">
                      <a16:creationId xmlns:a16="http://schemas.microsoft.com/office/drawing/2014/main" id="{05A571BD-9E87-2DD4-7D11-6831AD0A4444}"/>
                    </a:ext>
                  </a:extLst>
                </p:cNvPr>
                <p:cNvSpPr/>
                <p:nvPr/>
              </p:nvSpPr>
              <p:spPr>
                <a:xfrm>
                  <a:off x="9705976" y="10789276"/>
                  <a:ext cx="104710" cy="203835"/>
                </a:xfrm>
                <a:custGeom>
                  <a:avLst/>
                  <a:gdLst>
                    <a:gd name="connsiteX0" fmla="*/ 1079 w 104710"/>
                    <a:gd name="connsiteY0" fmla="*/ 0 h 203835"/>
                    <a:gd name="connsiteX1" fmla="*/ 22891 w 104710"/>
                    <a:gd name="connsiteY1" fmla="*/ 117157 h 203835"/>
                    <a:gd name="connsiteX2" fmla="*/ 104710 w 104710"/>
                    <a:gd name="connsiteY2" fmla="*/ 203835 h 2038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04710" h="203835">
                      <a:moveTo>
                        <a:pt x="1079" y="0"/>
                      </a:moveTo>
                      <a:cubicBezTo>
                        <a:pt x="-2827" y="39053"/>
                        <a:pt x="3745" y="79629"/>
                        <a:pt x="22891" y="117157"/>
                      </a:cubicBezTo>
                      <a:cubicBezTo>
                        <a:pt x="42036" y="154686"/>
                        <a:pt x="70897" y="184023"/>
                        <a:pt x="104710" y="203835"/>
                      </a:cubicBezTo>
                    </a:path>
                  </a:pathLst>
                </a:custGeom>
                <a:noFill/>
                <a:ln w="25400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C2D51939-C5BE-5FC1-5BCB-DF65F66516D6}"/>
              </a:ext>
            </a:extLst>
          </p:cNvPr>
          <p:cNvGrpSpPr/>
          <p:nvPr/>
        </p:nvGrpSpPr>
        <p:grpSpPr>
          <a:xfrm>
            <a:off x="11785812" y="5684597"/>
            <a:ext cx="1364624" cy="1364624"/>
            <a:chOff x="11622497" y="6012679"/>
            <a:chExt cx="1364624" cy="1364624"/>
          </a:xfrm>
        </p:grpSpPr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id="{ED04D043-145E-C087-E713-C6CB16FF8276}"/>
                </a:ext>
              </a:extLst>
            </p:cNvPr>
            <p:cNvSpPr/>
            <p:nvPr/>
          </p:nvSpPr>
          <p:spPr>
            <a:xfrm>
              <a:off x="11622497" y="6012679"/>
              <a:ext cx="1364624" cy="1364624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456880"/>
              <a:endParaRPr lang="ru-RU" sz="1799" noProof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2" name="Группа 91">
              <a:extLst>
                <a:ext uri="{FF2B5EF4-FFF2-40B4-BE49-F238E27FC236}">
                  <a16:creationId xmlns:a16="http://schemas.microsoft.com/office/drawing/2014/main" id="{A50FB11A-9E74-01E2-454E-D0749F4DE209}"/>
                </a:ext>
              </a:extLst>
            </p:cNvPr>
            <p:cNvGrpSpPr/>
            <p:nvPr/>
          </p:nvGrpSpPr>
          <p:grpSpPr>
            <a:xfrm>
              <a:off x="11840971" y="6203532"/>
              <a:ext cx="927677" cy="982919"/>
              <a:chOff x="8323263" y="10485715"/>
              <a:chExt cx="619029" cy="655891"/>
            </a:xfrm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CB932E36-D634-0845-C18F-07979709DD40}"/>
                  </a:ext>
                </a:extLst>
              </p:cNvPr>
              <p:cNvSpPr/>
              <p:nvPr/>
            </p:nvSpPr>
            <p:spPr>
              <a:xfrm>
                <a:off x="8323263" y="10538293"/>
                <a:ext cx="87725" cy="519112"/>
              </a:xfrm>
              <a:custGeom>
                <a:avLst/>
                <a:gdLst>
                  <a:gd name="connsiteX0" fmla="*/ 71533 w 87725"/>
                  <a:gd name="connsiteY0" fmla="*/ 0 h 519112"/>
                  <a:gd name="connsiteX1" fmla="*/ 36481 w 87725"/>
                  <a:gd name="connsiteY1" fmla="*/ 0 h 519112"/>
                  <a:gd name="connsiteX2" fmla="*/ 0 w 87725"/>
                  <a:gd name="connsiteY2" fmla="*/ 36385 h 519112"/>
                  <a:gd name="connsiteX3" fmla="*/ 0 w 87725"/>
                  <a:gd name="connsiteY3" fmla="*/ 519113 h 519112"/>
                  <a:gd name="connsiteX4" fmla="*/ 87725 w 87725"/>
                  <a:gd name="connsiteY4" fmla="*/ 519113 h 519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725" h="519112">
                    <a:moveTo>
                      <a:pt x="71533" y="0"/>
                    </a:moveTo>
                    <a:lnTo>
                      <a:pt x="36481" y="0"/>
                    </a:lnTo>
                    <a:cubicBezTo>
                      <a:pt x="16383" y="0"/>
                      <a:pt x="0" y="16288"/>
                      <a:pt x="0" y="36385"/>
                    </a:cubicBezTo>
                    <a:lnTo>
                      <a:pt x="0" y="519113"/>
                    </a:lnTo>
                    <a:lnTo>
                      <a:pt x="87725" y="519113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E919E399-AABF-B166-200B-85A9EA06A2EF}"/>
                  </a:ext>
                </a:extLst>
              </p:cNvPr>
              <p:cNvSpPr/>
              <p:nvPr/>
            </p:nvSpPr>
            <p:spPr>
              <a:xfrm>
                <a:off x="8547100" y="10538293"/>
                <a:ext cx="59626" cy="9525"/>
              </a:xfrm>
              <a:custGeom>
                <a:avLst/>
                <a:gdLst>
                  <a:gd name="connsiteX0" fmla="*/ 59627 w 59626"/>
                  <a:gd name="connsiteY0" fmla="*/ 0 h 9525"/>
                  <a:gd name="connsiteX1" fmla="*/ 0 w 5962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626" h="9525">
                    <a:moveTo>
                      <a:pt x="59627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AD8A808-117D-3CF9-3311-7833D9B4FCD9}"/>
                  </a:ext>
                </a:extLst>
              </p:cNvPr>
              <p:cNvSpPr/>
              <p:nvPr/>
            </p:nvSpPr>
            <p:spPr>
              <a:xfrm>
                <a:off x="8758555" y="10538293"/>
                <a:ext cx="62674" cy="9525"/>
              </a:xfrm>
              <a:custGeom>
                <a:avLst/>
                <a:gdLst>
                  <a:gd name="connsiteX0" fmla="*/ 62675 w 62674"/>
                  <a:gd name="connsiteY0" fmla="*/ 0 h 9525"/>
                  <a:gd name="connsiteX1" fmla="*/ 0 w 62674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2674" h="9525">
                    <a:moveTo>
                      <a:pt x="62675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DC870B6E-2915-DD53-3C29-F69003311A8C}"/>
                  </a:ext>
                </a:extLst>
              </p:cNvPr>
              <p:cNvSpPr/>
              <p:nvPr/>
            </p:nvSpPr>
            <p:spPr>
              <a:xfrm>
                <a:off x="8852948" y="10538293"/>
                <a:ext cx="89344" cy="519112"/>
              </a:xfrm>
              <a:custGeom>
                <a:avLst/>
                <a:gdLst>
                  <a:gd name="connsiteX0" fmla="*/ 0 w 89344"/>
                  <a:gd name="connsiteY0" fmla="*/ 519113 h 519112"/>
                  <a:gd name="connsiteX1" fmla="*/ 89345 w 89344"/>
                  <a:gd name="connsiteY1" fmla="*/ 519113 h 519112"/>
                  <a:gd name="connsiteX2" fmla="*/ 89345 w 89344"/>
                  <a:gd name="connsiteY2" fmla="*/ 36481 h 519112"/>
                  <a:gd name="connsiteX3" fmla="*/ 52864 w 89344"/>
                  <a:gd name="connsiteY3" fmla="*/ 0 h 519112"/>
                  <a:gd name="connsiteX4" fmla="*/ 10954 w 89344"/>
                  <a:gd name="connsiteY4" fmla="*/ 0 h 519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344" h="519112">
                    <a:moveTo>
                      <a:pt x="0" y="519113"/>
                    </a:moveTo>
                    <a:lnTo>
                      <a:pt x="89345" y="519113"/>
                    </a:lnTo>
                    <a:lnTo>
                      <a:pt x="89345" y="36481"/>
                    </a:lnTo>
                    <a:cubicBezTo>
                      <a:pt x="89345" y="16383"/>
                      <a:pt x="73057" y="0"/>
                      <a:pt x="52864" y="0"/>
                    </a:cubicBezTo>
                    <a:lnTo>
                      <a:pt x="10954" y="0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AC672821-71AB-A170-CE7E-D26E7E4B44DD}"/>
                  </a:ext>
                </a:extLst>
              </p:cNvPr>
              <p:cNvSpPr/>
              <p:nvPr/>
            </p:nvSpPr>
            <p:spPr>
              <a:xfrm>
                <a:off x="8463566" y="11078456"/>
                <a:ext cx="14001" cy="9525"/>
              </a:xfrm>
              <a:custGeom>
                <a:avLst/>
                <a:gdLst>
                  <a:gd name="connsiteX0" fmla="*/ 0 w 14001"/>
                  <a:gd name="connsiteY0" fmla="*/ 0 h 9525"/>
                  <a:gd name="connsiteX1" fmla="*/ 14002 w 14001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001" h="9525">
                    <a:moveTo>
                      <a:pt x="0" y="0"/>
                    </a:moveTo>
                    <a:lnTo>
                      <a:pt x="14002" y="0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635AA03C-4F35-294A-4EAE-F4980149E0BA}"/>
                  </a:ext>
                </a:extLst>
              </p:cNvPr>
              <p:cNvSpPr/>
              <p:nvPr/>
            </p:nvSpPr>
            <p:spPr>
              <a:xfrm>
                <a:off x="8607394" y="11078456"/>
                <a:ext cx="14001" cy="9525"/>
              </a:xfrm>
              <a:custGeom>
                <a:avLst/>
                <a:gdLst>
                  <a:gd name="connsiteX0" fmla="*/ 0 w 14001"/>
                  <a:gd name="connsiteY0" fmla="*/ 0 h 9525"/>
                  <a:gd name="connsiteX1" fmla="*/ 14002 w 14001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001" h="9525">
                    <a:moveTo>
                      <a:pt x="0" y="0"/>
                    </a:moveTo>
                    <a:lnTo>
                      <a:pt x="14002" y="0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: фигура 31">
                <a:extLst>
                  <a:ext uri="{FF2B5EF4-FFF2-40B4-BE49-F238E27FC236}">
                    <a16:creationId xmlns:a16="http://schemas.microsoft.com/office/drawing/2014/main" id="{89C45357-42A3-0825-68A3-BC4FB985D689}"/>
                  </a:ext>
                </a:extLst>
              </p:cNvPr>
              <p:cNvSpPr/>
              <p:nvPr/>
            </p:nvSpPr>
            <p:spPr>
              <a:xfrm>
                <a:off x="8509191" y="11078456"/>
                <a:ext cx="70104" cy="9525"/>
              </a:xfrm>
              <a:custGeom>
                <a:avLst/>
                <a:gdLst>
                  <a:gd name="connsiteX0" fmla="*/ 0 w 70104"/>
                  <a:gd name="connsiteY0" fmla="*/ 0 h 9525"/>
                  <a:gd name="connsiteX1" fmla="*/ 70104 w 70104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104" h="9525">
                    <a:moveTo>
                      <a:pt x="0" y="0"/>
                    </a:moveTo>
                    <a:lnTo>
                      <a:pt x="70104" y="0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: фигура 33">
                <a:extLst>
                  <a:ext uri="{FF2B5EF4-FFF2-40B4-BE49-F238E27FC236}">
                    <a16:creationId xmlns:a16="http://schemas.microsoft.com/office/drawing/2014/main" id="{0D331208-FCA1-8F3F-9D81-F12E7359C699}"/>
                  </a:ext>
                </a:extLst>
              </p:cNvPr>
              <p:cNvSpPr/>
              <p:nvPr/>
            </p:nvSpPr>
            <p:spPr>
              <a:xfrm>
                <a:off x="8649494" y="11057405"/>
                <a:ext cx="157829" cy="84201"/>
              </a:xfrm>
              <a:custGeom>
                <a:avLst/>
                <a:gdLst>
                  <a:gd name="connsiteX0" fmla="*/ 0 w 157829"/>
                  <a:gd name="connsiteY0" fmla="*/ 21050 h 84201"/>
                  <a:gd name="connsiteX1" fmla="*/ 66675 w 157829"/>
                  <a:gd name="connsiteY1" fmla="*/ 21050 h 84201"/>
                  <a:gd name="connsiteX2" fmla="*/ 66675 w 157829"/>
                  <a:gd name="connsiteY2" fmla="*/ 84201 h 84201"/>
                  <a:gd name="connsiteX3" fmla="*/ 157829 w 157829"/>
                  <a:gd name="connsiteY3" fmla="*/ 0 h 84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829" h="84201">
                    <a:moveTo>
                      <a:pt x="0" y="21050"/>
                    </a:moveTo>
                    <a:lnTo>
                      <a:pt x="66675" y="21050"/>
                    </a:lnTo>
                    <a:lnTo>
                      <a:pt x="66675" y="84201"/>
                    </a:lnTo>
                    <a:lnTo>
                      <a:pt x="157829" y="0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: фигура 35">
                <a:extLst>
                  <a:ext uri="{FF2B5EF4-FFF2-40B4-BE49-F238E27FC236}">
                    <a16:creationId xmlns:a16="http://schemas.microsoft.com/office/drawing/2014/main" id="{91746552-DADD-DC3D-9EB5-20BC7D34F07D}"/>
                  </a:ext>
                </a:extLst>
              </p:cNvPr>
              <p:cNvSpPr/>
              <p:nvPr/>
            </p:nvSpPr>
            <p:spPr>
              <a:xfrm>
                <a:off x="8649494" y="10973299"/>
                <a:ext cx="157829" cy="84105"/>
              </a:xfrm>
              <a:custGeom>
                <a:avLst/>
                <a:gdLst>
                  <a:gd name="connsiteX0" fmla="*/ 0 w 157829"/>
                  <a:gd name="connsiteY0" fmla="*/ 63055 h 84105"/>
                  <a:gd name="connsiteX1" fmla="*/ 66675 w 157829"/>
                  <a:gd name="connsiteY1" fmla="*/ 63151 h 84105"/>
                  <a:gd name="connsiteX2" fmla="*/ 66675 w 157829"/>
                  <a:gd name="connsiteY2" fmla="*/ 0 h 84105"/>
                  <a:gd name="connsiteX3" fmla="*/ 157829 w 157829"/>
                  <a:gd name="connsiteY3" fmla="*/ 84106 h 84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829" h="84105">
                    <a:moveTo>
                      <a:pt x="0" y="63055"/>
                    </a:moveTo>
                    <a:lnTo>
                      <a:pt x="66675" y="63151"/>
                    </a:lnTo>
                    <a:lnTo>
                      <a:pt x="66675" y="0"/>
                    </a:lnTo>
                    <a:lnTo>
                      <a:pt x="157829" y="84106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: фигура 37">
                <a:extLst>
                  <a:ext uri="{FF2B5EF4-FFF2-40B4-BE49-F238E27FC236}">
                    <a16:creationId xmlns:a16="http://schemas.microsoft.com/office/drawing/2014/main" id="{58BA07D3-307C-E1E7-C880-C360282FBC11}"/>
                  </a:ext>
                </a:extLst>
              </p:cNvPr>
              <p:cNvSpPr/>
              <p:nvPr/>
            </p:nvSpPr>
            <p:spPr>
              <a:xfrm>
                <a:off x="8396891" y="10485715"/>
                <a:ext cx="42100" cy="105251"/>
              </a:xfrm>
              <a:custGeom>
                <a:avLst/>
                <a:gdLst>
                  <a:gd name="connsiteX0" fmla="*/ 21050 w 42100"/>
                  <a:gd name="connsiteY0" fmla="*/ 0 h 105251"/>
                  <a:gd name="connsiteX1" fmla="*/ 42101 w 42100"/>
                  <a:gd name="connsiteY1" fmla="*/ 21050 h 105251"/>
                  <a:gd name="connsiteX2" fmla="*/ 42101 w 42100"/>
                  <a:gd name="connsiteY2" fmla="*/ 84201 h 105251"/>
                  <a:gd name="connsiteX3" fmla="*/ 21050 w 42100"/>
                  <a:gd name="connsiteY3" fmla="*/ 105251 h 105251"/>
                  <a:gd name="connsiteX4" fmla="*/ 21050 w 42100"/>
                  <a:gd name="connsiteY4" fmla="*/ 105251 h 105251"/>
                  <a:gd name="connsiteX5" fmla="*/ 0 w 42100"/>
                  <a:gd name="connsiteY5" fmla="*/ 84201 h 105251"/>
                  <a:gd name="connsiteX6" fmla="*/ 0 w 42100"/>
                  <a:gd name="connsiteY6" fmla="*/ 21050 h 105251"/>
                  <a:gd name="connsiteX7" fmla="*/ 21050 w 42100"/>
                  <a:gd name="connsiteY7" fmla="*/ 0 h 105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100" h="105251">
                    <a:moveTo>
                      <a:pt x="21050" y="0"/>
                    </a:moveTo>
                    <a:cubicBezTo>
                      <a:pt x="32676" y="0"/>
                      <a:pt x="42101" y="9425"/>
                      <a:pt x="42101" y="21050"/>
                    </a:cubicBezTo>
                    <a:lnTo>
                      <a:pt x="42101" y="84201"/>
                    </a:lnTo>
                    <a:cubicBezTo>
                      <a:pt x="42101" y="95827"/>
                      <a:pt x="32676" y="105251"/>
                      <a:pt x="21050" y="105251"/>
                    </a:cubicBezTo>
                    <a:lnTo>
                      <a:pt x="21050" y="105251"/>
                    </a:lnTo>
                    <a:cubicBezTo>
                      <a:pt x="9425" y="105251"/>
                      <a:pt x="0" y="95827"/>
                      <a:pt x="0" y="84201"/>
                    </a:cubicBezTo>
                    <a:lnTo>
                      <a:pt x="0" y="21050"/>
                    </a:lnTo>
                    <a:cubicBezTo>
                      <a:pt x="0" y="9425"/>
                      <a:pt x="9425" y="0"/>
                      <a:pt x="21050" y="0"/>
                    </a:cubicBezTo>
                    <a:close/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ED1D4530-F939-F4A2-CDD2-408BEF81D006}"/>
                  </a:ext>
                </a:extLst>
              </p:cNvPr>
              <p:cNvSpPr/>
              <p:nvPr/>
            </p:nvSpPr>
            <p:spPr>
              <a:xfrm>
                <a:off x="8503000" y="10489144"/>
                <a:ext cx="42100" cy="105251"/>
              </a:xfrm>
              <a:custGeom>
                <a:avLst/>
                <a:gdLst>
                  <a:gd name="connsiteX0" fmla="*/ 21050 w 42100"/>
                  <a:gd name="connsiteY0" fmla="*/ 0 h 105251"/>
                  <a:gd name="connsiteX1" fmla="*/ 42101 w 42100"/>
                  <a:gd name="connsiteY1" fmla="*/ 21050 h 105251"/>
                  <a:gd name="connsiteX2" fmla="*/ 42101 w 42100"/>
                  <a:gd name="connsiteY2" fmla="*/ 84201 h 105251"/>
                  <a:gd name="connsiteX3" fmla="*/ 21050 w 42100"/>
                  <a:gd name="connsiteY3" fmla="*/ 105251 h 105251"/>
                  <a:gd name="connsiteX4" fmla="*/ 21050 w 42100"/>
                  <a:gd name="connsiteY4" fmla="*/ 105251 h 105251"/>
                  <a:gd name="connsiteX5" fmla="*/ 0 w 42100"/>
                  <a:gd name="connsiteY5" fmla="*/ 84201 h 105251"/>
                  <a:gd name="connsiteX6" fmla="*/ 0 w 42100"/>
                  <a:gd name="connsiteY6" fmla="*/ 21050 h 105251"/>
                  <a:gd name="connsiteX7" fmla="*/ 21050 w 42100"/>
                  <a:gd name="connsiteY7" fmla="*/ 0 h 105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100" h="105251">
                    <a:moveTo>
                      <a:pt x="21050" y="0"/>
                    </a:moveTo>
                    <a:cubicBezTo>
                      <a:pt x="32676" y="0"/>
                      <a:pt x="42101" y="9425"/>
                      <a:pt x="42101" y="21050"/>
                    </a:cubicBezTo>
                    <a:lnTo>
                      <a:pt x="42101" y="84201"/>
                    </a:lnTo>
                    <a:cubicBezTo>
                      <a:pt x="42101" y="95827"/>
                      <a:pt x="32676" y="105251"/>
                      <a:pt x="21050" y="105251"/>
                    </a:cubicBezTo>
                    <a:lnTo>
                      <a:pt x="21050" y="105251"/>
                    </a:lnTo>
                    <a:cubicBezTo>
                      <a:pt x="9425" y="105251"/>
                      <a:pt x="0" y="95827"/>
                      <a:pt x="0" y="84201"/>
                    </a:cubicBezTo>
                    <a:lnTo>
                      <a:pt x="0" y="21050"/>
                    </a:lnTo>
                    <a:cubicBezTo>
                      <a:pt x="0" y="9425"/>
                      <a:pt x="9425" y="0"/>
                      <a:pt x="21050" y="0"/>
                    </a:cubicBezTo>
                    <a:close/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BF5ED84A-E540-7B00-6043-3C5407F0270E}"/>
                  </a:ext>
                </a:extLst>
              </p:cNvPr>
              <p:cNvSpPr/>
              <p:nvPr/>
            </p:nvSpPr>
            <p:spPr>
              <a:xfrm>
                <a:off x="8609108" y="10485715"/>
                <a:ext cx="42100" cy="105251"/>
              </a:xfrm>
              <a:custGeom>
                <a:avLst/>
                <a:gdLst>
                  <a:gd name="connsiteX0" fmla="*/ 21050 w 42100"/>
                  <a:gd name="connsiteY0" fmla="*/ 0 h 105251"/>
                  <a:gd name="connsiteX1" fmla="*/ 42101 w 42100"/>
                  <a:gd name="connsiteY1" fmla="*/ 21050 h 105251"/>
                  <a:gd name="connsiteX2" fmla="*/ 42101 w 42100"/>
                  <a:gd name="connsiteY2" fmla="*/ 84201 h 105251"/>
                  <a:gd name="connsiteX3" fmla="*/ 21050 w 42100"/>
                  <a:gd name="connsiteY3" fmla="*/ 105251 h 105251"/>
                  <a:gd name="connsiteX4" fmla="*/ 21050 w 42100"/>
                  <a:gd name="connsiteY4" fmla="*/ 105251 h 105251"/>
                  <a:gd name="connsiteX5" fmla="*/ 0 w 42100"/>
                  <a:gd name="connsiteY5" fmla="*/ 84201 h 105251"/>
                  <a:gd name="connsiteX6" fmla="*/ 0 w 42100"/>
                  <a:gd name="connsiteY6" fmla="*/ 21050 h 105251"/>
                  <a:gd name="connsiteX7" fmla="*/ 21050 w 42100"/>
                  <a:gd name="connsiteY7" fmla="*/ 0 h 105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100" h="105251">
                    <a:moveTo>
                      <a:pt x="21050" y="0"/>
                    </a:moveTo>
                    <a:cubicBezTo>
                      <a:pt x="32676" y="0"/>
                      <a:pt x="42101" y="9425"/>
                      <a:pt x="42101" y="21050"/>
                    </a:cubicBezTo>
                    <a:lnTo>
                      <a:pt x="42101" y="84201"/>
                    </a:lnTo>
                    <a:cubicBezTo>
                      <a:pt x="42101" y="95827"/>
                      <a:pt x="32676" y="105251"/>
                      <a:pt x="21050" y="105251"/>
                    </a:cubicBezTo>
                    <a:lnTo>
                      <a:pt x="21050" y="105251"/>
                    </a:lnTo>
                    <a:cubicBezTo>
                      <a:pt x="9425" y="105251"/>
                      <a:pt x="0" y="95827"/>
                      <a:pt x="0" y="84201"/>
                    </a:cubicBezTo>
                    <a:lnTo>
                      <a:pt x="0" y="21050"/>
                    </a:lnTo>
                    <a:cubicBezTo>
                      <a:pt x="0" y="9425"/>
                      <a:pt x="9425" y="0"/>
                      <a:pt x="21050" y="0"/>
                    </a:cubicBezTo>
                    <a:close/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C70F9E4D-37A7-C630-B0F1-8EC15C7DEF0C}"/>
                  </a:ext>
                </a:extLst>
              </p:cNvPr>
              <p:cNvSpPr/>
              <p:nvPr/>
            </p:nvSpPr>
            <p:spPr>
              <a:xfrm>
                <a:off x="8715217" y="10489144"/>
                <a:ext cx="42100" cy="105251"/>
              </a:xfrm>
              <a:custGeom>
                <a:avLst/>
                <a:gdLst>
                  <a:gd name="connsiteX0" fmla="*/ 21050 w 42100"/>
                  <a:gd name="connsiteY0" fmla="*/ 0 h 105251"/>
                  <a:gd name="connsiteX1" fmla="*/ 42100 w 42100"/>
                  <a:gd name="connsiteY1" fmla="*/ 21050 h 105251"/>
                  <a:gd name="connsiteX2" fmla="*/ 42100 w 42100"/>
                  <a:gd name="connsiteY2" fmla="*/ 84201 h 105251"/>
                  <a:gd name="connsiteX3" fmla="*/ 21050 w 42100"/>
                  <a:gd name="connsiteY3" fmla="*/ 105251 h 105251"/>
                  <a:gd name="connsiteX4" fmla="*/ 21050 w 42100"/>
                  <a:gd name="connsiteY4" fmla="*/ 105251 h 105251"/>
                  <a:gd name="connsiteX5" fmla="*/ 0 w 42100"/>
                  <a:gd name="connsiteY5" fmla="*/ 84201 h 105251"/>
                  <a:gd name="connsiteX6" fmla="*/ 0 w 42100"/>
                  <a:gd name="connsiteY6" fmla="*/ 21050 h 105251"/>
                  <a:gd name="connsiteX7" fmla="*/ 21050 w 42100"/>
                  <a:gd name="connsiteY7" fmla="*/ 0 h 105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100" h="105251">
                    <a:moveTo>
                      <a:pt x="21050" y="0"/>
                    </a:moveTo>
                    <a:cubicBezTo>
                      <a:pt x="32676" y="0"/>
                      <a:pt x="42100" y="9425"/>
                      <a:pt x="42100" y="21050"/>
                    </a:cubicBezTo>
                    <a:lnTo>
                      <a:pt x="42100" y="84201"/>
                    </a:lnTo>
                    <a:cubicBezTo>
                      <a:pt x="42100" y="95827"/>
                      <a:pt x="32676" y="105251"/>
                      <a:pt x="21050" y="105251"/>
                    </a:cubicBezTo>
                    <a:lnTo>
                      <a:pt x="21050" y="105251"/>
                    </a:lnTo>
                    <a:cubicBezTo>
                      <a:pt x="9424" y="105251"/>
                      <a:pt x="0" y="95827"/>
                      <a:pt x="0" y="84201"/>
                    </a:cubicBezTo>
                    <a:lnTo>
                      <a:pt x="0" y="21050"/>
                    </a:lnTo>
                    <a:cubicBezTo>
                      <a:pt x="0" y="9425"/>
                      <a:pt x="9424" y="0"/>
                      <a:pt x="21050" y="0"/>
                    </a:cubicBezTo>
                    <a:close/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437F2571-ABB1-8C53-234B-16AE06659412}"/>
                  </a:ext>
                </a:extLst>
              </p:cNvPr>
              <p:cNvSpPr/>
              <p:nvPr/>
            </p:nvSpPr>
            <p:spPr>
              <a:xfrm>
                <a:off x="8821325" y="10489144"/>
                <a:ext cx="42100" cy="105251"/>
              </a:xfrm>
              <a:custGeom>
                <a:avLst/>
                <a:gdLst>
                  <a:gd name="connsiteX0" fmla="*/ 21050 w 42100"/>
                  <a:gd name="connsiteY0" fmla="*/ 0 h 105251"/>
                  <a:gd name="connsiteX1" fmla="*/ 42101 w 42100"/>
                  <a:gd name="connsiteY1" fmla="*/ 21050 h 105251"/>
                  <a:gd name="connsiteX2" fmla="*/ 42101 w 42100"/>
                  <a:gd name="connsiteY2" fmla="*/ 84201 h 105251"/>
                  <a:gd name="connsiteX3" fmla="*/ 21050 w 42100"/>
                  <a:gd name="connsiteY3" fmla="*/ 105251 h 105251"/>
                  <a:gd name="connsiteX4" fmla="*/ 21050 w 42100"/>
                  <a:gd name="connsiteY4" fmla="*/ 105251 h 105251"/>
                  <a:gd name="connsiteX5" fmla="*/ 0 w 42100"/>
                  <a:gd name="connsiteY5" fmla="*/ 84201 h 105251"/>
                  <a:gd name="connsiteX6" fmla="*/ 0 w 42100"/>
                  <a:gd name="connsiteY6" fmla="*/ 21050 h 105251"/>
                  <a:gd name="connsiteX7" fmla="*/ 21050 w 42100"/>
                  <a:gd name="connsiteY7" fmla="*/ 0 h 105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100" h="105251">
                    <a:moveTo>
                      <a:pt x="21050" y="0"/>
                    </a:moveTo>
                    <a:cubicBezTo>
                      <a:pt x="32676" y="0"/>
                      <a:pt x="42101" y="9425"/>
                      <a:pt x="42101" y="21050"/>
                    </a:cubicBezTo>
                    <a:lnTo>
                      <a:pt x="42101" y="84201"/>
                    </a:lnTo>
                    <a:cubicBezTo>
                      <a:pt x="42101" y="95827"/>
                      <a:pt x="32676" y="105251"/>
                      <a:pt x="21050" y="105251"/>
                    </a:cubicBezTo>
                    <a:lnTo>
                      <a:pt x="21050" y="105251"/>
                    </a:lnTo>
                    <a:cubicBezTo>
                      <a:pt x="9425" y="105251"/>
                      <a:pt x="0" y="95827"/>
                      <a:pt x="0" y="84201"/>
                    </a:cubicBezTo>
                    <a:lnTo>
                      <a:pt x="0" y="21050"/>
                    </a:lnTo>
                    <a:cubicBezTo>
                      <a:pt x="0" y="9425"/>
                      <a:pt x="9425" y="0"/>
                      <a:pt x="21050" y="0"/>
                    </a:cubicBezTo>
                    <a:close/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C4CA190C-4CDE-1E7B-62EB-41ECAD172B1F}"/>
                  </a:ext>
                </a:extLst>
              </p:cNvPr>
              <p:cNvSpPr/>
              <p:nvPr/>
            </p:nvSpPr>
            <p:spPr>
              <a:xfrm>
                <a:off x="8397272" y="10812708"/>
                <a:ext cx="467868" cy="9525"/>
              </a:xfrm>
              <a:custGeom>
                <a:avLst/>
                <a:gdLst>
                  <a:gd name="connsiteX0" fmla="*/ 0 w 467868"/>
                  <a:gd name="connsiteY0" fmla="*/ 0 h 9525"/>
                  <a:gd name="connsiteX1" fmla="*/ 467868 w 467868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67868" h="9525">
                    <a:moveTo>
                      <a:pt x="0" y="0"/>
                    </a:moveTo>
                    <a:lnTo>
                      <a:pt x="467868" y="0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0021490C-C368-46B4-C5DD-E43695769F06}"/>
                  </a:ext>
                </a:extLst>
              </p:cNvPr>
              <p:cNvSpPr/>
              <p:nvPr/>
            </p:nvSpPr>
            <p:spPr>
              <a:xfrm>
                <a:off x="8789321" y="10697551"/>
                <a:ext cx="9525" cy="61245"/>
              </a:xfrm>
              <a:custGeom>
                <a:avLst/>
                <a:gdLst>
                  <a:gd name="connsiteX0" fmla="*/ 0 w 9525"/>
                  <a:gd name="connsiteY0" fmla="*/ 0 h 61245"/>
                  <a:gd name="connsiteX1" fmla="*/ 0 w 9525"/>
                  <a:gd name="connsiteY1" fmla="*/ 61246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61245">
                    <a:moveTo>
                      <a:pt x="0" y="0"/>
                    </a:moveTo>
                    <a:lnTo>
                      <a:pt x="0" y="61246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63C6E347-D709-77FF-99F2-B9FD5FFC706C}"/>
                  </a:ext>
                </a:extLst>
              </p:cNvPr>
              <p:cNvSpPr/>
              <p:nvPr/>
            </p:nvSpPr>
            <p:spPr>
              <a:xfrm>
                <a:off x="8683213" y="10697551"/>
                <a:ext cx="9525" cy="61245"/>
              </a:xfrm>
              <a:custGeom>
                <a:avLst/>
                <a:gdLst>
                  <a:gd name="connsiteX0" fmla="*/ 0 w 9525"/>
                  <a:gd name="connsiteY0" fmla="*/ 0 h 61245"/>
                  <a:gd name="connsiteX1" fmla="*/ 0 w 9525"/>
                  <a:gd name="connsiteY1" fmla="*/ 61246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61245">
                    <a:moveTo>
                      <a:pt x="0" y="0"/>
                    </a:moveTo>
                    <a:lnTo>
                      <a:pt x="0" y="61246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234FC6A-75B6-7EA9-9684-51D51726A8AD}"/>
                  </a:ext>
                </a:extLst>
              </p:cNvPr>
              <p:cNvSpPr/>
              <p:nvPr/>
            </p:nvSpPr>
            <p:spPr>
              <a:xfrm>
                <a:off x="8577104" y="10697551"/>
                <a:ext cx="9525" cy="61245"/>
              </a:xfrm>
              <a:custGeom>
                <a:avLst/>
                <a:gdLst>
                  <a:gd name="connsiteX0" fmla="*/ 0 w 9525"/>
                  <a:gd name="connsiteY0" fmla="*/ 0 h 61245"/>
                  <a:gd name="connsiteX1" fmla="*/ 0 w 9525"/>
                  <a:gd name="connsiteY1" fmla="*/ 61246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61245">
                    <a:moveTo>
                      <a:pt x="0" y="0"/>
                    </a:moveTo>
                    <a:lnTo>
                      <a:pt x="0" y="61246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075490A6-6FE4-414E-E6A0-901969D08589}"/>
                  </a:ext>
                </a:extLst>
              </p:cNvPr>
              <p:cNvSpPr/>
              <p:nvPr/>
            </p:nvSpPr>
            <p:spPr>
              <a:xfrm>
                <a:off x="8470996" y="10697551"/>
                <a:ext cx="9525" cy="61245"/>
              </a:xfrm>
              <a:custGeom>
                <a:avLst/>
                <a:gdLst>
                  <a:gd name="connsiteX0" fmla="*/ 0 w 9525"/>
                  <a:gd name="connsiteY0" fmla="*/ 0 h 61245"/>
                  <a:gd name="connsiteX1" fmla="*/ 0 w 9525"/>
                  <a:gd name="connsiteY1" fmla="*/ 61246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61245">
                    <a:moveTo>
                      <a:pt x="0" y="0"/>
                    </a:moveTo>
                    <a:lnTo>
                      <a:pt x="0" y="61246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BB4B84D5-BD4A-7594-0042-20DD27D0FD9B}"/>
                  </a:ext>
                </a:extLst>
              </p:cNvPr>
              <p:cNvSpPr/>
              <p:nvPr/>
            </p:nvSpPr>
            <p:spPr>
              <a:xfrm>
                <a:off x="8789321" y="10871477"/>
                <a:ext cx="9525" cy="61245"/>
              </a:xfrm>
              <a:custGeom>
                <a:avLst/>
                <a:gdLst>
                  <a:gd name="connsiteX0" fmla="*/ 0 w 9525"/>
                  <a:gd name="connsiteY0" fmla="*/ 0 h 61245"/>
                  <a:gd name="connsiteX1" fmla="*/ 0 w 9525"/>
                  <a:gd name="connsiteY1" fmla="*/ 61246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61245">
                    <a:moveTo>
                      <a:pt x="0" y="0"/>
                    </a:moveTo>
                    <a:lnTo>
                      <a:pt x="0" y="61246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C45E8663-F7C4-C766-877E-7C4AA7D6A853}"/>
                  </a:ext>
                </a:extLst>
              </p:cNvPr>
              <p:cNvSpPr/>
              <p:nvPr/>
            </p:nvSpPr>
            <p:spPr>
              <a:xfrm>
                <a:off x="8683213" y="10871477"/>
                <a:ext cx="9525" cy="61245"/>
              </a:xfrm>
              <a:custGeom>
                <a:avLst/>
                <a:gdLst>
                  <a:gd name="connsiteX0" fmla="*/ 0 w 9525"/>
                  <a:gd name="connsiteY0" fmla="*/ 0 h 61245"/>
                  <a:gd name="connsiteX1" fmla="*/ 0 w 9525"/>
                  <a:gd name="connsiteY1" fmla="*/ 61246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61245">
                    <a:moveTo>
                      <a:pt x="0" y="0"/>
                    </a:moveTo>
                    <a:lnTo>
                      <a:pt x="0" y="61246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64918B47-9906-C387-43E2-208869808CDE}"/>
                  </a:ext>
                </a:extLst>
              </p:cNvPr>
              <p:cNvSpPr/>
              <p:nvPr/>
            </p:nvSpPr>
            <p:spPr>
              <a:xfrm>
                <a:off x="8577104" y="10871477"/>
                <a:ext cx="9525" cy="61245"/>
              </a:xfrm>
              <a:custGeom>
                <a:avLst/>
                <a:gdLst>
                  <a:gd name="connsiteX0" fmla="*/ 0 w 9525"/>
                  <a:gd name="connsiteY0" fmla="*/ 0 h 61245"/>
                  <a:gd name="connsiteX1" fmla="*/ 0 w 9525"/>
                  <a:gd name="connsiteY1" fmla="*/ 61246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61245">
                    <a:moveTo>
                      <a:pt x="0" y="0"/>
                    </a:moveTo>
                    <a:lnTo>
                      <a:pt x="0" y="61246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4" name="Полилиния: фигура 53">
                <a:extLst>
                  <a:ext uri="{FF2B5EF4-FFF2-40B4-BE49-F238E27FC236}">
                    <a16:creationId xmlns:a16="http://schemas.microsoft.com/office/drawing/2014/main" id="{B6113287-D7F8-4E4F-4D1D-54983D707674}"/>
                  </a:ext>
                </a:extLst>
              </p:cNvPr>
              <p:cNvSpPr/>
              <p:nvPr/>
            </p:nvSpPr>
            <p:spPr>
              <a:xfrm>
                <a:off x="8470996" y="10871477"/>
                <a:ext cx="9525" cy="61245"/>
              </a:xfrm>
              <a:custGeom>
                <a:avLst/>
                <a:gdLst>
                  <a:gd name="connsiteX0" fmla="*/ 0 w 9525"/>
                  <a:gd name="connsiteY0" fmla="*/ 0 h 61245"/>
                  <a:gd name="connsiteX1" fmla="*/ 0 w 9525"/>
                  <a:gd name="connsiteY1" fmla="*/ 61246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61245">
                    <a:moveTo>
                      <a:pt x="0" y="0"/>
                    </a:moveTo>
                    <a:lnTo>
                      <a:pt x="0" y="61246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9" name="Полилиния: фигура 88">
                <a:extLst>
                  <a:ext uri="{FF2B5EF4-FFF2-40B4-BE49-F238E27FC236}">
                    <a16:creationId xmlns:a16="http://schemas.microsoft.com/office/drawing/2014/main" id="{F033A63A-39B6-EA75-31D8-B6C28B04F20C}"/>
                  </a:ext>
                </a:extLst>
              </p:cNvPr>
              <p:cNvSpPr/>
              <p:nvPr/>
            </p:nvSpPr>
            <p:spPr>
              <a:xfrm>
                <a:off x="8651875" y="10538293"/>
                <a:ext cx="59626" cy="9525"/>
              </a:xfrm>
              <a:custGeom>
                <a:avLst/>
                <a:gdLst>
                  <a:gd name="connsiteX0" fmla="*/ 59627 w 59626"/>
                  <a:gd name="connsiteY0" fmla="*/ 0 h 9525"/>
                  <a:gd name="connsiteX1" fmla="*/ 0 w 5962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626" h="9525">
                    <a:moveTo>
                      <a:pt x="59627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0" name="Полилиния: фигура 89">
                <a:extLst>
                  <a:ext uri="{FF2B5EF4-FFF2-40B4-BE49-F238E27FC236}">
                    <a16:creationId xmlns:a16="http://schemas.microsoft.com/office/drawing/2014/main" id="{10B6EF65-7B63-59C2-1DFC-A0D474614621}"/>
                  </a:ext>
                </a:extLst>
              </p:cNvPr>
              <p:cNvSpPr/>
              <p:nvPr/>
            </p:nvSpPr>
            <p:spPr>
              <a:xfrm>
                <a:off x="8441182" y="10538293"/>
                <a:ext cx="59626" cy="9525"/>
              </a:xfrm>
              <a:custGeom>
                <a:avLst/>
                <a:gdLst>
                  <a:gd name="connsiteX0" fmla="*/ 59626 w 59626"/>
                  <a:gd name="connsiteY0" fmla="*/ 0 h 9525"/>
                  <a:gd name="connsiteX1" fmla="*/ 0 w 5962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626" h="9525">
                    <a:moveTo>
                      <a:pt x="59626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62611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02483DB-657E-443D-8C62-33F486B958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3" t="-1518" r="-917" b="-1557"/>
          <a:stretch>
            <a:fillRect/>
          </a:stretch>
        </p:blipFill>
        <p:spPr>
          <a:xfrm>
            <a:off x="567159" y="1688037"/>
            <a:ext cx="11989522" cy="8137001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2CB8C0B-71AC-4E12-9C88-6BB061C4D4BB}"/>
              </a:ext>
            </a:extLst>
          </p:cNvPr>
          <p:cNvSpPr/>
          <p:nvPr/>
        </p:nvSpPr>
        <p:spPr>
          <a:xfrm>
            <a:off x="11015472" y="5925910"/>
            <a:ext cx="273676" cy="2736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1B8AC0B-83F8-458F-B094-49DC9F20883F}"/>
              </a:ext>
            </a:extLst>
          </p:cNvPr>
          <p:cNvSpPr/>
          <p:nvPr/>
        </p:nvSpPr>
        <p:spPr>
          <a:xfrm>
            <a:off x="10692630" y="5931977"/>
            <a:ext cx="273676" cy="2736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E80EF5C-6C6A-4FCE-92C4-BF523140E043}"/>
              </a:ext>
            </a:extLst>
          </p:cNvPr>
          <p:cNvSpPr/>
          <p:nvPr/>
        </p:nvSpPr>
        <p:spPr>
          <a:xfrm>
            <a:off x="7514625" y="5920976"/>
            <a:ext cx="273676" cy="2736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4538D2C-D4F4-470C-B45D-BB5392C102BF}"/>
              </a:ext>
            </a:extLst>
          </p:cNvPr>
          <p:cNvSpPr/>
          <p:nvPr/>
        </p:nvSpPr>
        <p:spPr>
          <a:xfrm>
            <a:off x="7258133" y="5114921"/>
            <a:ext cx="121476" cy="1084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F23B476-B9E6-4B59-87A7-6A253F0DF261}"/>
              </a:ext>
            </a:extLst>
          </p:cNvPr>
          <p:cNvSpPr/>
          <p:nvPr/>
        </p:nvSpPr>
        <p:spPr>
          <a:xfrm>
            <a:off x="12882058" y="1443933"/>
            <a:ext cx="5177486" cy="7148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defTabSz="456880">
              <a:spcBef>
                <a:spcPts val="2400"/>
              </a:spcBef>
            </a:pPr>
            <a:r>
              <a:rPr lang="en-US" sz="40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ITIL</a:t>
            </a:r>
            <a:r>
              <a:rPr lang="ru-RU" sz="40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40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ITSM</a:t>
            </a:r>
            <a:r>
              <a:rPr lang="ru-RU" sz="40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40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COBIT</a:t>
            </a:r>
            <a:endParaRPr lang="ru-RU" sz="4000" b="1" dirty="0">
              <a:solidFill>
                <a:srgbClr val="006E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2000" indent="-324000" defTabSz="456880">
              <a:spcBef>
                <a:spcPts val="6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</a:rPr>
              <a:t>Управление каталогом услуг</a:t>
            </a:r>
          </a:p>
          <a:p>
            <a:pPr marL="612000" indent="-324000" defTabSz="456880">
              <a:spcBef>
                <a:spcPts val="6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</a:rPr>
              <a:t>Управление ИТ-обращениями</a:t>
            </a:r>
          </a:p>
          <a:p>
            <a:pPr marL="612000" indent="-324000" defTabSz="456880">
              <a:spcBef>
                <a:spcPts val="6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</a:rPr>
              <a:t>Управление изменениями в ИС</a:t>
            </a:r>
          </a:p>
          <a:p>
            <a:pPr marL="612000" indent="-324000" defTabSz="456880">
              <a:spcBef>
                <a:spcPts val="6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</a:rPr>
              <a:t>Управление изменениями </a:t>
            </a:r>
            <a:br>
              <a:rPr lang="ru-RU" sz="2200" dirty="0">
                <a:solidFill>
                  <a:schemeClr val="tx1"/>
                </a:solidFill>
              </a:rPr>
            </a:br>
            <a:r>
              <a:rPr lang="ru-RU" sz="2200" dirty="0">
                <a:solidFill>
                  <a:schemeClr val="tx1"/>
                </a:solidFill>
              </a:rPr>
              <a:t>в ИТ-инфраструктуре</a:t>
            </a:r>
          </a:p>
          <a:p>
            <a:pPr marL="612000" indent="-324000" defTabSz="456880">
              <a:spcBef>
                <a:spcPts val="6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</a:rPr>
              <a:t>Управление изменениями </a:t>
            </a:r>
            <a:br>
              <a:rPr lang="ru-RU" sz="2200" dirty="0">
                <a:solidFill>
                  <a:schemeClr val="tx1"/>
                </a:solidFill>
              </a:rPr>
            </a:br>
            <a:r>
              <a:rPr lang="ru-RU" sz="2200" dirty="0">
                <a:solidFill>
                  <a:schemeClr val="tx1"/>
                </a:solidFill>
              </a:rPr>
              <a:t>в проектах</a:t>
            </a:r>
          </a:p>
          <a:p>
            <a:pPr marL="612000" indent="-324000" defTabSz="456880">
              <a:spcBef>
                <a:spcPts val="6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</a:rPr>
              <a:t>Управление значительными инцидентами</a:t>
            </a:r>
          </a:p>
          <a:p>
            <a:pPr marL="612000" indent="-324000" defTabSz="456880">
              <a:spcBef>
                <a:spcPts val="6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</a:rPr>
              <a:t>Управление данными</a:t>
            </a:r>
          </a:p>
          <a:p>
            <a:pPr marL="612000" indent="-324000" defTabSz="456880">
              <a:spcBef>
                <a:spcPts val="6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</a:rPr>
              <a:t>Управление доступностью </a:t>
            </a:r>
            <a:br>
              <a:rPr lang="ru-RU" sz="2200" dirty="0">
                <a:solidFill>
                  <a:schemeClr val="tx1"/>
                </a:solidFill>
              </a:rPr>
            </a:br>
            <a:r>
              <a:rPr lang="ru-RU" sz="2200" dirty="0">
                <a:solidFill>
                  <a:schemeClr val="tx1"/>
                </a:solidFill>
              </a:rPr>
              <a:t>и непрерывностью инфраструктуры</a:t>
            </a:r>
          </a:p>
          <a:p>
            <a:pPr marL="612000" indent="-324000" defTabSz="45688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ru-RU" sz="2200" dirty="0">
              <a:solidFill>
                <a:srgbClr val="006EBE"/>
              </a:solidFill>
            </a:endParaRPr>
          </a:p>
          <a:p>
            <a:pPr marL="612000" indent="-324000" defTabSz="456880">
              <a:spcBef>
                <a:spcPts val="6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</a:rPr>
              <a:t>Стандарты по АРМам, ЦОДам, кроссовым, телекоммуникационным </a:t>
            </a:r>
            <a:br>
              <a:rPr lang="ru-RU" sz="2200" dirty="0">
                <a:solidFill>
                  <a:schemeClr val="tx1"/>
                </a:solidFill>
              </a:rPr>
            </a:br>
            <a:r>
              <a:rPr lang="ru-RU" sz="2200" dirty="0">
                <a:solidFill>
                  <a:schemeClr val="tx1"/>
                </a:solidFill>
              </a:rPr>
              <a:t>и переговорным комнатам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73525A-8A00-3BFF-357C-0A2A80F0BE1D}"/>
              </a:ext>
            </a:extLst>
          </p:cNvPr>
          <p:cNvSpPr txBox="1"/>
          <p:nvPr/>
        </p:nvSpPr>
        <p:spPr>
          <a:xfrm>
            <a:off x="390927" y="274517"/>
            <a:ext cx="15555944" cy="830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6880"/>
            <a:r>
              <a:rPr lang="ru-RU" sz="45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Стандартизация, регламентация, автоматизация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9E99BC3-1704-4049-823E-34B73529B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77142" y="9370893"/>
            <a:ext cx="3497742" cy="74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03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5A0604-0241-C3EA-AD9B-820A8E23775D}"/>
              </a:ext>
            </a:extLst>
          </p:cNvPr>
          <p:cNvSpPr/>
          <p:nvPr/>
        </p:nvSpPr>
        <p:spPr>
          <a:xfrm>
            <a:off x="0" y="0"/>
            <a:ext cx="5974341" cy="102885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noProof="0" dirty="0">
              <a:solidFill>
                <a:schemeClr val="bg1"/>
              </a:solidFill>
            </a:endParaRPr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180D9D4A-A0EE-0EA6-E870-DDA1CF78E129}"/>
              </a:ext>
            </a:extLst>
          </p:cNvPr>
          <p:cNvSpPr/>
          <p:nvPr/>
        </p:nvSpPr>
        <p:spPr>
          <a:xfrm>
            <a:off x="12993223" y="-602027"/>
            <a:ext cx="3367912" cy="3500288"/>
          </a:xfrm>
          <a:custGeom>
            <a:avLst/>
            <a:gdLst>
              <a:gd name="connsiteX0" fmla="*/ 2016146 w 3367912"/>
              <a:gd name="connsiteY0" fmla="*/ 0 h 3500288"/>
              <a:gd name="connsiteX1" fmla="*/ 3367912 w 3367912"/>
              <a:gd name="connsiteY1" fmla="*/ 0 h 3500288"/>
              <a:gd name="connsiteX2" fmla="*/ 1351765 w 3367912"/>
              <a:gd name="connsiteY2" fmla="*/ 3500288 h 3500288"/>
              <a:gd name="connsiteX3" fmla="*/ 0 w 3367912"/>
              <a:gd name="connsiteY3" fmla="*/ 3500288 h 350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7912" h="3500288">
                <a:moveTo>
                  <a:pt x="2016146" y="0"/>
                </a:moveTo>
                <a:lnTo>
                  <a:pt x="3367912" y="0"/>
                </a:lnTo>
                <a:lnTo>
                  <a:pt x="1351765" y="3500288"/>
                </a:lnTo>
                <a:lnTo>
                  <a:pt x="0" y="3500288"/>
                </a:lnTo>
                <a:close/>
              </a:path>
            </a:pathLst>
          </a:custGeom>
          <a:solidFill>
            <a:srgbClr val="006EBE">
              <a:alpha val="8000"/>
            </a:srgbClr>
          </a:solidFill>
          <a:ln w="153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noProof="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6F64DE-4B1F-7C27-BB1C-26D863FD370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4179" y="4567007"/>
            <a:ext cx="3805982" cy="3805982"/>
          </a:xfrm>
          <a:prstGeom prst="ellipse">
            <a:avLst/>
          </a:prstGeom>
          <a:solidFill>
            <a:schemeClr val="bg1"/>
          </a:solidFill>
        </p:spPr>
      </p:pic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7A0687F1-8F83-E7F1-7252-E91CC59CBD0E}"/>
              </a:ext>
            </a:extLst>
          </p:cNvPr>
          <p:cNvGrpSpPr/>
          <p:nvPr/>
        </p:nvGrpSpPr>
        <p:grpSpPr>
          <a:xfrm>
            <a:off x="14794375" y="9284104"/>
            <a:ext cx="3261376" cy="630384"/>
            <a:chOff x="14794375" y="9284104"/>
            <a:chExt cx="3261376" cy="63038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6BF2B3DB-3B4C-E7D6-233D-5236362FE5AB}"/>
                </a:ext>
              </a:extLst>
            </p:cNvPr>
            <p:cNvSpPr/>
            <p:nvPr/>
          </p:nvSpPr>
          <p:spPr>
            <a:xfrm>
              <a:off x="17927895" y="9786632"/>
              <a:ext cx="127856" cy="127856"/>
            </a:xfrm>
            <a:prstGeom prst="rect">
              <a:avLst/>
            </a:prstGeom>
            <a:solidFill>
              <a:srgbClr val="438FEB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noProof="0" dirty="0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9ED4848B-6089-E162-F00F-DFB7577F5836}"/>
                </a:ext>
              </a:extLst>
            </p:cNvPr>
            <p:cNvSpPr/>
            <p:nvPr/>
          </p:nvSpPr>
          <p:spPr>
            <a:xfrm>
              <a:off x="17405670" y="9786632"/>
              <a:ext cx="127856" cy="127856"/>
            </a:xfrm>
            <a:prstGeom prst="rect">
              <a:avLst/>
            </a:prstGeom>
            <a:solidFill>
              <a:srgbClr val="438FEB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noProof="0" dirty="0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72CC2F5A-FFAD-59AA-8D53-1D9B80CB5DEB}"/>
                </a:ext>
              </a:extLst>
            </p:cNvPr>
            <p:cNvSpPr/>
            <p:nvPr/>
          </p:nvSpPr>
          <p:spPr>
            <a:xfrm>
              <a:off x="16883360" y="9786632"/>
              <a:ext cx="127856" cy="127856"/>
            </a:xfrm>
            <a:prstGeom prst="rect">
              <a:avLst/>
            </a:prstGeom>
            <a:solidFill>
              <a:srgbClr val="438FEB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noProof="0" dirty="0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DA071C18-B811-329A-6B47-DD5FE4CE3142}"/>
                </a:ext>
              </a:extLst>
            </p:cNvPr>
            <p:cNvSpPr/>
            <p:nvPr/>
          </p:nvSpPr>
          <p:spPr>
            <a:xfrm>
              <a:off x="16361135" y="9786632"/>
              <a:ext cx="127856" cy="127856"/>
            </a:xfrm>
            <a:prstGeom prst="rect">
              <a:avLst/>
            </a:prstGeom>
            <a:solidFill>
              <a:srgbClr val="438FEB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noProof="0" dirty="0"/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97D928C1-8783-79D5-9803-7A3F33E7A079}"/>
                </a:ext>
              </a:extLst>
            </p:cNvPr>
            <p:cNvSpPr/>
            <p:nvPr/>
          </p:nvSpPr>
          <p:spPr>
            <a:xfrm>
              <a:off x="15838910" y="9786632"/>
              <a:ext cx="127856" cy="127856"/>
            </a:xfrm>
            <a:prstGeom prst="rect">
              <a:avLst/>
            </a:prstGeom>
            <a:solidFill>
              <a:srgbClr val="438FEB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noProof="0" dirty="0"/>
            </a:p>
          </p:txBody>
        </p:sp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id="{3A2588EF-FDB2-05FB-6EB8-0BAA215C8AD1}"/>
                </a:ext>
              </a:extLst>
            </p:cNvPr>
            <p:cNvSpPr/>
            <p:nvPr/>
          </p:nvSpPr>
          <p:spPr>
            <a:xfrm>
              <a:off x="15316686" y="9786545"/>
              <a:ext cx="127856" cy="127856"/>
            </a:xfrm>
            <a:prstGeom prst="rect">
              <a:avLst/>
            </a:prstGeom>
            <a:solidFill>
              <a:srgbClr val="438FEB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noProof="0" dirty="0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id="{C09AEF6D-F3C0-B2CE-5E59-5F141DC75216}"/>
                </a:ext>
              </a:extLst>
            </p:cNvPr>
            <p:cNvSpPr/>
            <p:nvPr/>
          </p:nvSpPr>
          <p:spPr>
            <a:xfrm>
              <a:off x="14794375" y="9786632"/>
              <a:ext cx="127856" cy="127856"/>
            </a:xfrm>
            <a:prstGeom prst="rect">
              <a:avLst/>
            </a:prstGeom>
            <a:solidFill>
              <a:srgbClr val="438FEB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noProof="0" dirty="0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9C275559-A594-6609-6884-23663D20009A}"/>
                </a:ext>
              </a:extLst>
            </p:cNvPr>
            <p:cNvSpPr/>
            <p:nvPr/>
          </p:nvSpPr>
          <p:spPr>
            <a:xfrm>
              <a:off x="17927895" y="9284105"/>
              <a:ext cx="127856" cy="127856"/>
            </a:xfrm>
            <a:prstGeom prst="rect">
              <a:avLst/>
            </a:prstGeom>
            <a:solidFill>
              <a:srgbClr val="438FEB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noProof="0" dirty="0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014257FE-57D5-296F-9DAA-7F95F834CEDF}"/>
                </a:ext>
              </a:extLst>
            </p:cNvPr>
            <p:cNvSpPr/>
            <p:nvPr/>
          </p:nvSpPr>
          <p:spPr>
            <a:xfrm>
              <a:off x="17405670" y="9284105"/>
              <a:ext cx="127856" cy="127856"/>
            </a:xfrm>
            <a:prstGeom prst="rect">
              <a:avLst/>
            </a:prstGeom>
            <a:solidFill>
              <a:srgbClr val="438FEB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noProof="0" dirty="0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CE220409-BB4C-473E-B054-77040F362D89}"/>
                </a:ext>
              </a:extLst>
            </p:cNvPr>
            <p:cNvSpPr/>
            <p:nvPr/>
          </p:nvSpPr>
          <p:spPr>
            <a:xfrm>
              <a:off x="16883446" y="9284104"/>
              <a:ext cx="127856" cy="127856"/>
            </a:xfrm>
            <a:prstGeom prst="rect">
              <a:avLst/>
            </a:prstGeom>
            <a:solidFill>
              <a:srgbClr val="438FEB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noProof="0" dirty="0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7B78DEC2-6877-E258-5720-4434A52D7712}"/>
                </a:ext>
              </a:extLst>
            </p:cNvPr>
            <p:cNvSpPr/>
            <p:nvPr/>
          </p:nvSpPr>
          <p:spPr>
            <a:xfrm>
              <a:off x="16361135" y="9284105"/>
              <a:ext cx="127856" cy="127856"/>
            </a:xfrm>
            <a:prstGeom prst="rect">
              <a:avLst/>
            </a:prstGeom>
            <a:solidFill>
              <a:srgbClr val="438FEB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noProof="0" dirty="0"/>
            </a:p>
          </p:txBody>
        </p:sp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id="{2302E62B-B1FF-770C-CBD9-7820773097D9}"/>
                </a:ext>
              </a:extLst>
            </p:cNvPr>
            <p:cNvSpPr/>
            <p:nvPr/>
          </p:nvSpPr>
          <p:spPr>
            <a:xfrm>
              <a:off x="15838926" y="9284177"/>
              <a:ext cx="127856" cy="127856"/>
            </a:xfrm>
            <a:prstGeom prst="rect">
              <a:avLst/>
            </a:prstGeom>
            <a:solidFill>
              <a:srgbClr val="438FEB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noProof="0" dirty="0"/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E2D4BB6D-44A4-EA3F-8B1F-D567BC995CD6}"/>
                </a:ext>
              </a:extLst>
            </p:cNvPr>
            <p:cNvSpPr/>
            <p:nvPr/>
          </p:nvSpPr>
          <p:spPr>
            <a:xfrm>
              <a:off x="15316599" y="9284105"/>
              <a:ext cx="127856" cy="127856"/>
            </a:xfrm>
            <a:prstGeom prst="rect">
              <a:avLst/>
            </a:prstGeom>
            <a:solidFill>
              <a:srgbClr val="438FEB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noProof="0" dirty="0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9F694763-DF28-2681-C87F-B7FEC2A3109F}"/>
                </a:ext>
              </a:extLst>
            </p:cNvPr>
            <p:cNvSpPr/>
            <p:nvPr/>
          </p:nvSpPr>
          <p:spPr>
            <a:xfrm>
              <a:off x="14794375" y="9284105"/>
              <a:ext cx="127856" cy="127856"/>
            </a:xfrm>
            <a:prstGeom prst="rect">
              <a:avLst/>
            </a:prstGeom>
            <a:solidFill>
              <a:srgbClr val="438FEB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noProof="0" dirty="0"/>
            </a:p>
          </p:txBody>
        </p:sp>
      </p:grpSp>
      <p:sp>
        <p:nvSpPr>
          <p:cNvPr id="46" name="Овал 45">
            <a:extLst>
              <a:ext uri="{FF2B5EF4-FFF2-40B4-BE49-F238E27FC236}">
                <a16:creationId xmlns:a16="http://schemas.microsoft.com/office/drawing/2014/main" id="{BA93DA6D-5EA0-CD34-4A52-9347B733012D}"/>
              </a:ext>
            </a:extLst>
          </p:cNvPr>
          <p:cNvSpPr/>
          <p:nvPr/>
        </p:nvSpPr>
        <p:spPr>
          <a:xfrm>
            <a:off x="4870324" y="8404338"/>
            <a:ext cx="2496154" cy="2496436"/>
          </a:xfrm>
          <a:prstGeom prst="ellipse">
            <a:avLst/>
          </a:prstGeom>
          <a:noFill/>
          <a:ln w="206375">
            <a:solidFill>
              <a:schemeClr val="bg1">
                <a:alpha val="3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noProof="0" dirty="0"/>
          </a:p>
        </p:txBody>
      </p:sp>
      <p:pic>
        <p:nvPicPr>
          <p:cNvPr id="47" name="Image 6" descr="preencoded.png">
            <a:extLst>
              <a:ext uri="{FF2B5EF4-FFF2-40B4-BE49-F238E27FC236}">
                <a16:creationId xmlns:a16="http://schemas.microsoft.com/office/drawing/2014/main" id="{97F18326-5627-CB2F-CB20-C242EC3294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6667"/>
          <a:stretch/>
        </p:blipFill>
        <p:spPr>
          <a:xfrm>
            <a:off x="530197" y="8405073"/>
            <a:ext cx="4191647" cy="1047911"/>
          </a:xfrm>
          <a:prstGeom prst="rect">
            <a:avLst/>
          </a:prstGeom>
        </p:spPr>
      </p:pic>
      <p:sp>
        <p:nvSpPr>
          <p:cNvPr id="49" name="Text 17">
            <a:extLst>
              <a:ext uri="{FF2B5EF4-FFF2-40B4-BE49-F238E27FC236}">
                <a16:creationId xmlns:a16="http://schemas.microsoft.com/office/drawing/2014/main" id="{86429DF5-224F-F0C3-7FDC-B001FC2DAF71}"/>
              </a:ext>
            </a:extLst>
          </p:cNvPr>
          <p:cNvSpPr/>
          <p:nvPr/>
        </p:nvSpPr>
        <p:spPr>
          <a:xfrm>
            <a:off x="1082733" y="8988783"/>
            <a:ext cx="3839167" cy="295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776"/>
              </a:lnSpc>
            </a:pPr>
            <a:r>
              <a:rPr lang="ru-RU" sz="2400" noProof="0" dirty="0">
                <a:solidFill>
                  <a:schemeClr val="bg1"/>
                </a:solidFill>
                <a:latin typeface="Arial Regular" pitchFamily="34" charset="0"/>
                <a:ea typeface="Arial Regular" pitchFamily="34" charset="-122"/>
              </a:rPr>
              <a:t>help@ranepa.ru</a:t>
            </a:r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FE12C9EC-19EB-604D-6052-B1EB5EB9DEC6}"/>
              </a:ext>
            </a:extLst>
          </p:cNvPr>
          <p:cNvSpPr/>
          <p:nvPr/>
        </p:nvSpPr>
        <p:spPr>
          <a:xfrm>
            <a:off x="7020532" y="3493789"/>
            <a:ext cx="10540968" cy="201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69" indent="-342969">
              <a:spcBef>
                <a:spcPts val="600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b="1" noProof="0" dirty="0">
                <a:solidFill>
                  <a:srgbClr val="0070C0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Трудоустроен </a:t>
            </a:r>
            <a:r>
              <a:rPr lang="ru-RU" sz="2400" noProof="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21.05.2025</a:t>
            </a:r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1188A870-FC38-BE2C-D153-F12BCF6A9CA9}"/>
              </a:ext>
            </a:extLst>
          </p:cNvPr>
          <p:cNvSpPr/>
          <p:nvPr/>
        </p:nvSpPr>
        <p:spPr>
          <a:xfrm>
            <a:off x="6627825" y="2827207"/>
            <a:ext cx="11454065" cy="476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3600" b="1" noProof="0" dirty="0">
                <a:solidFill>
                  <a:srgbClr val="006EBE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Опыт работы</a:t>
            </a:r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4E5AD945-0F32-7B0D-AB26-D807F40C4868}"/>
              </a:ext>
            </a:extLst>
          </p:cNvPr>
          <p:cNvSpPr/>
          <p:nvPr/>
        </p:nvSpPr>
        <p:spPr>
          <a:xfrm>
            <a:off x="7020532" y="5051595"/>
            <a:ext cx="10413026" cy="1188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69" indent="-342969">
              <a:spcBef>
                <a:spcPts val="600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noProof="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Обучен на корпоративных данных и исторических обращениях</a:t>
            </a:r>
          </a:p>
          <a:p>
            <a:pPr marL="342969" indent="-342969">
              <a:spcBef>
                <a:spcPts val="600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noProof="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Постоянно совершенствуется с помощью машинного обучения</a:t>
            </a:r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33CE6AC5-C5E1-B6F3-27D7-E904C9EE1F7F}"/>
              </a:ext>
            </a:extLst>
          </p:cNvPr>
          <p:cNvSpPr/>
          <p:nvPr/>
        </p:nvSpPr>
        <p:spPr>
          <a:xfrm>
            <a:off x="6627825" y="4342432"/>
            <a:ext cx="11454065" cy="476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3600" b="1" noProof="0" dirty="0">
                <a:solidFill>
                  <a:srgbClr val="006EBE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Образование</a:t>
            </a:r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481D5CFE-EA88-5E34-285A-EE3F195E6730}"/>
              </a:ext>
            </a:extLst>
          </p:cNvPr>
          <p:cNvSpPr/>
          <p:nvPr/>
        </p:nvSpPr>
        <p:spPr>
          <a:xfrm>
            <a:off x="7020532" y="6946996"/>
            <a:ext cx="10413026" cy="249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69" indent="-342969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b="1" noProof="0" dirty="0">
                <a:solidFill>
                  <a:srgbClr val="0070C0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Автоматическая обработка </a:t>
            </a:r>
            <a:r>
              <a:rPr lang="ru-RU" sz="2400" noProof="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входящих писем </a:t>
            </a:r>
          </a:p>
          <a:p>
            <a:pPr marL="342969" indent="-342969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b="1" noProof="0" dirty="0">
                <a:solidFill>
                  <a:srgbClr val="0070C0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Регистрация и классификация </a:t>
            </a:r>
            <a:r>
              <a:rPr lang="ru-RU" sz="2400" noProof="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обращения в ITSM-системе</a:t>
            </a:r>
          </a:p>
          <a:p>
            <a:pPr marL="342969" indent="-342969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b="1" noProof="0" dirty="0">
                <a:solidFill>
                  <a:srgbClr val="0070C0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Маршрутизация заявок </a:t>
            </a:r>
            <a:r>
              <a:rPr lang="ru-RU" sz="2400" noProof="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с учетом типа услуги и группы исполнителей</a:t>
            </a:r>
          </a:p>
          <a:p>
            <a:pPr marL="342969" indent="-342969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b="1" noProof="0" dirty="0">
                <a:solidFill>
                  <a:srgbClr val="0070C0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Обучение на ошибках </a:t>
            </a:r>
            <a:r>
              <a:rPr lang="ru-RU" sz="2400" noProof="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– улучшает точность с каждым обработанным обращением</a:t>
            </a:r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5C45E76F-145D-C565-91C0-6FFE04F2ACF9}"/>
              </a:ext>
            </a:extLst>
          </p:cNvPr>
          <p:cNvSpPr/>
          <p:nvPr/>
        </p:nvSpPr>
        <p:spPr>
          <a:xfrm>
            <a:off x="6627825" y="6268201"/>
            <a:ext cx="11454065" cy="476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3600" b="1" noProof="0" dirty="0">
                <a:solidFill>
                  <a:srgbClr val="006EBE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Дополнительные обязанности</a:t>
            </a:r>
          </a:p>
        </p:txBody>
      </p:sp>
      <p:sp>
        <p:nvSpPr>
          <p:cNvPr id="56" name="Параллелограмм 55">
            <a:extLst>
              <a:ext uri="{FF2B5EF4-FFF2-40B4-BE49-F238E27FC236}">
                <a16:creationId xmlns:a16="http://schemas.microsoft.com/office/drawing/2014/main" id="{352D9249-B8E1-62D0-EBFC-3A4444704957}"/>
              </a:ext>
            </a:extLst>
          </p:cNvPr>
          <p:cNvSpPr/>
          <p:nvPr/>
        </p:nvSpPr>
        <p:spPr>
          <a:xfrm>
            <a:off x="5972117" y="1407734"/>
            <a:ext cx="5116552" cy="1127348"/>
          </a:xfrm>
          <a:prstGeom prst="parallelogram">
            <a:avLst>
              <a:gd name="adj" fmla="val 0"/>
            </a:avLst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96"/>
            <a:endParaRPr lang="ru-RU" sz="150" noProof="0" dirty="0">
              <a:solidFill>
                <a:prstClr val="white"/>
              </a:solidFill>
              <a:latin typeface="Arial" panose="020B0604020202020204"/>
            </a:endParaRPr>
          </a:p>
        </p:txBody>
      </p:sp>
      <p:sp>
        <p:nvSpPr>
          <p:cNvPr id="57" name="Google Shape;264;p2">
            <a:extLst>
              <a:ext uri="{FF2B5EF4-FFF2-40B4-BE49-F238E27FC236}">
                <a16:creationId xmlns:a16="http://schemas.microsoft.com/office/drawing/2014/main" id="{64C39893-3F9F-9114-1D59-A2AE2A4DE4D8}"/>
              </a:ext>
            </a:extLst>
          </p:cNvPr>
          <p:cNvSpPr/>
          <p:nvPr/>
        </p:nvSpPr>
        <p:spPr>
          <a:xfrm>
            <a:off x="6483973" y="1656160"/>
            <a:ext cx="3876474" cy="630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075" tIns="68518" rIns="137075" bIns="68518" anchor="t" anchorCtr="0">
            <a:spAutoFit/>
          </a:bodyPr>
          <a:lstStyle/>
          <a:p>
            <a:pPr>
              <a:buClr>
                <a:schemeClr val="bg1"/>
              </a:buClr>
              <a:buSzPct val="100000"/>
            </a:pPr>
            <a:r>
              <a:rPr lang="ru-RU" sz="3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Точность </a:t>
            </a:r>
            <a:r>
              <a:rPr lang="en-US" sz="3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&gt;</a:t>
            </a:r>
            <a:r>
              <a:rPr lang="ru-RU" sz="3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80%</a:t>
            </a:r>
            <a:endParaRPr lang="ru-RU" sz="32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5" name="object 3365">
            <a:extLst>
              <a:ext uri="{FF2B5EF4-FFF2-40B4-BE49-F238E27FC236}">
                <a16:creationId xmlns:a16="http://schemas.microsoft.com/office/drawing/2014/main" id="{C06784F9-B3F9-C876-BAD9-DA047BF16F14}"/>
              </a:ext>
            </a:extLst>
          </p:cNvPr>
          <p:cNvSpPr txBox="1">
            <a:spLocks/>
          </p:cNvSpPr>
          <p:nvPr/>
        </p:nvSpPr>
        <p:spPr>
          <a:xfrm>
            <a:off x="417276" y="2126911"/>
            <a:ext cx="7280857" cy="7002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defPPr>
              <a:defRPr lang="en-US"/>
            </a:defPPr>
            <a:lvl1pPr defTabSz="1371783">
              <a:lnSpc>
                <a:spcPct val="100000"/>
              </a:lnSpc>
              <a:spcBef>
                <a:spcPts val="3600"/>
              </a:spcBef>
              <a:buNone/>
              <a:defRPr sz="4500" b="1">
                <a:solidFill>
                  <a:schemeClr val="bg1"/>
                </a:solidFill>
                <a:latin typeface="+mj-lt"/>
                <a:ea typeface="PT Root UI Bold" panose="020B0603020202020204" pitchFamily="34" charset="-52"/>
                <a:cs typeface="Arial" panose="020B0604020202020204" pitchFamily="34" charset="0"/>
              </a:defRPr>
            </a:lvl1pPr>
          </a:lstStyle>
          <a:p>
            <a:pPr>
              <a:spcBef>
                <a:spcPts val="3000"/>
              </a:spcBef>
            </a:pPr>
            <a:r>
              <a:rPr lang="ru-RU" sz="3600" noProof="0" dirty="0"/>
              <a:t>Искусственный</a:t>
            </a:r>
            <a:br>
              <a:rPr lang="ru-RU" sz="3600" noProof="0" dirty="0"/>
            </a:br>
            <a:r>
              <a:rPr lang="ru-RU" sz="3600" noProof="0" dirty="0"/>
              <a:t>интеллект Артур</a:t>
            </a:r>
          </a:p>
        </p:txBody>
      </p:sp>
      <p:sp>
        <p:nvSpPr>
          <p:cNvPr id="76" name="object 3365">
            <a:extLst>
              <a:ext uri="{FF2B5EF4-FFF2-40B4-BE49-F238E27FC236}">
                <a16:creationId xmlns:a16="http://schemas.microsoft.com/office/drawing/2014/main" id="{3101B789-A78B-AA13-E76C-587101B6D8F8}"/>
              </a:ext>
            </a:extLst>
          </p:cNvPr>
          <p:cNvSpPr txBox="1">
            <a:spLocks/>
          </p:cNvSpPr>
          <p:nvPr/>
        </p:nvSpPr>
        <p:spPr>
          <a:xfrm>
            <a:off x="413068" y="3368054"/>
            <a:ext cx="7280857" cy="7002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defPPr>
              <a:defRPr lang="en-US"/>
            </a:defPPr>
            <a:lvl1pPr defTabSz="1371783">
              <a:lnSpc>
                <a:spcPct val="100000"/>
              </a:lnSpc>
              <a:spcBef>
                <a:spcPts val="3600"/>
              </a:spcBef>
              <a:buNone/>
              <a:defRPr sz="4500" b="1">
                <a:solidFill>
                  <a:schemeClr val="bg1"/>
                </a:solidFill>
                <a:latin typeface="+mj-lt"/>
                <a:ea typeface="PT Root UI Bold" panose="020B0603020202020204" pitchFamily="34" charset="-52"/>
                <a:cs typeface="Arial" panose="020B0604020202020204" pitchFamily="34" charset="0"/>
              </a:defRPr>
            </a:lvl1pPr>
          </a:lstStyle>
          <a:p>
            <a:pPr>
              <a:spcBef>
                <a:spcPts val="3000"/>
              </a:spcBef>
            </a:pPr>
            <a:r>
              <a:rPr lang="ru-RU" sz="2400" b="0" noProof="0" dirty="0"/>
              <a:t>Цифровой сотрудник</a:t>
            </a:r>
            <a:br>
              <a:rPr lang="ru-RU" sz="2400" b="0" noProof="0" dirty="0"/>
            </a:br>
            <a:r>
              <a:rPr lang="ru-RU" sz="2400" b="0" noProof="0" dirty="0"/>
              <a:t>отдела технической поддержки</a:t>
            </a: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0F5F3BD5-CB40-B425-1853-BD96FCACEC9D}"/>
              </a:ext>
            </a:extLst>
          </p:cNvPr>
          <p:cNvSpPr/>
          <p:nvPr/>
        </p:nvSpPr>
        <p:spPr>
          <a:xfrm>
            <a:off x="6483973" y="277273"/>
            <a:ext cx="3359381" cy="799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6EBE"/>
              </a:buClr>
            </a:pPr>
            <a:r>
              <a:rPr lang="ru-RU" sz="4600" b="1" kern="0" dirty="0">
                <a:solidFill>
                  <a:srgbClr val="006EBE"/>
                </a:solidFill>
                <a:ea typeface="+mj-ea"/>
                <a:cs typeface="Arial"/>
              </a:rPr>
              <a:t>Наш Артур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23461-BFBF-439A-EBE8-52DE9818E787}"/>
              </a:ext>
            </a:extLst>
          </p:cNvPr>
          <p:cNvSpPr txBox="1"/>
          <p:nvPr/>
        </p:nvSpPr>
        <p:spPr>
          <a:xfrm>
            <a:off x="396928" y="352440"/>
            <a:ext cx="574610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Команда цифрового блока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B4C658CE-6D43-F56F-CA08-DF97F0974E6C}"/>
              </a:ext>
            </a:extLst>
          </p:cNvPr>
          <p:cNvGrpSpPr/>
          <p:nvPr/>
        </p:nvGrpSpPr>
        <p:grpSpPr>
          <a:xfrm>
            <a:off x="-6724" y="1092794"/>
            <a:ext cx="3122789" cy="771126"/>
            <a:chOff x="2952025" y="-1174493"/>
            <a:chExt cx="3493358" cy="862633"/>
          </a:xfrm>
          <a:solidFill>
            <a:srgbClr val="438FEB">
              <a:alpha val="49000"/>
            </a:srgbClr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704E0017-F77B-5946-9A32-E20F01B2741A}"/>
                </a:ext>
              </a:extLst>
            </p:cNvPr>
            <p:cNvSpPr/>
            <p:nvPr/>
          </p:nvSpPr>
          <p:spPr>
            <a:xfrm>
              <a:off x="6085623" y="-671966"/>
              <a:ext cx="359760" cy="359760"/>
            </a:xfrm>
            <a:prstGeom prst="rect">
              <a:avLst/>
            </a:prstGeom>
            <a:grpFill/>
            <a:ln w="15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9166488F-02F3-873F-EABD-F4A17BE0533E}"/>
                </a:ext>
              </a:extLst>
            </p:cNvPr>
            <p:cNvSpPr/>
            <p:nvPr/>
          </p:nvSpPr>
          <p:spPr>
            <a:xfrm>
              <a:off x="5563398" y="-671966"/>
              <a:ext cx="359760" cy="359760"/>
            </a:xfrm>
            <a:prstGeom prst="rect">
              <a:avLst/>
            </a:prstGeom>
            <a:grpFill/>
            <a:ln w="15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95857C88-A879-D4BF-1067-4CC83B0B0ED8}"/>
                </a:ext>
              </a:extLst>
            </p:cNvPr>
            <p:cNvSpPr/>
            <p:nvPr/>
          </p:nvSpPr>
          <p:spPr>
            <a:xfrm>
              <a:off x="5041088" y="-671966"/>
              <a:ext cx="359760" cy="359760"/>
            </a:xfrm>
            <a:prstGeom prst="rect">
              <a:avLst/>
            </a:prstGeom>
            <a:grpFill/>
            <a:ln w="15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F57379C-5D99-3D82-65AB-539E219800F2}"/>
                </a:ext>
              </a:extLst>
            </p:cNvPr>
            <p:cNvSpPr/>
            <p:nvPr/>
          </p:nvSpPr>
          <p:spPr>
            <a:xfrm>
              <a:off x="4518863" y="-671966"/>
              <a:ext cx="359760" cy="359760"/>
            </a:xfrm>
            <a:prstGeom prst="rect">
              <a:avLst/>
            </a:prstGeom>
            <a:grpFill/>
            <a:ln w="15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71B3B80-A5F3-8890-42C6-F8D7A68D4A75}"/>
                </a:ext>
              </a:extLst>
            </p:cNvPr>
            <p:cNvSpPr/>
            <p:nvPr/>
          </p:nvSpPr>
          <p:spPr>
            <a:xfrm>
              <a:off x="3996638" y="-671966"/>
              <a:ext cx="359760" cy="359760"/>
            </a:xfrm>
            <a:prstGeom prst="rect">
              <a:avLst/>
            </a:prstGeom>
            <a:grpFill/>
            <a:ln w="15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9B15594-E148-FF68-87E2-7D702C3E6C28}"/>
                </a:ext>
              </a:extLst>
            </p:cNvPr>
            <p:cNvSpPr/>
            <p:nvPr/>
          </p:nvSpPr>
          <p:spPr>
            <a:xfrm>
              <a:off x="3474327" y="-671966"/>
              <a:ext cx="359760" cy="359760"/>
            </a:xfrm>
            <a:prstGeom prst="rect">
              <a:avLst/>
            </a:prstGeom>
            <a:grpFill/>
            <a:ln w="15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7FDA0CD0-FB65-ECEA-E63E-559569D5889B}"/>
                </a:ext>
              </a:extLst>
            </p:cNvPr>
            <p:cNvSpPr/>
            <p:nvPr/>
          </p:nvSpPr>
          <p:spPr>
            <a:xfrm>
              <a:off x="2952025" y="-671620"/>
              <a:ext cx="360002" cy="359760"/>
            </a:xfrm>
            <a:prstGeom prst="rect">
              <a:avLst/>
            </a:prstGeom>
            <a:grpFill/>
            <a:ln w="15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59BEF625-B53C-52BE-A7CB-C0A717381085}"/>
                </a:ext>
              </a:extLst>
            </p:cNvPr>
            <p:cNvSpPr/>
            <p:nvPr/>
          </p:nvSpPr>
          <p:spPr>
            <a:xfrm>
              <a:off x="6085623" y="-1174407"/>
              <a:ext cx="359760" cy="359760"/>
            </a:xfrm>
            <a:prstGeom prst="rect">
              <a:avLst/>
            </a:prstGeom>
            <a:grpFill/>
            <a:ln w="15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A4FA8589-7A5E-E865-1C24-A03762E278CB}"/>
                </a:ext>
              </a:extLst>
            </p:cNvPr>
            <p:cNvSpPr/>
            <p:nvPr/>
          </p:nvSpPr>
          <p:spPr>
            <a:xfrm>
              <a:off x="5563398" y="-1174407"/>
              <a:ext cx="359760" cy="359760"/>
            </a:xfrm>
            <a:prstGeom prst="rect">
              <a:avLst/>
            </a:prstGeom>
            <a:grpFill/>
            <a:ln w="15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4954627F-40B6-828F-F158-8B304EA1512A}"/>
                </a:ext>
              </a:extLst>
            </p:cNvPr>
            <p:cNvSpPr/>
            <p:nvPr/>
          </p:nvSpPr>
          <p:spPr>
            <a:xfrm>
              <a:off x="5041174" y="-1174493"/>
              <a:ext cx="359760" cy="359760"/>
            </a:xfrm>
            <a:prstGeom prst="rect">
              <a:avLst/>
            </a:prstGeom>
            <a:grpFill/>
            <a:ln w="15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7713689-3B41-D036-A0D8-B9C4AE4A0ABA}"/>
                </a:ext>
              </a:extLst>
            </p:cNvPr>
            <p:cNvSpPr/>
            <p:nvPr/>
          </p:nvSpPr>
          <p:spPr>
            <a:xfrm>
              <a:off x="4518863" y="-1174407"/>
              <a:ext cx="359760" cy="359760"/>
            </a:xfrm>
            <a:prstGeom prst="rect">
              <a:avLst/>
            </a:prstGeom>
            <a:grpFill/>
            <a:ln w="15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FD79AB0F-7740-B79E-B246-A96F6D28DA2E}"/>
                </a:ext>
              </a:extLst>
            </p:cNvPr>
            <p:cNvSpPr/>
            <p:nvPr/>
          </p:nvSpPr>
          <p:spPr>
            <a:xfrm>
              <a:off x="3996638" y="-1174407"/>
              <a:ext cx="359760" cy="359760"/>
            </a:xfrm>
            <a:prstGeom prst="rect">
              <a:avLst/>
            </a:prstGeom>
            <a:grpFill/>
            <a:ln w="15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E28D5056-1C5C-046F-CA78-DDBB2456AF6A}"/>
                </a:ext>
              </a:extLst>
            </p:cNvPr>
            <p:cNvSpPr/>
            <p:nvPr/>
          </p:nvSpPr>
          <p:spPr>
            <a:xfrm>
              <a:off x="3474328" y="-1174407"/>
              <a:ext cx="359760" cy="359760"/>
            </a:xfrm>
            <a:prstGeom prst="rect">
              <a:avLst/>
            </a:prstGeom>
            <a:grpFill/>
            <a:ln w="15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6BF2DC0C-156E-A9ED-E4A6-5B3F4B6BDE54}"/>
                </a:ext>
              </a:extLst>
            </p:cNvPr>
            <p:cNvSpPr/>
            <p:nvPr/>
          </p:nvSpPr>
          <p:spPr>
            <a:xfrm>
              <a:off x="2952103" y="-1174407"/>
              <a:ext cx="359760" cy="359760"/>
            </a:xfrm>
            <a:prstGeom prst="rect">
              <a:avLst/>
            </a:prstGeom>
            <a:grpFill/>
            <a:ln w="15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Text 16">
            <a:extLst>
              <a:ext uri="{FF2B5EF4-FFF2-40B4-BE49-F238E27FC236}">
                <a16:creationId xmlns:a16="http://schemas.microsoft.com/office/drawing/2014/main" id="{87C7C388-F4F8-2719-F812-8BF8C57215B8}"/>
              </a:ext>
            </a:extLst>
          </p:cNvPr>
          <p:cNvSpPr/>
          <p:nvPr/>
        </p:nvSpPr>
        <p:spPr>
          <a:xfrm>
            <a:off x="511144" y="8365730"/>
            <a:ext cx="4067803" cy="476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451"/>
              </a:lnSpc>
            </a:pPr>
            <a:r>
              <a:rPr lang="en-US" sz="2400" b="1" dirty="0">
                <a:solidFill>
                  <a:schemeClr val="bg1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Контакты</a:t>
            </a:r>
            <a:endParaRPr lang="en-US" sz="300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905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вал 2">
            <a:extLst>
              <a:ext uri="{FF2B5EF4-FFF2-40B4-BE49-F238E27FC236}">
                <a16:creationId xmlns:a16="http://schemas.microsoft.com/office/drawing/2014/main" id="{B286E327-054F-1702-E9CA-CD2793A33F77}"/>
              </a:ext>
            </a:extLst>
          </p:cNvPr>
          <p:cNvSpPr/>
          <p:nvPr/>
        </p:nvSpPr>
        <p:spPr>
          <a:xfrm flipH="1">
            <a:off x="11933271" y="4748294"/>
            <a:ext cx="2124557" cy="2124557"/>
          </a:xfrm>
          <a:prstGeom prst="ellipse">
            <a:avLst/>
          </a:prstGeom>
          <a:solidFill>
            <a:srgbClr val="B7E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80"/>
            <a:endParaRPr lang="ru-RU" sz="1799" noProof="0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08896B54-8529-3C89-9067-344BCB2B7887}"/>
              </a:ext>
            </a:extLst>
          </p:cNvPr>
          <p:cNvSpPr/>
          <p:nvPr/>
        </p:nvSpPr>
        <p:spPr>
          <a:xfrm flipH="1">
            <a:off x="5333817" y="4561994"/>
            <a:ext cx="2124557" cy="2124557"/>
          </a:xfrm>
          <a:prstGeom prst="ellipse">
            <a:avLst/>
          </a:prstGeom>
          <a:solidFill>
            <a:srgbClr val="B7E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80"/>
            <a:endParaRPr lang="ru-RU" sz="1799" noProof="0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 idx="4294967295"/>
          </p:nvPr>
        </p:nvSpPr>
        <p:spPr bwMode="auto">
          <a:xfrm>
            <a:off x="375933" y="354802"/>
            <a:ext cx="7418441" cy="7290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6880">
              <a:buClr>
                <a:srgbClr val="006EBE"/>
              </a:buClr>
            </a:pPr>
            <a:r>
              <a:rPr lang="ru-RU" sz="4597" b="1" dirty="0">
                <a:solidFill>
                  <a:srgbClr val="006EB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Создана архитектура ИС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74FF94-84D0-47F4-8DF2-541E5CA9AC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69449" y="1748864"/>
            <a:ext cx="5670725" cy="3673083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5DF0E5-719F-430F-BFB3-80FF9BA46F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558868" y="1748863"/>
            <a:ext cx="6280761" cy="3673083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71CD764-2F56-4643-BD15-A2AF251BFB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69450" y="5726594"/>
            <a:ext cx="5670726" cy="4098444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8C91B28-D081-4D56-8AA9-9A96C31F8D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3151471" y="1748863"/>
            <a:ext cx="4646502" cy="4210273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2535E39-3B12-48A1-93B5-50E811739E3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558867" y="5726594"/>
            <a:ext cx="6280761" cy="3424046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79F95B4-E7F1-4DB5-982F-C76B42088C8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3151471" y="6259783"/>
            <a:ext cx="4646502" cy="2226777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</p:pic>
      <p:pic>
        <p:nvPicPr>
          <p:cNvPr id="1026" name="Picture 2" descr="TOGAF_1-20219-be1535.png">
            <a:extLst>
              <a:ext uri="{FF2B5EF4-FFF2-40B4-BE49-F238E27FC236}">
                <a16:creationId xmlns:a16="http://schemas.microsoft.com/office/drawing/2014/main" id="{C2147597-BDBA-4BA6-8CFF-0711E8A96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4323" y="38018"/>
            <a:ext cx="2542727" cy="1322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4EA7B-0889-4A98-AA25-1E664D794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5B4B4684-05B3-8E60-E790-C3E23B5C5CFD}"/>
              </a:ext>
            </a:extLst>
          </p:cNvPr>
          <p:cNvGrpSpPr/>
          <p:nvPr/>
        </p:nvGrpSpPr>
        <p:grpSpPr>
          <a:xfrm>
            <a:off x="2789372" y="1535074"/>
            <a:ext cx="12680176" cy="8205831"/>
            <a:chOff x="2673260" y="1535074"/>
            <a:chExt cx="12680176" cy="8205831"/>
          </a:xfrm>
        </p:grpSpPr>
        <p:sp>
          <p:nvSpPr>
            <p:cNvPr id="69" name="Прямоугольник 68">
              <a:extLst>
                <a:ext uri="{FF2B5EF4-FFF2-40B4-BE49-F238E27FC236}">
                  <a16:creationId xmlns:a16="http://schemas.microsoft.com/office/drawing/2014/main" id="{E21B66FB-B3DE-E859-4D58-ED3522527AE3}"/>
                </a:ext>
              </a:extLst>
            </p:cNvPr>
            <p:cNvSpPr/>
            <p:nvPr/>
          </p:nvSpPr>
          <p:spPr>
            <a:xfrm>
              <a:off x="9120128" y="1535074"/>
              <a:ext cx="1908000" cy="439237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Работники</a:t>
              </a:r>
            </a:p>
          </p:txBody>
        </p:sp>
        <p:sp>
          <p:nvSpPr>
            <p:cNvPr id="70" name="Прямоугольник 69">
              <a:extLst>
                <a:ext uri="{FF2B5EF4-FFF2-40B4-BE49-F238E27FC236}">
                  <a16:creationId xmlns:a16="http://schemas.microsoft.com/office/drawing/2014/main" id="{4C6E61E3-97DC-A7DB-BEB6-09F1DE977EC4}"/>
                </a:ext>
              </a:extLst>
            </p:cNvPr>
            <p:cNvSpPr/>
            <p:nvPr/>
          </p:nvSpPr>
          <p:spPr>
            <a:xfrm>
              <a:off x="2673260" y="8872297"/>
              <a:ext cx="12668178" cy="376586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Технологическая инфраструктура</a:t>
              </a:r>
            </a:p>
          </p:txBody>
        </p:sp>
        <p:sp>
          <p:nvSpPr>
            <p:cNvPr id="71" name="Прямоугольник 70">
              <a:extLst>
                <a:ext uri="{FF2B5EF4-FFF2-40B4-BE49-F238E27FC236}">
                  <a16:creationId xmlns:a16="http://schemas.microsoft.com/office/drawing/2014/main" id="{E8051CFC-EF38-C125-3168-99D5B78D6EFA}"/>
                </a:ext>
              </a:extLst>
            </p:cNvPr>
            <p:cNvSpPr/>
            <p:nvPr/>
          </p:nvSpPr>
          <p:spPr>
            <a:xfrm>
              <a:off x="13418042" y="1535074"/>
              <a:ext cx="1908000" cy="439237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Внешние пользователи</a:t>
              </a:r>
            </a:p>
          </p:txBody>
        </p:sp>
        <p:sp>
          <p:nvSpPr>
            <p:cNvPr id="72" name="Прямоугольник 71">
              <a:extLst>
                <a:ext uri="{FF2B5EF4-FFF2-40B4-BE49-F238E27FC236}">
                  <a16:creationId xmlns:a16="http://schemas.microsoft.com/office/drawing/2014/main" id="{7148C9FE-3E5E-ADAF-D414-F93D36104FE9}"/>
                </a:ext>
              </a:extLst>
            </p:cNvPr>
            <p:cNvSpPr/>
            <p:nvPr/>
          </p:nvSpPr>
          <p:spPr>
            <a:xfrm>
              <a:off x="2673260" y="2112982"/>
              <a:ext cx="12668178" cy="317525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САЙТ АКАДЕМИИ</a:t>
              </a:r>
            </a:p>
          </p:txBody>
        </p:sp>
        <p:sp>
          <p:nvSpPr>
            <p:cNvPr id="73" name="Прямоугольник 72">
              <a:extLst>
                <a:ext uri="{FF2B5EF4-FFF2-40B4-BE49-F238E27FC236}">
                  <a16:creationId xmlns:a16="http://schemas.microsoft.com/office/drawing/2014/main" id="{38639AAF-6E28-0C42-C0EA-B37A81E48278}"/>
                </a:ext>
              </a:extLst>
            </p:cNvPr>
            <p:cNvSpPr/>
            <p:nvPr/>
          </p:nvSpPr>
          <p:spPr>
            <a:xfrm>
              <a:off x="6971172" y="1535074"/>
              <a:ext cx="1908000" cy="439237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Слушатели</a:t>
              </a:r>
            </a:p>
          </p:txBody>
        </p:sp>
        <p:sp>
          <p:nvSpPr>
            <p:cNvPr id="74" name="Прямоугольник 73">
              <a:extLst>
                <a:ext uri="{FF2B5EF4-FFF2-40B4-BE49-F238E27FC236}">
                  <a16:creationId xmlns:a16="http://schemas.microsoft.com/office/drawing/2014/main" id="{250A4BE0-CEB4-4F9E-39FE-743916A67C18}"/>
                </a:ext>
              </a:extLst>
            </p:cNvPr>
            <p:cNvSpPr/>
            <p:nvPr/>
          </p:nvSpPr>
          <p:spPr>
            <a:xfrm>
              <a:off x="4822216" y="1535074"/>
              <a:ext cx="1908000" cy="439237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Студенты </a:t>
              </a:r>
            </a:p>
          </p:txBody>
        </p:sp>
        <p:sp>
          <p:nvSpPr>
            <p:cNvPr id="75" name="Прямоугольник 74">
              <a:extLst>
                <a:ext uri="{FF2B5EF4-FFF2-40B4-BE49-F238E27FC236}">
                  <a16:creationId xmlns:a16="http://schemas.microsoft.com/office/drawing/2014/main" id="{CB03276B-7DF0-6AE7-05A4-17982C44B686}"/>
                </a:ext>
              </a:extLst>
            </p:cNvPr>
            <p:cNvSpPr/>
            <p:nvPr/>
          </p:nvSpPr>
          <p:spPr>
            <a:xfrm>
              <a:off x="11269084" y="1535074"/>
              <a:ext cx="1908000" cy="439237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Партнеры</a:t>
              </a:r>
            </a:p>
          </p:txBody>
        </p:sp>
        <p:sp>
          <p:nvSpPr>
            <p:cNvPr id="76" name="Прямоугольник 75">
              <a:extLst>
                <a:ext uri="{FF2B5EF4-FFF2-40B4-BE49-F238E27FC236}">
                  <a16:creationId xmlns:a16="http://schemas.microsoft.com/office/drawing/2014/main" id="{4BD4A65E-2A12-D78C-0186-64E11B4D837D}"/>
                </a:ext>
              </a:extLst>
            </p:cNvPr>
            <p:cNvSpPr/>
            <p:nvPr/>
          </p:nvSpPr>
          <p:spPr>
            <a:xfrm>
              <a:off x="2673260" y="1535074"/>
              <a:ext cx="1908000" cy="439237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Поступающие</a:t>
              </a:r>
            </a:p>
          </p:txBody>
        </p:sp>
        <p:sp>
          <p:nvSpPr>
            <p:cNvPr id="77" name="Прямоугольник 76">
              <a:extLst>
                <a:ext uri="{FF2B5EF4-FFF2-40B4-BE49-F238E27FC236}">
                  <a16:creationId xmlns:a16="http://schemas.microsoft.com/office/drawing/2014/main" id="{60409D8A-18FD-CFB6-EF0F-3A49625926F3}"/>
                </a:ext>
              </a:extLst>
            </p:cNvPr>
            <p:cNvSpPr/>
            <p:nvPr/>
          </p:nvSpPr>
          <p:spPr>
            <a:xfrm>
              <a:off x="9156632" y="2987388"/>
              <a:ext cx="1874556" cy="343748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ЛК Работника </a:t>
              </a:r>
            </a:p>
          </p:txBody>
        </p:sp>
        <p:sp>
          <p:nvSpPr>
            <p:cNvPr id="78" name="Прямоугольник 77">
              <a:extLst>
                <a:ext uri="{FF2B5EF4-FFF2-40B4-BE49-F238E27FC236}">
                  <a16:creationId xmlns:a16="http://schemas.microsoft.com/office/drawing/2014/main" id="{E88C9DE5-AB94-E138-ECBA-2324E6382F56}"/>
                </a:ext>
              </a:extLst>
            </p:cNvPr>
            <p:cNvSpPr/>
            <p:nvPr/>
          </p:nvSpPr>
          <p:spPr>
            <a:xfrm>
              <a:off x="6995508" y="2987388"/>
              <a:ext cx="1874556" cy="343748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ЛК Слушателя</a:t>
              </a:r>
            </a:p>
          </p:txBody>
        </p:sp>
        <p:sp>
          <p:nvSpPr>
            <p:cNvPr id="79" name="Прямоугольник 78">
              <a:extLst>
                <a:ext uri="{FF2B5EF4-FFF2-40B4-BE49-F238E27FC236}">
                  <a16:creationId xmlns:a16="http://schemas.microsoft.com/office/drawing/2014/main" id="{23941DAA-E29A-1AB3-F475-2F03240F7C9B}"/>
                </a:ext>
              </a:extLst>
            </p:cNvPr>
            <p:cNvSpPr/>
            <p:nvPr/>
          </p:nvSpPr>
          <p:spPr>
            <a:xfrm>
              <a:off x="4834384" y="2987388"/>
              <a:ext cx="1874556" cy="343748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ЛК Студента </a:t>
              </a:r>
            </a:p>
          </p:txBody>
        </p:sp>
        <p:sp>
          <p:nvSpPr>
            <p:cNvPr id="80" name="Прямоугольник 79">
              <a:extLst>
                <a:ext uri="{FF2B5EF4-FFF2-40B4-BE49-F238E27FC236}">
                  <a16:creationId xmlns:a16="http://schemas.microsoft.com/office/drawing/2014/main" id="{02DE47DF-279C-5ED3-6BF3-C24A2672AA5C}"/>
                </a:ext>
              </a:extLst>
            </p:cNvPr>
            <p:cNvSpPr/>
            <p:nvPr/>
          </p:nvSpPr>
          <p:spPr>
            <a:xfrm>
              <a:off x="11317756" y="2987388"/>
              <a:ext cx="1874556" cy="3437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ЛК Партнера</a:t>
              </a:r>
            </a:p>
          </p:txBody>
        </p:sp>
        <p:sp>
          <p:nvSpPr>
            <p:cNvPr id="81" name="Прямоугольник 80">
              <a:extLst>
                <a:ext uri="{FF2B5EF4-FFF2-40B4-BE49-F238E27FC236}">
                  <a16:creationId xmlns:a16="http://schemas.microsoft.com/office/drawing/2014/main" id="{C39FBF60-B31B-B61B-543B-63DBB36A1E22}"/>
                </a:ext>
              </a:extLst>
            </p:cNvPr>
            <p:cNvSpPr/>
            <p:nvPr/>
          </p:nvSpPr>
          <p:spPr>
            <a:xfrm>
              <a:off x="2673260" y="2987388"/>
              <a:ext cx="1874556" cy="343748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ЛК Поступающего</a:t>
              </a:r>
            </a:p>
          </p:txBody>
        </p:sp>
        <p:sp>
          <p:nvSpPr>
            <p:cNvPr id="82" name="Прямоугольник 81">
              <a:extLst>
                <a:ext uri="{FF2B5EF4-FFF2-40B4-BE49-F238E27FC236}">
                  <a16:creationId xmlns:a16="http://schemas.microsoft.com/office/drawing/2014/main" id="{8DA18189-1952-C685-7BE5-EE086917847D}"/>
                </a:ext>
              </a:extLst>
            </p:cNvPr>
            <p:cNvSpPr/>
            <p:nvPr/>
          </p:nvSpPr>
          <p:spPr>
            <a:xfrm>
              <a:off x="2673260" y="8359703"/>
              <a:ext cx="12668178" cy="376586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Информационная безопасность</a:t>
              </a:r>
            </a:p>
          </p:txBody>
        </p:sp>
        <p:sp>
          <p:nvSpPr>
            <p:cNvPr id="83" name="Прямоугольник 82">
              <a:extLst>
                <a:ext uri="{FF2B5EF4-FFF2-40B4-BE49-F238E27FC236}">
                  <a16:creationId xmlns:a16="http://schemas.microsoft.com/office/drawing/2014/main" id="{F652B742-19B0-3420-6413-BEF0B3C778F1}"/>
                </a:ext>
              </a:extLst>
            </p:cNvPr>
            <p:cNvSpPr/>
            <p:nvPr/>
          </p:nvSpPr>
          <p:spPr>
            <a:xfrm>
              <a:off x="2673260" y="7243668"/>
              <a:ext cx="12668178" cy="37658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Интеграционная шина данных</a:t>
              </a:r>
            </a:p>
          </p:txBody>
        </p:sp>
        <p:sp>
          <p:nvSpPr>
            <p:cNvPr id="84" name="Прямоугольник 83">
              <a:extLst>
                <a:ext uri="{FF2B5EF4-FFF2-40B4-BE49-F238E27FC236}">
                  <a16:creationId xmlns:a16="http://schemas.microsoft.com/office/drawing/2014/main" id="{2D1FB456-914A-233F-4210-9F998D10253C}"/>
                </a:ext>
              </a:extLst>
            </p:cNvPr>
            <p:cNvSpPr/>
            <p:nvPr/>
          </p:nvSpPr>
          <p:spPr>
            <a:xfrm>
              <a:off x="2673260" y="7789865"/>
              <a:ext cx="12668177" cy="404950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Учётные системы</a:t>
              </a:r>
            </a:p>
          </p:txBody>
        </p:sp>
        <p:sp>
          <p:nvSpPr>
            <p:cNvPr id="85" name="Прямоугольник 84">
              <a:extLst>
                <a:ext uri="{FF2B5EF4-FFF2-40B4-BE49-F238E27FC236}">
                  <a16:creationId xmlns:a16="http://schemas.microsoft.com/office/drawing/2014/main" id="{FE715CC7-AF4A-30E6-0233-009D0710BDC6}"/>
                </a:ext>
              </a:extLst>
            </p:cNvPr>
            <p:cNvSpPr/>
            <p:nvPr/>
          </p:nvSpPr>
          <p:spPr>
            <a:xfrm>
              <a:off x="2673260" y="6242113"/>
              <a:ext cx="12668180" cy="83564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Обработка и хранение данных</a:t>
              </a:r>
            </a:p>
          </p:txBody>
        </p:sp>
        <p:sp>
          <p:nvSpPr>
            <p:cNvPr id="93" name="Прямоугольник 92">
              <a:extLst>
                <a:ext uri="{FF2B5EF4-FFF2-40B4-BE49-F238E27FC236}">
                  <a16:creationId xmlns:a16="http://schemas.microsoft.com/office/drawing/2014/main" id="{60AD2AE5-5AE6-4BDE-2908-783871E6028A}"/>
                </a:ext>
              </a:extLst>
            </p:cNvPr>
            <p:cNvSpPr/>
            <p:nvPr/>
          </p:nvSpPr>
          <p:spPr>
            <a:xfrm>
              <a:off x="2907702" y="6590279"/>
              <a:ext cx="3422037" cy="32618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Неструктурированное хранение  данных</a:t>
              </a:r>
            </a:p>
          </p:txBody>
        </p:sp>
        <p:sp>
          <p:nvSpPr>
            <p:cNvPr id="94" name="Прямоугольник 93">
              <a:extLst>
                <a:ext uri="{FF2B5EF4-FFF2-40B4-BE49-F238E27FC236}">
                  <a16:creationId xmlns:a16="http://schemas.microsoft.com/office/drawing/2014/main" id="{2DC810FC-F017-CDE6-F8B0-2B5851820121}"/>
                </a:ext>
              </a:extLst>
            </p:cNvPr>
            <p:cNvSpPr/>
            <p:nvPr/>
          </p:nvSpPr>
          <p:spPr>
            <a:xfrm>
              <a:off x="7249577" y="6590279"/>
              <a:ext cx="3422037" cy="32618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Структурированное хранение  данных</a:t>
              </a:r>
            </a:p>
          </p:txBody>
        </p:sp>
        <p:sp>
          <p:nvSpPr>
            <p:cNvPr id="95" name="Прямоугольник 94">
              <a:extLst>
                <a:ext uri="{FF2B5EF4-FFF2-40B4-BE49-F238E27FC236}">
                  <a16:creationId xmlns:a16="http://schemas.microsoft.com/office/drawing/2014/main" id="{04307220-3BAA-169C-0C2E-A0A0DFB26722}"/>
                </a:ext>
              </a:extLst>
            </p:cNvPr>
            <p:cNvSpPr/>
            <p:nvPr/>
          </p:nvSpPr>
          <p:spPr>
            <a:xfrm>
              <a:off x="11693407" y="6590279"/>
              <a:ext cx="3422037" cy="32618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Управление мастер-данными (НСИ)</a:t>
              </a:r>
            </a:p>
          </p:txBody>
        </p:sp>
        <p:sp>
          <p:nvSpPr>
            <p:cNvPr id="96" name="Прямоугольник 95">
              <a:extLst>
                <a:ext uri="{FF2B5EF4-FFF2-40B4-BE49-F238E27FC236}">
                  <a16:creationId xmlns:a16="http://schemas.microsoft.com/office/drawing/2014/main" id="{CE1EB8D9-0166-DE75-6268-811E1EADFB79}"/>
                </a:ext>
              </a:extLst>
            </p:cNvPr>
            <p:cNvSpPr/>
            <p:nvPr/>
          </p:nvSpPr>
          <p:spPr>
            <a:xfrm>
              <a:off x="2673260" y="4817380"/>
              <a:ext cx="12668180" cy="123971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Аналитика на основе данных</a:t>
              </a:r>
            </a:p>
          </p:txBody>
        </p:sp>
        <p:sp>
          <p:nvSpPr>
            <p:cNvPr id="97" name="Прямоугольник 96">
              <a:extLst>
                <a:ext uri="{FF2B5EF4-FFF2-40B4-BE49-F238E27FC236}">
                  <a16:creationId xmlns:a16="http://schemas.microsoft.com/office/drawing/2014/main" id="{4F299C73-0C95-766F-73C8-AA5BA1B8D355}"/>
                </a:ext>
              </a:extLst>
            </p:cNvPr>
            <p:cNvSpPr/>
            <p:nvPr/>
          </p:nvSpPr>
          <p:spPr>
            <a:xfrm>
              <a:off x="2907706" y="5636959"/>
              <a:ext cx="1765167" cy="315988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200" b="1" kern="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Дашборды</a:t>
              </a:r>
              <a:r>
                <a:rPr lang="ru-RU" sz="1200" b="1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 ПК</a:t>
              </a:r>
            </a:p>
          </p:txBody>
        </p:sp>
        <p:sp>
          <p:nvSpPr>
            <p:cNvPr id="98" name="Прямоугольник 97">
              <a:extLst>
                <a:ext uri="{FF2B5EF4-FFF2-40B4-BE49-F238E27FC236}">
                  <a16:creationId xmlns:a16="http://schemas.microsoft.com/office/drawing/2014/main" id="{22016D8F-F9C0-C8A9-A771-7B7F5E1197C7}"/>
                </a:ext>
              </a:extLst>
            </p:cNvPr>
            <p:cNvSpPr/>
            <p:nvPr/>
          </p:nvSpPr>
          <p:spPr>
            <a:xfrm>
              <a:off x="5040593" y="5636958"/>
              <a:ext cx="1965979" cy="315988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200" b="1" kern="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Дашборды</a:t>
              </a:r>
              <a:r>
                <a:rPr lang="ru-RU" sz="1200" b="1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 ВО</a:t>
              </a:r>
            </a:p>
          </p:txBody>
        </p:sp>
        <p:sp>
          <p:nvSpPr>
            <p:cNvPr id="99" name="Прямоугольник 98">
              <a:extLst>
                <a:ext uri="{FF2B5EF4-FFF2-40B4-BE49-F238E27FC236}">
                  <a16:creationId xmlns:a16="http://schemas.microsoft.com/office/drawing/2014/main" id="{79792C73-1525-F5EE-5D0E-0E04536BE568}"/>
                </a:ext>
              </a:extLst>
            </p:cNvPr>
            <p:cNvSpPr/>
            <p:nvPr/>
          </p:nvSpPr>
          <p:spPr>
            <a:xfrm>
              <a:off x="7204341" y="5618305"/>
              <a:ext cx="1965979" cy="315988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200" b="1" kern="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Дашборды</a:t>
              </a:r>
              <a:r>
                <a:rPr lang="ru-RU" sz="1200" b="1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 ДО</a:t>
              </a:r>
            </a:p>
          </p:txBody>
        </p:sp>
        <p:sp>
          <p:nvSpPr>
            <p:cNvPr id="100" name="Прямоугольник 99">
              <a:extLst>
                <a:ext uri="{FF2B5EF4-FFF2-40B4-BE49-F238E27FC236}">
                  <a16:creationId xmlns:a16="http://schemas.microsoft.com/office/drawing/2014/main" id="{B07924E1-78DB-4E65-5AD2-E6AF37A79248}"/>
                </a:ext>
              </a:extLst>
            </p:cNvPr>
            <p:cNvSpPr/>
            <p:nvPr/>
          </p:nvSpPr>
          <p:spPr>
            <a:xfrm>
              <a:off x="9371766" y="5618305"/>
              <a:ext cx="1965979" cy="315988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200" b="1" kern="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Дашборды</a:t>
              </a:r>
              <a:r>
                <a:rPr lang="ru-RU" sz="1200" b="1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 </a:t>
              </a:r>
              <a:r>
                <a:rPr lang="en-US" sz="1200" b="1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HR</a:t>
              </a:r>
              <a:endParaRPr lang="ru-RU" sz="12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01" name="Прямоугольник 100">
              <a:extLst>
                <a:ext uri="{FF2B5EF4-FFF2-40B4-BE49-F238E27FC236}">
                  <a16:creationId xmlns:a16="http://schemas.microsoft.com/office/drawing/2014/main" id="{83D93F00-3770-A500-E601-85F0CB54BBEE}"/>
                </a:ext>
              </a:extLst>
            </p:cNvPr>
            <p:cNvSpPr/>
            <p:nvPr/>
          </p:nvSpPr>
          <p:spPr>
            <a:xfrm>
              <a:off x="11449536" y="5618305"/>
              <a:ext cx="1965979" cy="315988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200" b="1" kern="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Дашборды</a:t>
              </a:r>
              <a:r>
                <a:rPr lang="ru-RU" sz="1200" b="1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 ИТ</a:t>
              </a:r>
            </a:p>
          </p:txBody>
        </p:sp>
        <p:sp>
          <p:nvSpPr>
            <p:cNvPr id="102" name="Прямоугольник 101">
              <a:extLst>
                <a:ext uri="{FF2B5EF4-FFF2-40B4-BE49-F238E27FC236}">
                  <a16:creationId xmlns:a16="http://schemas.microsoft.com/office/drawing/2014/main" id="{0A84B2A5-BE95-F421-EF32-32DAF2CD9407}"/>
                </a:ext>
              </a:extLst>
            </p:cNvPr>
            <p:cNvSpPr/>
            <p:nvPr/>
          </p:nvSpPr>
          <p:spPr>
            <a:xfrm>
              <a:off x="13594338" y="5611698"/>
              <a:ext cx="1521107" cy="315988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200" b="1" kern="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Дашборды</a:t>
              </a:r>
              <a:r>
                <a:rPr lang="ru-RU" sz="1200" b="1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 …</a:t>
              </a:r>
            </a:p>
          </p:txBody>
        </p:sp>
        <p:sp>
          <p:nvSpPr>
            <p:cNvPr id="103" name="Прямоугольник 102">
              <a:extLst>
                <a:ext uri="{FF2B5EF4-FFF2-40B4-BE49-F238E27FC236}">
                  <a16:creationId xmlns:a16="http://schemas.microsoft.com/office/drawing/2014/main" id="{1158436D-A82E-224C-B796-140F84E13E2A}"/>
                </a:ext>
              </a:extLst>
            </p:cNvPr>
            <p:cNvSpPr/>
            <p:nvPr/>
          </p:nvSpPr>
          <p:spPr>
            <a:xfrm>
              <a:off x="2907702" y="5149942"/>
              <a:ext cx="12207743" cy="295823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Ситуационный центр</a:t>
              </a:r>
            </a:p>
          </p:txBody>
        </p:sp>
        <p:sp>
          <p:nvSpPr>
            <p:cNvPr id="104" name="Прямоугольник 103">
              <a:extLst>
                <a:ext uri="{FF2B5EF4-FFF2-40B4-BE49-F238E27FC236}">
                  <a16:creationId xmlns:a16="http://schemas.microsoft.com/office/drawing/2014/main" id="{687CE17E-300E-6AEA-8733-A52E9326B52A}"/>
                </a:ext>
              </a:extLst>
            </p:cNvPr>
            <p:cNvSpPr/>
            <p:nvPr/>
          </p:nvSpPr>
          <p:spPr>
            <a:xfrm>
              <a:off x="2673260" y="2512977"/>
              <a:ext cx="12668180" cy="31752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en-US" sz="1400" b="1" kern="0" dirty="0"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RANEPA.ID</a:t>
              </a:r>
              <a:endParaRPr lang="ru-RU" sz="1400" b="1" kern="0" dirty="0">
                <a:latin typeface="Arial" panose="020B0604020202020204" pitchFamily="34" charset="0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05" name="Прямоугольник 104">
              <a:extLst>
                <a:ext uri="{FF2B5EF4-FFF2-40B4-BE49-F238E27FC236}">
                  <a16:creationId xmlns:a16="http://schemas.microsoft.com/office/drawing/2014/main" id="{A4E97DA6-57D3-E3EF-16DB-EE0916B46BC8}"/>
                </a:ext>
              </a:extLst>
            </p:cNvPr>
            <p:cNvSpPr/>
            <p:nvPr/>
          </p:nvSpPr>
          <p:spPr>
            <a:xfrm>
              <a:off x="13478880" y="2987388"/>
              <a:ext cx="1874556" cy="3437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…</a:t>
              </a:r>
            </a:p>
          </p:txBody>
        </p:sp>
        <p:sp>
          <p:nvSpPr>
            <p:cNvPr id="106" name="Прямоугольник 105">
              <a:extLst>
                <a:ext uri="{FF2B5EF4-FFF2-40B4-BE49-F238E27FC236}">
                  <a16:creationId xmlns:a16="http://schemas.microsoft.com/office/drawing/2014/main" id="{BFFC4FFC-41CE-272E-11D4-EE95F2D9B0BC}"/>
                </a:ext>
              </a:extLst>
            </p:cNvPr>
            <p:cNvSpPr/>
            <p:nvPr/>
          </p:nvSpPr>
          <p:spPr>
            <a:xfrm>
              <a:off x="2673260" y="3555996"/>
              <a:ext cx="12668180" cy="109940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400" b="1" kern="0" dirty="0"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Инструменты ИИ и роботизации</a:t>
              </a:r>
            </a:p>
          </p:txBody>
        </p:sp>
        <p:sp>
          <p:nvSpPr>
            <p:cNvPr id="107" name="Прямоугольник 106">
              <a:extLst>
                <a:ext uri="{FF2B5EF4-FFF2-40B4-BE49-F238E27FC236}">
                  <a16:creationId xmlns:a16="http://schemas.microsoft.com/office/drawing/2014/main" id="{B8EAB6FB-4977-23E3-95F7-4015CF82928F}"/>
                </a:ext>
              </a:extLst>
            </p:cNvPr>
            <p:cNvSpPr/>
            <p:nvPr/>
          </p:nvSpPr>
          <p:spPr>
            <a:xfrm>
              <a:off x="2907704" y="3995732"/>
              <a:ext cx="1711019" cy="47993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Мультимодальные агенты</a:t>
              </a:r>
            </a:p>
          </p:txBody>
        </p:sp>
        <p:sp>
          <p:nvSpPr>
            <p:cNvPr id="108" name="Прямоугольник 107">
              <a:extLst>
                <a:ext uri="{FF2B5EF4-FFF2-40B4-BE49-F238E27FC236}">
                  <a16:creationId xmlns:a16="http://schemas.microsoft.com/office/drawing/2014/main" id="{4DA29248-0412-1776-080B-ADD8A695B356}"/>
                </a:ext>
              </a:extLst>
            </p:cNvPr>
            <p:cNvSpPr/>
            <p:nvPr/>
          </p:nvSpPr>
          <p:spPr>
            <a:xfrm>
              <a:off x="4739494" y="3995732"/>
              <a:ext cx="1592850" cy="47993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Компьютерное зрение</a:t>
              </a:r>
            </a:p>
          </p:txBody>
        </p:sp>
        <p:sp>
          <p:nvSpPr>
            <p:cNvPr id="109" name="Прямоугольник 108">
              <a:extLst>
                <a:ext uri="{FF2B5EF4-FFF2-40B4-BE49-F238E27FC236}">
                  <a16:creationId xmlns:a16="http://schemas.microsoft.com/office/drawing/2014/main" id="{B1E2F5D7-6167-36EF-52E4-E8D5450BF979}"/>
                </a:ext>
              </a:extLst>
            </p:cNvPr>
            <p:cNvSpPr/>
            <p:nvPr/>
          </p:nvSpPr>
          <p:spPr>
            <a:xfrm>
              <a:off x="6523324" y="3995732"/>
              <a:ext cx="1814904" cy="47993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Обработка естественного языка</a:t>
              </a:r>
            </a:p>
          </p:txBody>
        </p:sp>
        <p:sp>
          <p:nvSpPr>
            <p:cNvPr id="110" name="Прямоугольник 109">
              <a:extLst>
                <a:ext uri="{FF2B5EF4-FFF2-40B4-BE49-F238E27FC236}">
                  <a16:creationId xmlns:a16="http://schemas.microsoft.com/office/drawing/2014/main" id="{6518524B-D8B2-5484-3F57-5D1BC8A0E000}"/>
                </a:ext>
              </a:extLst>
            </p:cNvPr>
            <p:cNvSpPr/>
            <p:nvPr/>
          </p:nvSpPr>
          <p:spPr>
            <a:xfrm>
              <a:off x="8468785" y="3995732"/>
              <a:ext cx="1552163" cy="47993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Роботизации процессов</a:t>
              </a:r>
              <a:endParaRPr lang="en-US" sz="1200" b="1" kern="0" dirty="0">
                <a:solidFill>
                  <a:srgbClr val="232422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Neue"/>
              </a:endParaRPr>
            </a:p>
          </p:txBody>
        </p:sp>
        <p:cxnSp>
          <p:nvCxnSpPr>
            <p:cNvPr id="117" name="Прямая соединительная линия 116">
              <a:extLst>
                <a:ext uri="{FF2B5EF4-FFF2-40B4-BE49-F238E27FC236}">
                  <a16:creationId xmlns:a16="http://schemas.microsoft.com/office/drawing/2014/main" id="{383BBED8-7469-B605-6AE7-4E752D3DA289}"/>
                </a:ext>
              </a:extLst>
            </p:cNvPr>
            <p:cNvCxnSpPr>
              <a:cxnSpLocks/>
              <a:endCxn id="93" idx="2"/>
            </p:cNvCxnSpPr>
            <p:nvPr/>
          </p:nvCxnSpPr>
          <p:spPr>
            <a:xfrm flipV="1">
              <a:off x="4618722" y="6916460"/>
              <a:ext cx="0" cy="326181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</p:cxnSp>
        <p:cxnSp>
          <p:nvCxnSpPr>
            <p:cNvPr id="118" name="Прямая соединительная линия 117">
              <a:extLst>
                <a:ext uri="{FF2B5EF4-FFF2-40B4-BE49-F238E27FC236}">
                  <a16:creationId xmlns:a16="http://schemas.microsoft.com/office/drawing/2014/main" id="{F8960099-EAD8-7469-E9BA-251A1B9D5E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07350" y="6914664"/>
              <a:ext cx="0" cy="326179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</p:cxnSp>
        <p:cxnSp>
          <p:nvCxnSpPr>
            <p:cNvPr id="119" name="Прямая соединительная линия 118">
              <a:extLst>
                <a:ext uri="{FF2B5EF4-FFF2-40B4-BE49-F238E27FC236}">
                  <a16:creationId xmlns:a16="http://schemas.microsoft.com/office/drawing/2014/main" id="{03571AEA-23C5-A335-A8F8-FC3F181D95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96960" y="6914664"/>
              <a:ext cx="0" cy="326179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</p:cxnSp>
        <p:sp>
          <p:nvSpPr>
            <p:cNvPr id="121" name="Прямоугольник 120">
              <a:extLst>
                <a:ext uri="{FF2B5EF4-FFF2-40B4-BE49-F238E27FC236}">
                  <a16:creationId xmlns:a16="http://schemas.microsoft.com/office/drawing/2014/main" id="{B0ED91AF-5DEF-EE48-A607-F9406CB1AEF5}"/>
                </a:ext>
              </a:extLst>
            </p:cNvPr>
            <p:cNvSpPr/>
            <p:nvPr/>
          </p:nvSpPr>
          <p:spPr>
            <a:xfrm>
              <a:off x="10216967" y="3995732"/>
              <a:ext cx="1641711" cy="47993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ИИ-анализ данных и документов</a:t>
              </a:r>
              <a:endParaRPr lang="en-US" sz="1200" b="1" kern="0" dirty="0">
                <a:solidFill>
                  <a:srgbClr val="232422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22" name="Прямоугольник 121">
              <a:extLst>
                <a:ext uri="{FF2B5EF4-FFF2-40B4-BE49-F238E27FC236}">
                  <a16:creationId xmlns:a16="http://schemas.microsoft.com/office/drawing/2014/main" id="{09517A36-25BE-4C14-E93B-E179C2FCFBCB}"/>
                </a:ext>
              </a:extLst>
            </p:cNvPr>
            <p:cNvSpPr/>
            <p:nvPr/>
          </p:nvSpPr>
          <p:spPr>
            <a:xfrm>
              <a:off x="12044591" y="3995732"/>
              <a:ext cx="1490193" cy="47993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Речевая аналитика</a:t>
              </a:r>
              <a:endParaRPr lang="en-US" sz="1200" b="1" kern="0" dirty="0">
                <a:solidFill>
                  <a:srgbClr val="232422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Neue"/>
              </a:endParaRPr>
            </a:p>
          </p:txBody>
        </p:sp>
        <p:cxnSp>
          <p:nvCxnSpPr>
            <p:cNvPr id="123" name="Прямая соединительная линия 122">
              <a:extLst>
                <a:ext uri="{FF2B5EF4-FFF2-40B4-BE49-F238E27FC236}">
                  <a16:creationId xmlns:a16="http://schemas.microsoft.com/office/drawing/2014/main" id="{61F82CA4-B5D4-54DE-836A-9CDED9A1A9F2}"/>
                </a:ext>
              </a:extLst>
            </p:cNvPr>
            <p:cNvCxnSpPr>
              <a:cxnSpLocks/>
              <a:stCxn id="97" idx="0"/>
            </p:cNvCxnSpPr>
            <p:nvPr/>
          </p:nvCxnSpPr>
          <p:spPr>
            <a:xfrm flipH="1" flipV="1">
              <a:off x="3790283" y="5448586"/>
              <a:ext cx="7" cy="188373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</p:cxnSp>
        <p:cxnSp>
          <p:nvCxnSpPr>
            <p:cNvPr id="124" name="Прямая соединительная линия 123">
              <a:extLst>
                <a:ext uri="{FF2B5EF4-FFF2-40B4-BE49-F238E27FC236}">
                  <a16:creationId xmlns:a16="http://schemas.microsoft.com/office/drawing/2014/main" id="{CA376D71-6CE8-59A2-2F3B-3FECC5062698}"/>
                </a:ext>
              </a:extLst>
            </p:cNvPr>
            <p:cNvCxnSpPr>
              <a:cxnSpLocks/>
              <a:stCxn id="98" idx="0"/>
            </p:cNvCxnSpPr>
            <p:nvPr/>
          </p:nvCxnSpPr>
          <p:spPr>
            <a:xfrm flipV="1">
              <a:off x="6023583" y="5448586"/>
              <a:ext cx="0" cy="188372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</p:cxnSp>
        <p:cxnSp>
          <p:nvCxnSpPr>
            <p:cNvPr id="125" name="Прямая соединительная линия 124">
              <a:extLst>
                <a:ext uri="{FF2B5EF4-FFF2-40B4-BE49-F238E27FC236}">
                  <a16:creationId xmlns:a16="http://schemas.microsoft.com/office/drawing/2014/main" id="{C0EAA940-EC7C-5A1E-9DE4-BD7A79D96576}"/>
                </a:ext>
              </a:extLst>
            </p:cNvPr>
            <p:cNvCxnSpPr>
              <a:cxnSpLocks/>
              <a:stCxn id="99" idx="0"/>
            </p:cNvCxnSpPr>
            <p:nvPr/>
          </p:nvCxnSpPr>
          <p:spPr>
            <a:xfrm flipV="1">
              <a:off x="8187331" y="5448586"/>
              <a:ext cx="0" cy="169719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</p:cxnSp>
        <p:cxnSp>
          <p:nvCxnSpPr>
            <p:cNvPr id="126" name="Прямая соединительная линия 125">
              <a:extLst>
                <a:ext uri="{FF2B5EF4-FFF2-40B4-BE49-F238E27FC236}">
                  <a16:creationId xmlns:a16="http://schemas.microsoft.com/office/drawing/2014/main" id="{DB997FBA-AD28-2582-6823-0CFE6334B48F}"/>
                </a:ext>
              </a:extLst>
            </p:cNvPr>
            <p:cNvCxnSpPr>
              <a:cxnSpLocks/>
              <a:stCxn id="100" idx="0"/>
            </p:cNvCxnSpPr>
            <p:nvPr/>
          </p:nvCxnSpPr>
          <p:spPr>
            <a:xfrm flipV="1">
              <a:off x="10354756" y="5448586"/>
              <a:ext cx="0" cy="169719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</p:cxnSp>
        <p:sp>
          <p:nvSpPr>
            <p:cNvPr id="127" name="Прямоугольник 126">
              <a:extLst>
                <a:ext uri="{FF2B5EF4-FFF2-40B4-BE49-F238E27FC236}">
                  <a16:creationId xmlns:a16="http://schemas.microsoft.com/office/drawing/2014/main" id="{67A58FFA-A1D4-E0C0-2639-BE1E0C551C69}"/>
                </a:ext>
              </a:extLst>
            </p:cNvPr>
            <p:cNvSpPr/>
            <p:nvPr/>
          </p:nvSpPr>
          <p:spPr>
            <a:xfrm>
              <a:off x="13665341" y="3995732"/>
              <a:ext cx="1490193" cy="47993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rgbClr val="23242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Генерация контента</a:t>
              </a:r>
              <a:endParaRPr lang="en-US" sz="1200" b="1" kern="0" dirty="0">
                <a:solidFill>
                  <a:srgbClr val="232422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Neue"/>
              </a:endParaRPr>
            </a:p>
          </p:txBody>
        </p:sp>
        <p:cxnSp>
          <p:nvCxnSpPr>
            <p:cNvPr id="128" name="Прямая соединительная линия 127">
              <a:extLst>
                <a:ext uri="{FF2B5EF4-FFF2-40B4-BE49-F238E27FC236}">
                  <a16:creationId xmlns:a16="http://schemas.microsoft.com/office/drawing/2014/main" id="{20F9621A-D70F-201C-3CF1-CEA6B9764ACC}"/>
                </a:ext>
              </a:extLst>
            </p:cNvPr>
            <p:cNvCxnSpPr>
              <a:cxnSpLocks/>
              <a:stCxn id="101" idx="0"/>
            </p:cNvCxnSpPr>
            <p:nvPr/>
          </p:nvCxnSpPr>
          <p:spPr>
            <a:xfrm flipV="1">
              <a:off x="12432526" y="5440603"/>
              <a:ext cx="0" cy="177702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</p:cxnSp>
        <p:cxnSp>
          <p:nvCxnSpPr>
            <p:cNvPr id="129" name="Прямая соединительная линия 128">
              <a:extLst>
                <a:ext uri="{FF2B5EF4-FFF2-40B4-BE49-F238E27FC236}">
                  <a16:creationId xmlns:a16="http://schemas.microsoft.com/office/drawing/2014/main" id="{7AD3AA52-D744-DA87-DE92-1B4DFA0B55D9}"/>
                </a:ext>
              </a:extLst>
            </p:cNvPr>
            <p:cNvCxnSpPr>
              <a:cxnSpLocks/>
              <a:stCxn id="102" idx="0"/>
            </p:cNvCxnSpPr>
            <p:nvPr/>
          </p:nvCxnSpPr>
          <p:spPr>
            <a:xfrm flipV="1">
              <a:off x="14354892" y="5448586"/>
              <a:ext cx="0" cy="163112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</p:cxnSp>
        <p:cxnSp>
          <p:nvCxnSpPr>
            <p:cNvPr id="54" name="Прямая соединительная линия 53">
              <a:extLst>
                <a:ext uri="{FF2B5EF4-FFF2-40B4-BE49-F238E27FC236}">
                  <a16:creationId xmlns:a16="http://schemas.microsoft.com/office/drawing/2014/main" id="{89E15626-2CA0-45C7-4F8B-B66B97F86D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3897" y="7620254"/>
              <a:ext cx="0" cy="162604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</p:cxn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id="{47D4A54D-1747-D55A-2686-0A4C2661E4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0039" y="7627260"/>
              <a:ext cx="0" cy="162605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</p:cxnSp>
        <p:sp>
          <p:nvSpPr>
            <p:cNvPr id="59" name="Прямоугольник 58">
              <a:extLst>
                <a:ext uri="{FF2B5EF4-FFF2-40B4-BE49-F238E27FC236}">
                  <a16:creationId xmlns:a16="http://schemas.microsoft.com/office/drawing/2014/main" id="{4A2ACA72-502B-7678-6A72-7C5955262CAF}"/>
                </a:ext>
              </a:extLst>
            </p:cNvPr>
            <p:cNvSpPr/>
            <p:nvPr/>
          </p:nvSpPr>
          <p:spPr>
            <a:xfrm>
              <a:off x="12477662" y="9450234"/>
              <a:ext cx="2875774" cy="288195"/>
            </a:xfrm>
            <a:prstGeom prst="rect">
              <a:avLst/>
            </a:prstGeom>
            <a:solidFill>
              <a:srgbClr val="006EBE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200" b="1" kern="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Существующие компоненты</a:t>
              </a:r>
            </a:p>
          </p:txBody>
        </p:sp>
        <p:sp>
          <p:nvSpPr>
            <p:cNvPr id="60" name="Прямоугольник 59">
              <a:extLst>
                <a:ext uri="{FF2B5EF4-FFF2-40B4-BE49-F238E27FC236}">
                  <a16:creationId xmlns:a16="http://schemas.microsoft.com/office/drawing/2014/main" id="{33D77328-E267-5E07-8E32-BBB98EB14C7D}"/>
                </a:ext>
              </a:extLst>
            </p:cNvPr>
            <p:cNvSpPr/>
            <p:nvPr/>
          </p:nvSpPr>
          <p:spPr>
            <a:xfrm>
              <a:off x="9492152" y="9452710"/>
              <a:ext cx="2875774" cy="2881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algn="ctr" defTabSz="728016" hangingPunct="0">
                <a:defRPr/>
              </a:pPr>
              <a:r>
                <a:rPr lang="ru-RU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Внедряемые</a:t>
              </a:r>
              <a:r>
                <a:rPr lang="ru-RU" sz="1200" b="1" kern="0" dirty="0"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 компоненты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33315F22-EED6-9BA4-D858-DA37C897DE40}"/>
              </a:ext>
            </a:extLst>
          </p:cNvPr>
          <p:cNvSpPr txBox="1"/>
          <p:nvPr/>
        </p:nvSpPr>
        <p:spPr>
          <a:xfrm>
            <a:off x="385352" y="284669"/>
            <a:ext cx="1694111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600" b="1" kern="0" dirty="0">
                <a:solidFill>
                  <a:srgbClr val="006EBE"/>
                </a:solidFill>
                <a:latin typeface="Arial"/>
                <a:cs typeface="Arial"/>
              </a:rPr>
              <a:t>Концептуальная архитектура ИС. Целевая</a:t>
            </a:r>
            <a:endParaRPr lang="ru-RU" sz="4600" b="1" kern="0" noProof="0" dirty="0">
              <a:solidFill>
                <a:srgbClr val="006EBE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3926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9C88240-EC90-F4C6-67A0-9749EB811E51}"/>
              </a:ext>
            </a:extLst>
          </p:cNvPr>
          <p:cNvGrpSpPr/>
          <p:nvPr/>
        </p:nvGrpSpPr>
        <p:grpSpPr>
          <a:xfrm>
            <a:off x="3242602" y="1477151"/>
            <a:ext cx="11767625" cy="8383819"/>
            <a:chOff x="3242602" y="1477151"/>
            <a:chExt cx="11767625" cy="8383819"/>
          </a:xfrm>
        </p:grpSpPr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326E50B7-2E09-4A36-BF63-33F8F5917E81}"/>
                </a:ext>
              </a:extLst>
            </p:cNvPr>
            <p:cNvSpPr/>
            <p:nvPr/>
          </p:nvSpPr>
          <p:spPr>
            <a:xfrm>
              <a:off x="3252754" y="5890542"/>
              <a:ext cx="11757473" cy="36077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1179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ОБЩЕАКАДЕМИЧЕСКИЕ ПРОЦЕССЫ</a:t>
              </a:r>
            </a:p>
          </p:txBody>
        </p:sp>
        <p:sp>
          <p:nvSpPr>
            <p:cNvPr id="75" name="Прямоугольник 74">
              <a:extLst>
                <a:ext uri="{FF2B5EF4-FFF2-40B4-BE49-F238E27FC236}">
                  <a16:creationId xmlns:a16="http://schemas.microsoft.com/office/drawing/2014/main" id="{894BE07F-032D-44FE-BDC0-311C76A5DB57}"/>
                </a:ext>
              </a:extLst>
            </p:cNvPr>
            <p:cNvSpPr/>
            <p:nvPr/>
          </p:nvSpPr>
          <p:spPr>
            <a:xfrm>
              <a:off x="4710159" y="6888736"/>
              <a:ext cx="1388393" cy="56151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Внутренний аудит </a:t>
              </a:r>
              <a:b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 контроль</a:t>
              </a:r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E7F2E18-F612-442C-BE9E-A3B042547CA7}"/>
                </a:ext>
              </a:extLst>
            </p:cNvPr>
            <p:cNvSpPr/>
            <p:nvPr/>
          </p:nvSpPr>
          <p:spPr>
            <a:xfrm>
              <a:off x="13416409" y="6230401"/>
              <a:ext cx="1376844" cy="319546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Информационные технологии</a:t>
              </a:r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C4A77213-45F6-40E7-829B-57EB692B482F}"/>
                </a:ext>
              </a:extLst>
            </p:cNvPr>
            <p:cNvSpPr/>
            <p:nvPr/>
          </p:nvSpPr>
          <p:spPr>
            <a:xfrm>
              <a:off x="13503839" y="6592237"/>
              <a:ext cx="1204668" cy="380358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</a:t>
              </a:r>
              <a:b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ИТ-услугами </a:t>
              </a:r>
            </a:p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ITSM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</a:t>
              </a:r>
              <a:r>
                <a:rPr lang="en-US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SimpleOne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1A986D50-7E93-4453-8778-9267D0FA21CF}"/>
                </a:ext>
              </a:extLst>
            </p:cNvPr>
            <p:cNvSpPr/>
            <p:nvPr/>
          </p:nvSpPr>
          <p:spPr>
            <a:xfrm>
              <a:off x="13508930" y="7050862"/>
              <a:ext cx="1204668" cy="333343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задачами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Яндекс.Трекер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31522337-0D8C-46B2-BCD8-D70CC85F1800}"/>
                </a:ext>
              </a:extLst>
            </p:cNvPr>
            <p:cNvSpPr/>
            <p:nvPr/>
          </p:nvSpPr>
          <p:spPr>
            <a:xfrm>
              <a:off x="3242602" y="1484121"/>
              <a:ext cx="9485569" cy="42309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1179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ОБРАЗОВАТЕЛЬНАЯ ДЕЯТЕЛЬНОСТЬ</a:t>
              </a:r>
            </a:p>
          </p:txBody>
        </p:sp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id="{ACD6EFD0-3D9B-441E-AB2A-63F895BC66C8}"/>
                </a:ext>
              </a:extLst>
            </p:cNvPr>
            <p:cNvSpPr/>
            <p:nvPr/>
          </p:nvSpPr>
          <p:spPr>
            <a:xfrm>
              <a:off x="13009724" y="1477151"/>
              <a:ext cx="1979287" cy="42379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1179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НАУЧНАЯ ДЕЯТЕЛЬНОСТЬ</a:t>
              </a:r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9E3960B1-1CF5-4345-ADEA-E4E22ED07CCA}"/>
                </a:ext>
              </a:extLst>
            </p:cNvPr>
            <p:cNvSpPr/>
            <p:nvPr/>
          </p:nvSpPr>
          <p:spPr>
            <a:xfrm>
              <a:off x="3470950" y="6230401"/>
              <a:ext cx="2928494" cy="5442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Маркетинг </a:t>
              </a:r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B79BBFB0-FCC6-4841-B01B-21963DAF2276}"/>
                </a:ext>
              </a:extLst>
            </p:cNvPr>
            <p:cNvSpPr/>
            <p:nvPr/>
          </p:nvSpPr>
          <p:spPr>
            <a:xfrm>
              <a:off x="10306427" y="9684459"/>
              <a:ext cx="1376844" cy="176511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90000"/>
                </a:lnSpc>
              </a:pPr>
              <a:r>
                <a:rPr lang="ru-RU" sz="857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Действующая система</a:t>
              </a:r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23C65657-DA39-451F-A41C-80F1329DA4F7}"/>
                </a:ext>
              </a:extLst>
            </p:cNvPr>
            <p:cNvSpPr/>
            <p:nvPr/>
          </p:nvSpPr>
          <p:spPr>
            <a:xfrm>
              <a:off x="11888958" y="9682552"/>
              <a:ext cx="1376844" cy="176511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90000"/>
                </a:lnSpc>
              </a:pPr>
              <a:r>
                <a:rPr lang="ru-RU" sz="857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Проект внедрения</a:t>
              </a:r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E79ED9F6-B1C3-45DA-B072-C114EF60D482}"/>
                </a:ext>
              </a:extLst>
            </p:cNvPr>
            <p:cNvSpPr/>
            <p:nvPr/>
          </p:nvSpPr>
          <p:spPr>
            <a:xfrm>
              <a:off x="13471491" y="9684459"/>
              <a:ext cx="1376844" cy="176511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90000"/>
                </a:lnSpc>
              </a:pPr>
              <a:r>
                <a:rPr lang="ru-RU" sz="857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Новая система</a:t>
              </a:r>
            </a:p>
          </p:txBody>
        </p:sp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id="{6D59CEDB-081A-4D07-ACE5-652E17928AFC}"/>
                </a:ext>
              </a:extLst>
            </p:cNvPr>
            <p:cNvSpPr/>
            <p:nvPr/>
          </p:nvSpPr>
          <p:spPr>
            <a:xfrm>
              <a:off x="13497978" y="8989862"/>
              <a:ext cx="1233588" cy="325311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ИТ-архитектурой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(Archi)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C093D1F5-9487-497D-B323-DE8FD2C18FBB}"/>
                </a:ext>
              </a:extLst>
            </p:cNvPr>
            <p:cNvSpPr/>
            <p:nvPr/>
          </p:nvSpPr>
          <p:spPr>
            <a:xfrm>
              <a:off x="4668596" y="8501787"/>
              <a:ext cx="3132608" cy="9240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персоналом</a:t>
              </a:r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id="{69281A29-4A29-45F3-A7C6-4337BA47745D}"/>
                </a:ext>
              </a:extLst>
            </p:cNvPr>
            <p:cNvSpPr/>
            <p:nvPr/>
          </p:nvSpPr>
          <p:spPr>
            <a:xfrm>
              <a:off x="3558087" y="6430304"/>
              <a:ext cx="1813996" cy="269147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сайтом</a:t>
              </a:r>
              <a:b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(CMS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Битрикс.Управление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сайтом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BDE842B3-DB0C-45B1-B9C7-4485774DDB55}"/>
                </a:ext>
              </a:extLst>
            </p:cNvPr>
            <p:cNvSpPr/>
            <p:nvPr/>
          </p:nvSpPr>
          <p:spPr>
            <a:xfrm>
              <a:off x="10064436" y="6867341"/>
              <a:ext cx="3200338" cy="187091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Экономика и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финансы  </a:t>
              </a:r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id="{2D2CC9C7-8689-4054-A595-29D35860CB82}"/>
                </a:ext>
              </a:extLst>
            </p:cNvPr>
            <p:cNvSpPr/>
            <p:nvPr/>
          </p:nvSpPr>
          <p:spPr>
            <a:xfrm>
              <a:off x="13497978" y="8546196"/>
              <a:ext cx="1204668" cy="36255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пользователями (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IDM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en-US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Выбор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D5D56223-3EEB-4272-95D3-D560BE63D374}"/>
                </a:ext>
              </a:extLst>
            </p:cNvPr>
            <p:cNvSpPr/>
            <p:nvPr/>
          </p:nvSpPr>
          <p:spPr>
            <a:xfrm>
              <a:off x="6192114" y="6889618"/>
              <a:ext cx="1955830" cy="5073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Услуги проживания</a:t>
              </a:r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id="{CF21A9AE-864C-4721-9233-C72BB5E007CF}"/>
                </a:ext>
              </a:extLst>
            </p:cNvPr>
            <p:cNvSpPr/>
            <p:nvPr/>
          </p:nvSpPr>
          <p:spPr>
            <a:xfrm>
              <a:off x="4738498" y="9089860"/>
              <a:ext cx="969089" cy="267303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Расчет ЗП и ШР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1С.ЗКГУ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id="{DDBCDA8A-0F80-4E5D-8A1D-36238DC32631}"/>
                </a:ext>
              </a:extLst>
            </p:cNvPr>
            <p:cNvSpPr/>
            <p:nvPr/>
          </p:nvSpPr>
          <p:spPr>
            <a:xfrm>
              <a:off x="4732494" y="8719274"/>
              <a:ext cx="979734" cy="270588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Подбор персонала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friendWork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Прямоугольник 52">
              <a:extLst>
                <a:ext uri="{FF2B5EF4-FFF2-40B4-BE49-F238E27FC236}">
                  <a16:creationId xmlns:a16="http://schemas.microsoft.com/office/drawing/2014/main" id="{B066E797-9193-4250-9AB5-BFB72A21B8B2}"/>
                </a:ext>
              </a:extLst>
            </p:cNvPr>
            <p:cNvSpPr/>
            <p:nvPr/>
          </p:nvSpPr>
          <p:spPr>
            <a:xfrm>
              <a:off x="6770703" y="8722983"/>
              <a:ext cx="970798" cy="27058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Оценка персонала</a:t>
              </a:r>
              <a:endParaRPr lang="en-US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Прямоугольник 53">
              <a:extLst>
                <a:ext uri="{FF2B5EF4-FFF2-40B4-BE49-F238E27FC236}">
                  <a16:creationId xmlns:a16="http://schemas.microsoft.com/office/drawing/2014/main" id="{5129BEE7-E7C3-4415-893E-02D53FA188CD}"/>
                </a:ext>
              </a:extLst>
            </p:cNvPr>
            <p:cNvSpPr/>
            <p:nvPr/>
          </p:nvSpPr>
          <p:spPr>
            <a:xfrm>
              <a:off x="5773603" y="8726061"/>
              <a:ext cx="935725" cy="27058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ЛК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Работника</a:t>
              </a:r>
              <a:endParaRPr lang="en-US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выбор/</a:t>
              </a:r>
              <a:r>
                <a:rPr lang="ru-RU" sz="75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Битрикс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Прямоугольник 54">
              <a:extLst>
                <a:ext uri="{FF2B5EF4-FFF2-40B4-BE49-F238E27FC236}">
                  <a16:creationId xmlns:a16="http://schemas.microsoft.com/office/drawing/2014/main" id="{91D23FA5-26E0-4CFE-A005-B26058122790}"/>
                </a:ext>
              </a:extLst>
            </p:cNvPr>
            <p:cNvSpPr/>
            <p:nvPr/>
          </p:nvSpPr>
          <p:spPr>
            <a:xfrm>
              <a:off x="6761768" y="9089860"/>
              <a:ext cx="979734" cy="27058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Конкурсы ППС </a:t>
              </a:r>
            </a:p>
          </p:txBody>
        </p:sp>
        <p:sp>
          <p:nvSpPr>
            <p:cNvPr id="56" name="Прямоугольник 55">
              <a:extLst>
                <a:ext uri="{FF2B5EF4-FFF2-40B4-BE49-F238E27FC236}">
                  <a16:creationId xmlns:a16="http://schemas.microsoft.com/office/drawing/2014/main" id="{E2DE03B7-61E1-47C6-A59D-5D614303D3E6}"/>
                </a:ext>
              </a:extLst>
            </p:cNvPr>
            <p:cNvSpPr/>
            <p:nvPr/>
          </p:nvSpPr>
          <p:spPr>
            <a:xfrm>
              <a:off x="5774698" y="9086574"/>
              <a:ext cx="937502" cy="27058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КЭДО</a:t>
              </a:r>
              <a:endParaRPr lang="en-US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75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HRPro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Прямоугольник 61">
              <a:extLst>
                <a:ext uri="{FF2B5EF4-FFF2-40B4-BE49-F238E27FC236}">
                  <a16:creationId xmlns:a16="http://schemas.microsoft.com/office/drawing/2014/main" id="{7DAB7CBB-DC14-485D-AA8B-D132C7DB1D02}"/>
                </a:ext>
              </a:extLst>
            </p:cNvPr>
            <p:cNvSpPr/>
            <p:nvPr/>
          </p:nvSpPr>
          <p:spPr>
            <a:xfrm>
              <a:off x="4710777" y="7498167"/>
              <a:ext cx="1370581" cy="55527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Капитальное строительство </a:t>
              </a:r>
            </a:p>
          </p:txBody>
        </p:sp>
        <p:sp>
          <p:nvSpPr>
            <p:cNvPr id="63" name="Прямоугольник 62">
              <a:extLst>
                <a:ext uri="{FF2B5EF4-FFF2-40B4-BE49-F238E27FC236}">
                  <a16:creationId xmlns:a16="http://schemas.microsoft.com/office/drawing/2014/main" id="{98D3AE3F-3554-4030-864B-42898DCE2AA6}"/>
                </a:ext>
              </a:extLst>
            </p:cNvPr>
            <p:cNvSpPr/>
            <p:nvPr/>
          </p:nvSpPr>
          <p:spPr>
            <a:xfrm>
              <a:off x="4814955" y="7772082"/>
              <a:ext cx="1132253" cy="233409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АИС МСО</a:t>
              </a:r>
              <a:b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(Integrity)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Прямоугольник 63">
              <a:extLst>
                <a:ext uri="{FF2B5EF4-FFF2-40B4-BE49-F238E27FC236}">
                  <a16:creationId xmlns:a16="http://schemas.microsoft.com/office/drawing/2014/main" id="{91F59A31-7743-49DA-963D-39424C352FEB}"/>
                </a:ext>
              </a:extLst>
            </p:cNvPr>
            <p:cNvSpPr/>
            <p:nvPr/>
          </p:nvSpPr>
          <p:spPr>
            <a:xfrm>
              <a:off x="11683271" y="7926653"/>
              <a:ext cx="1475679" cy="27058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Договорной документооборот</a:t>
              </a:r>
              <a:endParaRPr lang="en-US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выбор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Прямоугольник 64">
              <a:extLst>
                <a:ext uri="{FF2B5EF4-FFF2-40B4-BE49-F238E27FC236}">
                  <a16:creationId xmlns:a16="http://schemas.microsoft.com/office/drawing/2014/main" id="{BA720DB9-599A-47B4-9546-3070410A748A}"/>
                </a:ext>
              </a:extLst>
            </p:cNvPr>
            <p:cNvSpPr/>
            <p:nvPr/>
          </p:nvSpPr>
          <p:spPr>
            <a:xfrm>
              <a:off x="10218419" y="7095631"/>
              <a:ext cx="1402526" cy="270588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Бюджетирование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1С.УХ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Прямоугольник 65">
              <a:extLst>
                <a:ext uri="{FF2B5EF4-FFF2-40B4-BE49-F238E27FC236}">
                  <a16:creationId xmlns:a16="http://schemas.microsoft.com/office/drawing/2014/main" id="{B17AA1F8-7289-4277-BA32-F0832DF46A52}"/>
                </a:ext>
              </a:extLst>
            </p:cNvPr>
            <p:cNvSpPr/>
            <p:nvPr/>
          </p:nvSpPr>
          <p:spPr>
            <a:xfrm>
              <a:off x="6274200" y="7069744"/>
              <a:ext cx="1780183" cy="269670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Гостиницы и общежития </a:t>
              </a:r>
              <a:b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Logus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Прямоугольник 66">
              <a:extLst>
                <a:ext uri="{FF2B5EF4-FFF2-40B4-BE49-F238E27FC236}">
                  <a16:creationId xmlns:a16="http://schemas.microsoft.com/office/drawing/2014/main" id="{2EC12A8E-5AF5-4ED5-916F-052970BBAE1A}"/>
                </a:ext>
              </a:extLst>
            </p:cNvPr>
            <p:cNvSpPr/>
            <p:nvPr/>
          </p:nvSpPr>
          <p:spPr>
            <a:xfrm>
              <a:off x="8252923" y="6881956"/>
              <a:ext cx="1769709" cy="5073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Медицинские услуги</a:t>
              </a:r>
            </a:p>
          </p:txBody>
        </p:sp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id="{FEB252C8-2DBA-4A77-B44B-99C9BFEC3A06}"/>
                </a:ext>
              </a:extLst>
            </p:cNvPr>
            <p:cNvSpPr/>
            <p:nvPr/>
          </p:nvSpPr>
          <p:spPr>
            <a:xfrm>
              <a:off x="8322750" y="7060271"/>
              <a:ext cx="1641142" cy="265172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ИС </a:t>
              </a:r>
              <a:r>
                <a:rPr lang="ru-RU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Мед.центра</a:t>
              </a:r>
              <a:b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Мегаклиника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Прямоугольник 68">
              <a:extLst>
                <a:ext uri="{FF2B5EF4-FFF2-40B4-BE49-F238E27FC236}">
                  <a16:creationId xmlns:a16="http://schemas.microsoft.com/office/drawing/2014/main" id="{F9528F3E-86C5-4E1E-827A-C6AF5C35BD8E}"/>
                </a:ext>
              </a:extLst>
            </p:cNvPr>
            <p:cNvSpPr/>
            <p:nvPr/>
          </p:nvSpPr>
          <p:spPr>
            <a:xfrm>
              <a:off x="13504144" y="7446181"/>
              <a:ext cx="1204668" cy="270588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ВКС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МТС.Линк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Телемост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Прямоугольник 69">
              <a:extLst>
                <a:ext uri="{FF2B5EF4-FFF2-40B4-BE49-F238E27FC236}">
                  <a16:creationId xmlns:a16="http://schemas.microsoft.com/office/drawing/2014/main" id="{998EB48D-8635-492A-8886-65CF9BD6E265}"/>
                </a:ext>
              </a:extLst>
            </p:cNvPr>
            <p:cNvSpPr/>
            <p:nvPr/>
          </p:nvSpPr>
          <p:spPr>
            <a:xfrm>
              <a:off x="13504144" y="7784908"/>
              <a:ext cx="1204668" cy="34657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Средства совместной работы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Яндекс360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Прямоугольник 70">
              <a:extLst>
                <a:ext uri="{FF2B5EF4-FFF2-40B4-BE49-F238E27FC236}">
                  <a16:creationId xmlns:a16="http://schemas.microsoft.com/office/drawing/2014/main" id="{9FE5BEDD-56AA-4EDF-9193-446EAA31DA0C}"/>
                </a:ext>
              </a:extLst>
            </p:cNvPr>
            <p:cNvSpPr/>
            <p:nvPr/>
          </p:nvSpPr>
          <p:spPr>
            <a:xfrm>
              <a:off x="10220035" y="7930355"/>
              <a:ext cx="1406586" cy="27058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Управленческий учет</a:t>
              </a:r>
              <a:endParaRPr lang="en-US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выбор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Прямоугольник 71">
              <a:extLst>
                <a:ext uri="{FF2B5EF4-FFF2-40B4-BE49-F238E27FC236}">
                  <a16:creationId xmlns:a16="http://schemas.microsoft.com/office/drawing/2014/main" id="{99D9CE0E-76A2-479C-A6EF-C96B833B6C1C}"/>
                </a:ext>
              </a:extLst>
            </p:cNvPr>
            <p:cNvSpPr/>
            <p:nvPr/>
          </p:nvSpPr>
          <p:spPr>
            <a:xfrm>
              <a:off x="11700197" y="7095630"/>
              <a:ext cx="1458752" cy="253420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БУ/НУ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1С.БГУ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Прямоугольник 72">
              <a:extLst>
                <a:ext uri="{FF2B5EF4-FFF2-40B4-BE49-F238E27FC236}">
                  <a16:creationId xmlns:a16="http://schemas.microsoft.com/office/drawing/2014/main" id="{94CE9E12-CC6E-4900-9F16-B64764A6512C}"/>
                </a:ext>
              </a:extLst>
            </p:cNvPr>
            <p:cNvSpPr/>
            <p:nvPr/>
          </p:nvSpPr>
          <p:spPr>
            <a:xfrm>
              <a:off x="11700197" y="7487518"/>
              <a:ext cx="1458752" cy="28988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Сводная отчетность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1С.Свод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Прямоугольник 73">
              <a:extLst>
                <a:ext uri="{FF2B5EF4-FFF2-40B4-BE49-F238E27FC236}">
                  <a16:creationId xmlns:a16="http://schemas.microsoft.com/office/drawing/2014/main" id="{EA69A8EF-B2EA-4FD8-8230-593E7297E1B7}"/>
                </a:ext>
              </a:extLst>
            </p:cNvPr>
            <p:cNvSpPr/>
            <p:nvPr/>
          </p:nvSpPr>
          <p:spPr>
            <a:xfrm>
              <a:off x="11683271" y="8366492"/>
              <a:ext cx="1475679" cy="270588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Выплата стипендий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1С.ЗКГУ.Стипендии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Прямоугольник 75">
              <a:extLst>
                <a:ext uri="{FF2B5EF4-FFF2-40B4-BE49-F238E27FC236}">
                  <a16:creationId xmlns:a16="http://schemas.microsoft.com/office/drawing/2014/main" id="{3D2352E6-9E33-4D46-9695-CCC3ECAE3D72}"/>
                </a:ext>
              </a:extLst>
            </p:cNvPr>
            <p:cNvSpPr/>
            <p:nvPr/>
          </p:nvSpPr>
          <p:spPr>
            <a:xfrm>
              <a:off x="4783194" y="7181463"/>
              <a:ext cx="1236144" cy="221584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рисками (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GRC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en-US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Прямоугольник 76">
              <a:extLst>
                <a:ext uri="{FF2B5EF4-FFF2-40B4-BE49-F238E27FC236}">
                  <a16:creationId xmlns:a16="http://schemas.microsoft.com/office/drawing/2014/main" id="{110C262E-CC1D-4613-B83B-05AC2350DD14}"/>
                </a:ext>
              </a:extLst>
            </p:cNvPr>
            <p:cNvSpPr/>
            <p:nvPr/>
          </p:nvSpPr>
          <p:spPr>
            <a:xfrm>
              <a:off x="8345312" y="6232073"/>
              <a:ext cx="1652013" cy="52187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программа/проектами</a:t>
              </a:r>
            </a:p>
          </p:txBody>
        </p:sp>
        <p:sp>
          <p:nvSpPr>
            <p:cNvPr id="78" name="Прямоугольник 77">
              <a:extLst>
                <a:ext uri="{FF2B5EF4-FFF2-40B4-BE49-F238E27FC236}">
                  <a16:creationId xmlns:a16="http://schemas.microsoft.com/office/drawing/2014/main" id="{D2AFE228-056E-4338-B03D-ACBD0B992A43}"/>
                </a:ext>
              </a:extLst>
            </p:cNvPr>
            <p:cNvSpPr/>
            <p:nvPr/>
          </p:nvSpPr>
          <p:spPr>
            <a:xfrm>
              <a:off x="8675682" y="6463728"/>
              <a:ext cx="1007481" cy="22439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СУПД</a:t>
              </a:r>
              <a:b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выбор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Прямоугольник 78">
              <a:extLst>
                <a:ext uri="{FF2B5EF4-FFF2-40B4-BE49-F238E27FC236}">
                  <a16:creationId xmlns:a16="http://schemas.microsoft.com/office/drawing/2014/main" id="{C0225EBB-B8E3-4F5C-8E7C-39CEDE40239D}"/>
                </a:ext>
              </a:extLst>
            </p:cNvPr>
            <p:cNvSpPr/>
            <p:nvPr/>
          </p:nvSpPr>
          <p:spPr>
            <a:xfrm>
              <a:off x="6148468" y="7482784"/>
              <a:ext cx="1604051" cy="5442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эксплуатацией зданий</a:t>
              </a:r>
            </a:p>
          </p:txBody>
        </p:sp>
        <p:sp>
          <p:nvSpPr>
            <p:cNvPr id="80" name="Прямоугольник 79">
              <a:extLst>
                <a:ext uri="{FF2B5EF4-FFF2-40B4-BE49-F238E27FC236}">
                  <a16:creationId xmlns:a16="http://schemas.microsoft.com/office/drawing/2014/main" id="{235B409E-112E-461E-90EA-D03DDFD1A105}"/>
                </a:ext>
              </a:extLst>
            </p:cNvPr>
            <p:cNvSpPr/>
            <p:nvPr/>
          </p:nvSpPr>
          <p:spPr>
            <a:xfrm>
              <a:off x="5466517" y="6425891"/>
              <a:ext cx="851612" cy="270588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Рассылки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Sensday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Прямоугольник 80">
              <a:extLst>
                <a:ext uri="{FF2B5EF4-FFF2-40B4-BE49-F238E27FC236}">
                  <a16:creationId xmlns:a16="http://schemas.microsoft.com/office/drawing/2014/main" id="{7DCF7CA3-3658-4EFB-A3A9-2A500F6BC4BE}"/>
                </a:ext>
              </a:extLst>
            </p:cNvPr>
            <p:cNvSpPr/>
            <p:nvPr/>
          </p:nvSpPr>
          <p:spPr>
            <a:xfrm>
              <a:off x="3470951" y="1874933"/>
              <a:ext cx="3733827" cy="36841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Профессиональное образование</a:t>
              </a:r>
            </a:p>
          </p:txBody>
        </p:sp>
        <p:sp>
          <p:nvSpPr>
            <p:cNvPr id="83" name="Прямоугольник 82">
              <a:extLst>
                <a:ext uri="{FF2B5EF4-FFF2-40B4-BE49-F238E27FC236}">
                  <a16:creationId xmlns:a16="http://schemas.microsoft.com/office/drawing/2014/main" id="{2AF93A5D-BEB4-4E92-AB82-EEA964A9316E}"/>
                </a:ext>
              </a:extLst>
            </p:cNvPr>
            <p:cNvSpPr/>
            <p:nvPr/>
          </p:nvSpPr>
          <p:spPr>
            <a:xfrm>
              <a:off x="7362604" y="1885337"/>
              <a:ext cx="3226653" cy="36734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Дополнительное образование</a:t>
              </a:r>
            </a:p>
          </p:txBody>
        </p:sp>
        <p:sp>
          <p:nvSpPr>
            <p:cNvPr id="85" name="Прямоугольник 84">
              <a:extLst>
                <a:ext uri="{FF2B5EF4-FFF2-40B4-BE49-F238E27FC236}">
                  <a16:creationId xmlns:a16="http://schemas.microsoft.com/office/drawing/2014/main" id="{DC8F79BD-1E18-4C17-8796-3010A48E359A}"/>
                </a:ext>
              </a:extLst>
            </p:cNvPr>
            <p:cNvSpPr/>
            <p:nvPr/>
          </p:nvSpPr>
          <p:spPr>
            <a:xfrm>
              <a:off x="3585114" y="2768682"/>
              <a:ext cx="3486032" cy="204356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ЛК Студента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</a:t>
              </a:r>
              <a:r>
                <a:rPr lang="ru-RU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Битрикс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Прямоугольник 85">
              <a:extLst>
                <a:ext uri="{FF2B5EF4-FFF2-40B4-BE49-F238E27FC236}">
                  <a16:creationId xmlns:a16="http://schemas.microsoft.com/office/drawing/2014/main" id="{CC553CD1-5225-4FCA-858D-E66F48B451B4}"/>
                </a:ext>
              </a:extLst>
            </p:cNvPr>
            <p:cNvSpPr/>
            <p:nvPr/>
          </p:nvSpPr>
          <p:spPr>
            <a:xfrm>
              <a:off x="7439943" y="2774804"/>
              <a:ext cx="3085911" cy="201232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ЛК ДПО 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Битрикс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Прямоугольник 86">
              <a:extLst>
                <a:ext uri="{FF2B5EF4-FFF2-40B4-BE49-F238E27FC236}">
                  <a16:creationId xmlns:a16="http://schemas.microsoft.com/office/drawing/2014/main" id="{124E0C88-8029-42E0-BC9A-48C40C5B0B4C}"/>
                </a:ext>
              </a:extLst>
            </p:cNvPr>
            <p:cNvSpPr/>
            <p:nvPr/>
          </p:nvSpPr>
          <p:spPr>
            <a:xfrm>
              <a:off x="3585114" y="3493579"/>
              <a:ext cx="3486032" cy="204357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Разработка учебных материалов 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iSpring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Moodle)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Прямоугольник 87">
              <a:extLst>
                <a:ext uri="{FF2B5EF4-FFF2-40B4-BE49-F238E27FC236}">
                  <a16:creationId xmlns:a16="http://schemas.microsoft.com/office/drawing/2014/main" id="{0690AB20-5401-4CC2-BCCD-BA0DEC2C5A46}"/>
                </a:ext>
              </a:extLst>
            </p:cNvPr>
            <p:cNvSpPr/>
            <p:nvPr/>
          </p:nvSpPr>
          <p:spPr>
            <a:xfrm>
              <a:off x="7446458" y="3766274"/>
              <a:ext cx="1981335" cy="191955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 Система управления обучением  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АСУО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Прямоугольник 88">
              <a:extLst>
                <a:ext uri="{FF2B5EF4-FFF2-40B4-BE49-F238E27FC236}">
                  <a16:creationId xmlns:a16="http://schemas.microsoft.com/office/drawing/2014/main" id="{C46202D3-E761-4BFE-B4D4-086FC421C5AF}"/>
                </a:ext>
              </a:extLst>
            </p:cNvPr>
            <p:cNvSpPr/>
            <p:nvPr/>
          </p:nvSpPr>
          <p:spPr>
            <a:xfrm>
              <a:off x="3585114" y="3764467"/>
              <a:ext cx="2294999" cy="19074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 Система управления обучением 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(LMS Moodle)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Прямоугольник 89">
              <a:extLst>
                <a:ext uri="{FF2B5EF4-FFF2-40B4-BE49-F238E27FC236}">
                  <a16:creationId xmlns:a16="http://schemas.microsoft.com/office/drawing/2014/main" id="{165FD994-70F0-411C-AAC1-3B5DAB8A5119}"/>
                </a:ext>
              </a:extLst>
            </p:cNvPr>
            <p:cNvSpPr/>
            <p:nvPr/>
          </p:nvSpPr>
          <p:spPr>
            <a:xfrm>
              <a:off x="7435499" y="3484077"/>
              <a:ext cx="3079183" cy="210611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Разработка учебных материалов 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CoursEditor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Прямоугольник 90">
              <a:extLst>
                <a:ext uri="{FF2B5EF4-FFF2-40B4-BE49-F238E27FC236}">
                  <a16:creationId xmlns:a16="http://schemas.microsoft.com/office/drawing/2014/main" id="{22869423-FC91-450E-A2A4-95943E2867C7}"/>
                </a:ext>
              </a:extLst>
            </p:cNvPr>
            <p:cNvSpPr/>
            <p:nvPr/>
          </p:nvSpPr>
          <p:spPr>
            <a:xfrm>
              <a:off x="3585115" y="4024144"/>
              <a:ext cx="3488559" cy="19074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нагрузкой (ММИС.УНО, 1С.КАС.Нагрузка)</a:t>
              </a:r>
            </a:p>
          </p:txBody>
        </p:sp>
        <p:sp>
          <p:nvSpPr>
            <p:cNvPr id="92" name="Прямоугольник 91">
              <a:extLst>
                <a:ext uri="{FF2B5EF4-FFF2-40B4-BE49-F238E27FC236}">
                  <a16:creationId xmlns:a16="http://schemas.microsoft.com/office/drawing/2014/main" id="{4EDDEBA7-6769-487D-B136-A7B670BC6894}"/>
                </a:ext>
              </a:extLst>
            </p:cNvPr>
            <p:cNvSpPr/>
            <p:nvPr/>
          </p:nvSpPr>
          <p:spPr>
            <a:xfrm>
              <a:off x="3585114" y="3251686"/>
              <a:ext cx="3486032" cy="19074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Учебные планы (</a:t>
              </a:r>
              <a:r>
                <a:rPr lang="ru-RU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ММИС.Планы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1С.КАС)</a:t>
              </a:r>
            </a:p>
          </p:txBody>
        </p:sp>
        <p:sp>
          <p:nvSpPr>
            <p:cNvPr id="93" name="Прямоугольник 92">
              <a:extLst>
                <a:ext uri="{FF2B5EF4-FFF2-40B4-BE49-F238E27FC236}">
                  <a16:creationId xmlns:a16="http://schemas.microsoft.com/office/drawing/2014/main" id="{E1B03F1F-6080-4A17-9918-FC8DFDB55CB9}"/>
                </a:ext>
              </a:extLst>
            </p:cNvPr>
            <p:cNvSpPr/>
            <p:nvPr/>
          </p:nvSpPr>
          <p:spPr>
            <a:xfrm>
              <a:off x="7435499" y="3246026"/>
              <a:ext cx="3085911" cy="19074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Учебные планы (</a:t>
              </a:r>
              <a:r>
                <a:rPr lang="ru-RU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ММИС.Планы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1С.КАС)</a:t>
              </a:r>
            </a:p>
          </p:txBody>
        </p:sp>
        <p:sp>
          <p:nvSpPr>
            <p:cNvPr id="94" name="Прямоугольник 93">
              <a:extLst>
                <a:ext uri="{FF2B5EF4-FFF2-40B4-BE49-F238E27FC236}">
                  <a16:creationId xmlns:a16="http://schemas.microsoft.com/office/drawing/2014/main" id="{3365E85B-37AB-4DF7-8586-3758A88659A2}"/>
                </a:ext>
              </a:extLst>
            </p:cNvPr>
            <p:cNvSpPr/>
            <p:nvPr/>
          </p:nvSpPr>
          <p:spPr>
            <a:xfrm>
              <a:off x="7446457" y="4021851"/>
              <a:ext cx="3068224" cy="19074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нагрузкой (ММИС.УНО, 1С.КАС)</a:t>
              </a:r>
            </a:p>
          </p:txBody>
        </p:sp>
        <p:sp>
          <p:nvSpPr>
            <p:cNvPr id="96" name="Прямоугольник 95">
              <a:extLst>
                <a:ext uri="{FF2B5EF4-FFF2-40B4-BE49-F238E27FC236}">
                  <a16:creationId xmlns:a16="http://schemas.microsoft.com/office/drawing/2014/main" id="{19D81027-83E5-4354-8252-E5C4C8BDCB1F}"/>
                </a:ext>
              </a:extLst>
            </p:cNvPr>
            <p:cNvSpPr/>
            <p:nvPr/>
          </p:nvSpPr>
          <p:spPr>
            <a:xfrm>
              <a:off x="9495641" y="3766274"/>
              <a:ext cx="1025767" cy="191955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База экспертов 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Эксперт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Прямоугольник 96">
              <a:extLst>
                <a:ext uri="{FF2B5EF4-FFF2-40B4-BE49-F238E27FC236}">
                  <a16:creationId xmlns:a16="http://schemas.microsoft.com/office/drawing/2014/main" id="{3B3E79F6-B246-4A7D-9337-D7C584481B1B}"/>
                </a:ext>
              </a:extLst>
            </p:cNvPr>
            <p:cNvSpPr/>
            <p:nvPr/>
          </p:nvSpPr>
          <p:spPr>
            <a:xfrm>
              <a:off x="3582588" y="4569342"/>
              <a:ext cx="3488559" cy="19074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контингентом (1С.КАС/</a:t>
              </a:r>
              <a:r>
                <a:rPr lang="en-US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Directum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98" name="Прямоугольник 97">
              <a:extLst>
                <a:ext uri="{FF2B5EF4-FFF2-40B4-BE49-F238E27FC236}">
                  <a16:creationId xmlns:a16="http://schemas.microsoft.com/office/drawing/2014/main" id="{48DC962B-C008-43F8-97A7-6B4EEDBC906D}"/>
                </a:ext>
              </a:extLst>
            </p:cNvPr>
            <p:cNvSpPr/>
            <p:nvPr/>
          </p:nvSpPr>
          <p:spPr>
            <a:xfrm>
              <a:off x="7455185" y="4582844"/>
              <a:ext cx="3049005" cy="19074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контингентом (1С.КАС/</a:t>
              </a:r>
              <a:r>
                <a:rPr lang="en-US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Directum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99" name="Прямоугольник 98">
              <a:extLst>
                <a:ext uri="{FF2B5EF4-FFF2-40B4-BE49-F238E27FC236}">
                  <a16:creationId xmlns:a16="http://schemas.microsoft.com/office/drawing/2014/main" id="{74DC7239-ED51-427F-951C-90C0AF12CE83}"/>
                </a:ext>
              </a:extLst>
            </p:cNvPr>
            <p:cNvSpPr/>
            <p:nvPr/>
          </p:nvSpPr>
          <p:spPr>
            <a:xfrm>
              <a:off x="3585114" y="3022916"/>
              <a:ext cx="3486032" cy="190744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Проектирование и валидации образовательных программ</a:t>
              </a:r>
            </a:p>
          </p:txBody>
        </p:sp>
        <p:sp>
          <p:nvSpPr>
            <p:cNvPr id="100" name="Прямоугольник 99">
              <a:extLst>
                <a:ext uri="{FF2B5EF4-FFF2-40B4-BE49-F238E27FC236}">
                  <a16:creationId xmlns:a16="http://schemas.microsoft.com/office/drawing/2014/main" id="{BAAB5B81-779F-4F2B-A6E8-5F8CC0407A54}"/>
                </a:ext>
              </a:extLst>
            </p:cNvPr>
            <p:cNvSpPr/>
            <p:nvPr/>
          </p:nvSpPr>
          <p:spPr>
            <a:xfrm>
              <a:off x="7439943" y="3018834"/>
              <a:ext cx="3085912" cy="190744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Проектирование и валидации образовательных программ</a:t>
              </a:r>
            </a:p>
          </p:txBody>
        </p:sp>
        <p:sp>
          <p:nvSpPr>
            <p:cNvPr id="101" name="Прямоугольник 100">
              <a:extLst>
                <a:ext uri="{FF2B5EF4-FFF2-40B4-BE49-F238E27FC236}">
                  <a16:creationId xmlns:a16="http://schemas.microsoft.com/office/drawing/2014/main" id="{52453450-F7BA-4CF0-B481-72F141F09224}"/>
                </a:ext>
              </a:extLst>
            </p:cNvPr>
            <p:cNvSpPr/>
            <p:nvPr/>
          </p:nvSpPr>
          <p:spPr>
            <a:xfrm>
              <a:off x="3582588" y="4867478"/>
              <a:ext cx="3488559" cy="19074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Архив личных дел (1С.КАС.Хранилище)</a:t>
              </a:r>
            </a:p>
          </p:txBody>
        </p:sp>
        <p:sp>
          <p:nvSpPr>
            <p:cNvPr id="103" name="Прямоугольник 102">
              <a:extLst>
                <a:ext uri="{FF2B5EF4-FFF2-40B4-BE49-F238E27FC236}">
                  <a16:creationId xmlns:a16="http://schemas.microsoft.com/office/drawing/2014/main" id="{5005122C-7C96-439C-9ADF-EEC7FD0BF09F}"/>
                </a:ext>
              </a:extLst>
            </p:cNvPr>
            <p:cNvSpPr/>
            <p:nvPr/>
          </p:nvSpPr>
          <p:spPr>
            <a:xfrm>
              <a:off x="7460617" y="4874329"/>
              <a:ext cx="3054064" cy="19074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Архив личных дел (1С.КАС.Хранилище)</a:t>
              </a:r>
            </a:p>
          </p:txBody>
        </p:sp>
        <p:sp>
          <p:nvSpPr>
            <p:cNvPr id="104" name="Прямоугольник 103">
              <a:extLst>
                <a:ext uri="{FF2B5EF4-FFF2-40B4-BE49-F238E27FC236}">
                  <a16:creationId xmlns:a16="http://schemas.microsoft.com/office/drawing/2014/main" id="{4250233D-B78C-4317-A067-A80AE4520E6D}"/>
                </a:ext>
              </a:extLst>
            </p:cNvPr>
            <p:cNvSpPr/>
            <p:nvPr/>
          </p:nvSpPr>
          <p:spPr>
            <a:xfrm>
              <a:off x="3582588" y="4306761"/>
              <a:ext cx="3488559" cy="19074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расписанием (1С.КАС.Расписание)</a:t>
              </a:r>
            </a:p>
          </p:txBody>
        </p:sp>
        <p:sp>
          <p:nvSpPr>
            <p:cNvPr id="105" name="Прямоугольник 104">
              <a:extLst>
                <a:ext uri="{FF2B5EF4-FFF2-40B4-BE49-F238E27FC236}">
                  <a16:creationId xmlns:a16="http://schemas.microsoft.com/office/drawing/2014/main" id="{EC671001-F955-43E9-923B-8B5FBCB9389B}"/>
                </a:ext>
              </a:extLst>
            </p:cNvPr>
            <p:cNvSpPr/>
            <p:nvPr/>
          </p:nvSpPr>
          <p:spPr>
            <a:xfrm>
              <a:off x="7460617" y="4288611"/>
              <a:ext cx="3043572" cy="19074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расписанием (1С.КАС)</a:t>
              </a:r>
            </a:p>
          </p:txBody>
        </p:sp>
        <p:sp>
          <p:nvSpPr>
            <p:cNvPr id="106" name="Прямоугольник 105">
              <a:extLst>
                <a:ext uri="{FF2B5EF4-FFF2-40B4-BE49-F238E27FC236}">
                  <a16:creationId xmlns:a16="http://schemas.microsoft.com/office/drawing/2014/main" id="{60543493-B494-4F36-9002-F1604038CD67}"/>
                </a:ext>
              </a:extLst>
            </p:cNvPr>
            <p:cNvSpPr/>
            <p:nvPr/>
          </p:nvSpPr>
          <p:spPr>
            <a:xfrm>
              <a:off x="6606619" y="7784908"/>
              <a:ext cx="645015" cy="163631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CAFM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Прямоугольник 106">
              <a:extLst>
                <a:ext uri="{FF2B5EF4-FFF2-40B4-BE49-F238E27FC236}">
                  <a16:creationId xmlns:a16="http://schemas.microsoft.com/office/drawing/2014/main" id="{2560800C-8020-4C9B-9605-B8003F249807}"/>
                </a:ext>
              </a:extLst>
            </p:cNvPr>
            <p:cNvSpPr/>
            <p:nvPr/>
          </p:nvSpPr>
          <p:spPr>
            <a:xfrm>
              <a:off x="6466147" y="6232073"/>
              <a:ext cx="1734722" cy="5278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делами</a:t>
              </a:r>
            </a:p>
          </p:txBody>
        </p:sp>
        <p:sp>
          <p:nvSpPr>
            <p:cNvPr id="108" name="Прямоугольник 107">
              <a:extLst>
                <a:ext uri="{FF2B5EF4-FFF2-40B4-BE49-F238E27FC236}">
                  <a16:creationId xmlns:a16="http://schemas.microsoft.com/office/drawing/2014/main" id="{4E05582B-5012-448B-8D77-277E7F65506C}"/>
                </a:ext>
              </a:extLst>
            </p:cNvPr>
            <p:cNvSpPr/>
            <p:nvPr/>
          </p:nvSpPr>
          <p:spPr>
            <a:xfrm>
              <a:off x="6804179" y="6437644"/>
              <a:ext cx="1041335" cy="262555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СЭД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Directum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Прямоугольник 108">
              <a:extLst>
                <a:ext uri="{FF2B5EF4-FFF2-40B4-BE49-F238E27FC236}">
                  <a16:creationId xmlns:a16="http://schemas.microsoft.com/office/drawing/2014/main" id="{8CCB6AE6-2A55-47C2-A87C-7198B1766BC8}"/>
                </a:ext>
              </a:extLst>
            </p:cNvPr>
            <p:cNvSpPr/>
            <p:nvPr/>
          </p:nvSpPr>
          <p:spPr>
            <a:xfrm>
              <a:off x="10219966" y="8366492"/>
              <a:ext cx="1400978" cy="27058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имуществом</a:t>
              </a: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1С.ИУИ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Прямоугольник 110">
              <a:extLst>
                <a:ext uri="{FF2B5EF4-FFF2-40B4-BE49-F238E27FC236}">
                  <a16:creationId xmlns:a16="http://schemas.microsoft.com/office/drawing/2014/main" id="{3B582844-CFD3-4AB6-8105-059155D86288}"/>
                </a:ext>
              </a:extLst>
            </p:cNvPr>
            <p:cNvSpPr/>
            <p:nvPr/>
          </p:nvSpPr>
          <p:spPr>
            <a:xfrm>
              <a:off x="3582588" y="5139321"/>
              <a:ext cx="3509333" cy="19074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Опросы и обратная связь (ЛК Студента)</a:t>
              </a:r>
            </a:p>
          </p:txBody>
        </p:sp>
        <p:sp>
          <p:nvSpPr>
            <p:cNvPr id="112" name="Прямоугольник 111">
              <a:extLst>
                <a:ext uri="{FF2B5EF4-FFF2-40B4-BE49-F238E27FC236}">
                  <a16:creationId xmlns:a16="http://schemas.microsoft.com/office/drawing/2014/main" id="{F73DB94A-EE98-4DC9-9743-83562F74FB5B}"/>
                </a:ext>
              </a:extLst>
            </p:cNvPr>
            <p:cNvSpPr/>
            <p:nvPr/>
          </p:nvSpPr>
          <p:spPr>
            <a:xfrm>
              <a:off x="7454104" y="5133695"/>
              <a:ext cx="3060577" cy="19074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Опросы и обратная связь (АСУО/Эксперт)</a:t>
              </a:r>
            </a:p>
          </p:txBody>
        </p:sp>
        <p:sp>
          <p:nvSpPr>
            <p:cNvPr id="82" name="Прямоугольник 81">
              <a:extLst>
                <a:ext uri="{FF2B5EF4-FFF2-40B4-BE49-F238E27FC236}">
                  <a16:creationId xmlns:a16="http://schemas.microsoft.com/office/drawing/2014/main" id="{00C5A6B7-36C8-4D26-B207-8FC4A1A88D77}"/>
                </a:ext>
              </a:extLst>
            </p:cNvPr>
            <p:cNvSpPr/>
            <p:nvPr/>
          </p:nvSpPr>
          <p:spPr>
            <a:xfrm>
              <a:off x="5936969" y="3757189"/>
              <a:ext cx="1147127" cy="19074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База экспертов 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Эксперт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Прямоугольник 83">
              <a:extLst>
                <a:ext uri="{FF2B5EF4-FFF2-40B4-BE49-F238E27FC236}">
                  <a16:creationId xmlns:a16="http://schemas.microsoft.com/office/drawing/2014/main" id="{40FC9DEC-C9AA-4878-81F7-41FC394DEC1B}"/>
                </a:ext>
              </a:extLst>
            </p:cNvPr>
            <p:cNvSpPr/>
            <p:nvPr/>
          </p:nvSpPr>
          <p:spPr>
            <a:xfrm>
              <a:off x="13160275" y="2119424"/>
              <a:ext cx="1722833" cy="372058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Научный портал</a:t>
              </a:r>
              <a:endParaRPr lang="en-US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Прямоугольник 101">
              <a:extLst>
                <a:ext uri="{FF2B5EF4-FFF2-40B4-BE49-F238E27FC236}">
                  <a16:creationId xmlns:a16="http://schemas.microsoft.com/office/drawing/2014/main" id="{72280B59-5872-44DC-B2E7-A22DFCA75E23}"/>
                </a:ext>
              </a:extLst>
            </p:cNvPr>
            <p:cNvSpPr/>
            <p:nvPr/>
          </p:nvSpPr>
          <p:spPr>
            <a:xfrm>
              <a:off x="13149194" y="4032460"/>
              <a:ext cx="1722834" cy="372058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Репозиторий научных результатов</a:t>
              </a:r>
            </a:p>
          </p:txBody>
        </p:sp>
        <p:sp>
          <p:nvSpPr>
            <p:cNvPr id="114" name="Прямоугольник 113">
              <a:extLst>
                <a:ext uri="{FF2B5EF4-FFF2-40B4-BE49-F238E27FC236}">
                  <a16:creationId xmlns:a16="http://schemas.microsoft.com/office/drawing/2014/main" id="{8DE890D0-0E0E-4AC6-B32E-DEF200361634}"/>
                </a:ext>
              </a:extLst>
            </p:cNvPr>
            <p:cNvSpPr/>
            <p:nvPr/>
          </p:nvSpPr>
          <p:spPr>
            <a:xfrm>
              <a:off x="13149195" y="3041782"/>
              <a:ext cx="1722833" cy="372058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Мониторинг индекса научного цитирования (наукометрия)</a:t>
              </a:r>
            </a:p>
          </p:txBody>
        </p:sp>
        <p:sp>
          <p:nvSpPr>
            <p:cNvPr id="116" name="Прямоугольник 115">
              <a:extLst>
                <a:ext uri="{FF2B5EF4-FFF2-40B4-BE49-F238E27FC236}">
                  <a16:creationId xmlns:a16="http://schemas.microsoft.com/office/drawing/2014/main" id="{D3A9C9C1-6FFF-4310-A1DC-3FE143CB5203}"/>
                </a:ext>
              </a:extLst>
            </p:cNvPr>
            <p:cNvSpPr/>
            <p:nvPr/>
          </p:nvSpPr>
          <p:spPr>
            <a:xfrm>
              <a:off x="13149196" y="3542296"/>
              <a:ext cx="1722833" cy="372058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ЖЦ Научно-исследовательских работ </a:t>
              </a:r>
            </a:p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(НИР ГЗ)</a:t>
              </a:r>
            </a:p>
          </p:txBody>
        </p:sp>
        <p:sp>
          <p:nvSpPr>
            <p:cNvPr id="117" name="Прямоугольник 116">
              <a:extLst>
                <a:ext uri="{FF2B5EF4-FFF2-40B4-BE49-F238E27FC236}">
                  <a16:creationId xmlns:a16="http://schemas.microsoft.com/office/drawing/2014/main" id="{554463CE-3383-4584-951D-9C96C764F752}"/>
                </a:ext>
              </a:extLst>
            </p:cNvPr>
            <p:cNvSpPr/>
            <p:nvPr/>
          </p:nvSpPr>
          <p:spPr>
            <a:xfrm>
              <a:off x="13149195" y="2585272"/>
              <a:ext cx="1722833" cy="372058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Система управления научными журналами</a:t>
              </a:r>
            </a:p>
          </p:txBody>
        </p:sp>
        <p:sp>
          <p:nvSpPr>
            <p:cNvPr id="118" name="Прямоугольник 117">
              <a:extLst>
                <a:ext uri="{FF2B5EF4-FFF2-40B4-BE49-F238E27FC236}">
                  <a16:creationId xmlns:a16="http://schemas.microsoft.com/office/drawing/2014/main" id="{34DEF77F-C4C3-417D-A397-F90506E65380}"/>
                </a:ext>
              </a:extLst>
            </p:cNvPr>
            <p:cNvSpPr/>
            <p:nvPr/>
          </p:nvSpPr>
          <p:spPr>
            <a:xfrm>
              <a:off x="13149194" y="4504835"/>
              <a:ext cx="1722834" cy="372058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библиотечным фондом</a:t>
              </a:r>
            </a:p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МегаПро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19" name="Прямоугольник 118">
              <a:extLst>
                <a:ext uri="{FF2B5EF4-FFF2-40B4-BE49-F238E27FC236}">
                  <a16:creationId xmlns:a16="http://schemas.microsoft.com/office/drawing/2014/main" id="{F601820C-3BD6-42B9-AC81-C3349DF4E782}"/>
                </a:ext>
              </a:extLst>
            </p:cNvPr>
            <p:cNvSpPr/>
            <p:nvPr/>
          </p:nvSpPr>
          <p:spPr>
            <a:xfrm>
              <a:off x="7905023" y="8869412"/>
              <a:ext cx="2058869" cy="5564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Розничные продажи</a:t>
              </a:r>
            </a:p>
          </p:txBody>
        </p:sp>
        <p:sp>
          <p:nvSpPr>
            <p:cNvPr id="120" name="Прямоугольник 119">
              <a:extLst>
                <a:ext uri="{FF2B5EF4-FFF2-40B4-BE49-F238E27FC236}">
                  <a16:creationId xmlns:a16="http://schemas.microsoft.com/office/drawing/2014/main" id="{6B24FAD3-8081-4A23-9295-1E5F31746707}"/>
                </a:ext>
              </a:extLst>
            </p:cNvPr>
            <p:cNvSpPr/>
            <p:nvPr/>
          </p:nvSpPr>
          <p:spPr>
            <a:xfrm>
              <a:off x="8987648" y="9089921"/>
              <a:ext cx="923274" cy="253905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Дело</a:t>
              </a:r>
              <a:b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1С.УТ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Прямоугольник 120">
              <a:extLst>
                <a:ext uri="{FF2B5EF4-FFF2-40B4-BE49-F238E27FC236}">
                  <a16:creationId xmlns:a16="http://schemas.microsoft.com/office/drawing/2014/main" id="{777CFD4B-4528-4306-BDCC-D4A549E001A4}"/>
                </a:ext>
              </a:extLst>
            </p:cNvPr>
            <p:cNvSpPr/>
            <p:nvPr/>
          </p:nvSpPr>
          <p:spPr>
            <a:xfrm>
              <a:off x="10211483" y="7487518"/>
              <a:ext cx="1400978" cy="284628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Расчеты с обучающимся</a:t>
              </a:r>
            </a:p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(1С.КАС.РСО/выбор)</a:t>
              </a:r>
            </a:p>
          </p:txBody>
        </p:sp>
        <p:sp>
          <p:nvSpPr>
            <p:cNvPr id="123" name="Прямоугольник 122">
              <a:extLst>
                <a:ext uri="{FF2B5EF4-FFF2-40B4-BE49-F238E27FC236}">
                  <a16:creationId xmlns:a16="http://schemas.microsoft.com/office/drawing/2014/main" id="{6D6B68C7-565E-4C4F-9A1C-615554091159}"/>
                </a:ext>
              </a:extLst>
            </p:cNvPr>
            <p:cNvSpPr/>
            <p:nvPr/>
          </p:nvSpPr>
          <p:spPr>
            <a:xfrm>
              <a:off x="7958480" y="9089921"/>
              <a:ext cx="948826" cy="253904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Аптека</a:t>
              </a:r>
              <a:b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1С.Аптека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Прямоугольник 123">
              <a:extLst>
                <a:ext uri="{FF2B5EF4-FFF2-40B4-BE49-F238E27FC236}">
                  <a16:creationId xmlns:a16="http://schemas.microsoft.com/office/drawing/2014/main" id="{20DFBB17-E855-45E9-84AA-330070B2C003}"/>
                </a:ext>
              </a:extLst>
            </p:cNvPr>
            <p:cNvSpPr/>
            <p:nvPr/>
          </p:nvSpPr>
          <p:spPr>
            <a:xfrm>
              <a:off x="10062558" y="8869412"/>
              <a:ext cx="3229002" cy="5564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доступом на территорию</a:t>
              </a:r>
            </a:p>
          </p:txBody>
        </p:sp>
        <p:sp>
          <p:nvSpPr>
            <p:cNvPr id="125" name="Прямоугольник 124">
              <a:extLst>
                <a:ext uri="{FF2B5EF4-FFF2-40B4-BE49-F238E27FC236}">
                  <a16:creationId xmlns:a16="http://schemas.microsoft.com/office/drawing/2014/main" id="{9EB7B341-1418-4101-94DE-B44E5AC09242}"/>
                </a:ext>
              </a:extLst>
            </p:cNvPr>
            <p:cNvSpPr/>
            <p:nvPr/>
          </p:nvSpPr>
          <p:spPr>
            <a:xfrm>
              <a:off x="10138011" y="9094713"/>
              <a:ext cx="1022635" cy="254556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СКУД</a:t>
              </a: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(Parsec)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Прямоугольник 126">
              <a:extLst>
                <a:ext uri="{FF2B5EF4-FFF2-40B4-BE49-F238E27FC236}">
                  <a16:creationId xmlns:a16="http://schemas.microsoft.com/office/drawing/2014/main" id="{A4EC3010-4E93-49A8-83EE-48DCACAD683E}"/>
                </a:ext>
              </a:extLst>
            </p:cNvPr>
            <p:cNvSpPr/>
            <p:nvPr/>
          </p:nvSpPr>
          <p:spPr>
            <a:xfrm>
              <a:off x="12332694" y="9091973"/>
              <a:ext cx="900051" cy="268518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36000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Заказ пропусков</a:t>
              </a: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PassOffice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Прямоугольник 128">
              <a:extLst>
                <a:ext uri="{FF2B5EF4-FFF2-40B4-BE49-F238E27FC236}">
                  <a16:creationId xmlns:a16="http://schemas.microsoft.com/office/drawing/2014/main" id="{2B4F2284-63EB-4D49-A379-4857782BDDC4}"/>
                </a:ext>
              </a:extLst>
            </p:cNvPr>
            <p:cNvSpPr/>
            <p:nvPr/>
          </p:nvSpPr>
          <p:spPr>
            <a:xfrm>
              <a:off x="3449663" y="8507867"/>
              <a:ext cx="1178492" cy="9179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Воинский учет</a:t>
              </a:r>
            </a:p>
          </p:txBody>
        </p:sp>
        <p:sp>
          <p:nvSpPr>
            <p:cNvPr id="130" name="Прямоугольник 129">
              <a:extLst>
                <a:ext uri="{FF2B5EF4-FFF2-40B4-BE49-F238E27FC236}">
                  <a16:creationId xmlns:a16="http://schemas.microsoft.com/office/drawing/2014/main" id="{D9C88B8D-25AF-4CE6-9421-3D9A6DFE20FB}"/>
                </a:ext>
              </a:extLst>
            </p:cNvPr>
            <p:cNvSpPr/>
            <p:nvPr/>
          </p:nvSpPr>
          <p:spPr>
            <a:xfrm>
              <a:off x="3530529" y="8721499"/>
              <a:ext cx="1047457" cy="287367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Студенты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1С.КАС.ВУС)</a:t>
              </a:r>
            </a:p>
          </p:txBody>
        </p:sp>
        <p:sp>
          <p:nvSpPr>
            <p:cNvPr id="131" name="Прямоугольник 130">
              <a:extLst>
                <a:ext uri="{FF2B5EF4-FFF2-40B4-BE49-F238E27FC236}">
                  <a16:creationId xmlns:a16="http://schemas.microsoft.com/office/drawing/2014/main" id="{CA79FF57-0CFC-4CD5-8FB5-E846D316D452}"/>
                </a:ext>
              </a:extLst>
            </p:cNvPr>
            <p:cNvSpPr/>
            <p:nvPr/>
          </p:nvSpPr>
          <p:spPr>
            <a:xfrm>
              <a:off x="3530529" y="9069795"/>
              <a:ext cx="1047457" cy="287367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Сотрудники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1С.ЗКГУ)</a:t>
              </a:r>
            </a:p>
          </p:txBody>
        </p:sp>
        <p:sp>
          <p:nvSpPr>
            <p:cNvPr id="138" name="Прямоугольник 137">
              <a:extLst>
                <a:ext uri="{FF2B5EF4-FFF2-40B4-BE49-F238E27FC236}">
                  <a16:creationId xmlns:a16="http://schemas.microsoft.com/office/drawing/2014/main" id="{D4C98745-9AD6-4E09-B828-F6B0E7E8118F}"/>
                </a:ext>
              </a:extLst>
            </p:cNvPr>
            <p:cNvSpPr/>
            <p:nvPr/>
          </p:nvSpPr>
          <p:spPr>
            <a:xfrm>
              <a:off x="10064436" y="6232073"/>
              <a:ext cx="1905904" cy="532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закупками</a:t>
              </a:r>
            </a:p>
          </p:txBody>
        </p:sp>
        <p:sp>
          <p:nvSpPr>
            <p:cNvPr id="139" name="Прямоугольник 138">
              <a:extLst>
                <a:ext uri="{FF2B5EF4-FFF2-40B4-BE49-F238E27FC236}">
                  <a16:creationId xmlns:a16="http://schemas.microsoft.com/office/drawing/2014/main" id="{7D7B7993-887E-417D-B32D-BC0AE02B3E16}"/>
                </a:ext>
              </a:extLst>
            </p:cNvPr>
            <p:cNvSpPr/>
            <p:nvPr/>
          </p:nvSpPr>
          <p:spPr>
            <a:xfrm>
              <a:off x="10216661" y="6467436"/>
              <a:ext cx="1672297" cy="22439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ИС Закупки</a:t>
              </a:r>
              <a:b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выбор/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Pyrus)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Прямоугольник 112">
              <a:extLst>
                <a:ext uri="{FF2B5EF4-FFF2-40B4-BE49-F238E27FC236}">
                  <a16:creationId xmlns:a16="http://schemas.microsoft.com/office/drawing/2014/main" id="{527851D8-5873-456E-B809-5D5CF7AF7B44}"/>
                </a:ext>
              </a:extLst>
            </p:cNvPr>
            <p:cNvSpPr/>
            <p:nvPr/>
          </p:nvSpPr>
          <p:spPr>
            <a:xfrm>
              <a:off x="9200285" y="7482783"/>
              <a:ext cx="776306" cy="5336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857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ОЦО</a:t>
              </a:r>
            </a:p>
          </p:txBody>
        </p:sp>
        <p:sp>
          <p:nvSpPr>
            <p:cNvPr id="128" name="Прямоугольник 127">
              <a:extLst>
                <a:ext uri="{FF2B5EF4-FFF2-40B4-BE49-F238E27FC236}">
                  <a16:creationId xmlns:a16="http://schemas.microsoft.com/office/drawing/2014/main" id="{39E8645E-27F7-4CF2-9115-96A399D891B0}"/>
                </a:ext>
              </a:extLst>
            </p:cNvPr>
            <p:cNvSpPr/>
            <p:nvPr/>
          </p:nvSpPr>
          <p:spPr>
            <a:xfrm>
              <a:off x="9269970" y="7689886"/>
              <a:ext cx="645015" cy="26858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Системы ОЦО</a:t>
              </a:r>
            </a:p>
          </p:txBody>
        </p:sp>
        <p:sp>
          <p:nvSpPr>
            <p:cNvPr id="132" name="Прямоугольник 131">
              <a:extLst>
                <a:ext uri="{FF2B5EF4-FFF2-40B4-BE49-F238E27FC236}">
                  <a16:creationId xmlns:a16="http://schemas.microsoft.com/office/drawing/2014/main" id="{DA69CA2F-D940-421E-A0ED-925F9784DB5D}"/>
                </a:ext>
              </a:extLst>
            </p:cNvPr>
            <p:cNvSpPr/>
            <p:nvPr/>
          </p:nvSpPr>
          <p:spPr>
            <a:xfrm>
              <a:off x="3460259" y="6888737"/>
              <a:ext cx="1178492" cy="9192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МФЦ </a:t>
              </a:r>
            </a:p>
          </p:txBody>
        </p:sp>
        <p:sp>
          <p:nvSpPr>
            <p:cNvPr id="133" name="Прямоугольник 132">
              <a:extLst>
                <a:ext uri="{FF2B5EF4-FFF2-40B4-BE49-F238E27FC236}">
                  <a16:creationId xmlns:a16="http://schemas.microsoft.com/office/drawing/2014/main" id="{F5CEF0AB-2385-45F7-AC63-A27B7D3CFF6E}"/>
                </a:ext>
              </a:extLst>
            </p:cNvPr>
            <p:cNvSpPr/>
            <p:nvPr/>
          </p:nvSpPr>
          <p:spPr>
            <a:xfrm>
              <a:off x="3530529" y="7194067"/>
              <a:ext cx="1053247" cy="22095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Колл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-центр</a:t>
              </a:r>
              <a:endParaRPr lang="en-US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выбор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Прямоугольник 134">
              <a:extLst>
                <a:ext uri="{FF2B5EF4-FFF2-40B4-BE49-F238E27FC236}">
                  <a16:creationId xmlns:a16="http://schemas.microsoft.com/office/drawing/2014/main" id="{68E6B97A-7587-45CE-9F55-6979C011FD7F}"/>
                </a:ext>
              </a:extLst>
            </p:cNvPr>
            <p:cNvSpPr/>
            <p:nvPr/>
          </p:nvSpPr>
          <p:spPr>
            <a:xfrm>
              <a:off x="3585114" y="2153126"/>
              <a:ext cx="3486030" cy="5451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Приёмная кампания 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Прямоугольник 139">
              <a:extLst>
                <a:ext uri="{FF2B5EF4-FFF2-40B4-BE49-F238E27FC236}">
                  <a16:creationId xmlns:a16="http://schemas.microsoft.com/office/drawing/2014/main" id="{3CFD1E27-E55B-49EC-B141-3D64B6B466D3}"/>
                </a:ext>
              </a:extLst>
            </p:cNvPr>
            <p:cNvSpPr/>
            <p:nvPr/>
          </p:nvSpPr>
          <p:spPr>
            <a:xfrm>
              <a:off x="3516635" y="7517499"/>
              <a:ext cx="1073778" cy="228131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услугами (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ESM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en-US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Прямоугольник 141">
              <a:extLst>
                <a:ext uri="{FF2B5EF4-FFF2-40B4-BE49-F238E27FC236}">
                  <a16:creationId xmlns:a16="http://schemas.microsoft.com/office/drawing/2014/main" id="{F3B8F194-DFE2-49B1-9B97-8552DCE23DAF}"/>
                </a:ext>
              </a:extLst>
            </p:cNvPr>
            <p:cNvSpPr/>
            <p:nvPr/>
          </p:nvSpPr>
          <p:spPr>
            <a:xfrm>
              <a:off x="13497978" y="8196518"/>
              <a:ext cx="1204668" cy="270588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Офисное ПО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Р7/Яндекс/</a:t>
              </a:r>
              <a:r>
                <a:rPr lang="ru-RU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РедОС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Прямоугольник 144">
              <a:extLst>
                <a:ext uri="{FF2B5EF4-FFF2-40B4-BE49-F238E27FC236}">
                  <a16:creationId xmlns:a16="http://schemas.microsoft.com/office/drawing/2014/main" id="{C32C1F65-F855-4956-8195-BF9DC8A2D670}"/>
                </a:ext>
              </a:extLst>
            </p:cNvPr>
            <p:cNvSpPr/>
            <p:nvPr/>
          </p:nvSpPr>
          <p:spPr>
            <a:xfrm>
              <a:off x="4618189" y="2368801"/>
              <a:ext cx="1147128" cy="268496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ЛК Абитуриента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</a:t>
              </a:r>
              <a:r>
                <a:rPr lang="ru-RU" sz="7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Битрикс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Прямоугольник 145">
              <a:extLst>
                <a:ext uri="{FF2B5EF4-FFF2-40B4-BE49-F238E27FC236}">
                  <a16:creationId xmlns:a16="http://schemas.microsoft.com/office/drawing/2014/main" id="{6F0A3242-F878-4FBC-B009-67209F7213D8}"/>
                </a:ext>
              </a:extLst>
            </p:cNvPr>
            <p:cNvSpPr/>
            <p:nvPr/>
          </p:nvSpPr>
          <p:spPr>
            <a:xfrm>
              <a:off x="5854964" y="2368802"/>
              <a:ext cx="1147128" cy="268496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8993" rIns="36000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приемом 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1С.КАС.ПК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id="{42026FDF-5D53-431D-A9A8-B59FA8C68FEA}"/>
                </a:ext>
              </a:extLst>
            </p:cNvPr>
            <p:cNvSpPr/>
            <p:nvPr/>
          </p:nvSpPr>
          <p:spPr>
            <a:xfrm>
              <a:off x="3670349" y="2368150"/>
              <a:ext cx="878786" cy="26914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CRM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ПК</a:t>
              </a:r>
              <a:b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Б24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id="{BB92FC68-2E41-4274-8054-5A040C253FCD}"/>
                </a:ext>
              </a:extLst>
            </p:cNvPr>
            <p:cNvSpPr/>
            <p:nvPr/>
          </p:nvSpPr>
          <p:spPr>
            <a:xfrm>
              <a:off x="7460617" y="2387855"/>
              <a:ext cx="794152" cy="26914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CRM 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ДПО</a:t>
              </a:r>
              <a:b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Б24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id="{2A718A34-AB71-46F2-A561-E6788D943250}"/>
                </a:ext>
              </a:extLst>
            </p:cNvPr>
            <p:cNvSpPr/>
            <p:nvPr/>
          </p:nvSpPr>
          <p:spPr>
            <a:xfrm>
              <a:off x="10657095" y="1885337"/>
              <a:ext cx="1969651" cy="36841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Специальные проекты</a:t>
              </a:r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id="{650675EF-D92D-4B30-8A70-6C369ACB5B09}"/>
                </a:ext>
              </a:extLst>
            </p:cNvPr>
            <p:cNvSpPr/>
            <p:nvPr/>
          </p:nvSpPr>
          <p:spPr>
            <a:xfrm>
              <a:off x="3460259" y="7841696"/>
              <a:ext cx="1178492" cy="62626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Работа со студентами</a:t>
              </a:r>
            </a:p>
          </p:txBody>
        </p:sp>
        <p:sp>
          <p:nvSpPr>
            <p:cNvPr id="154" name="Прямоугольник 153">
              <a:extLst>
                <a:ext uri="{FF2B5EF4-FFF2-40B4-BE49-F238E27FC236}">
                  <a16:creationId xmlns:a16="http://schemas.microsoft.com/office/drawing/2014/main" id="{6E499C86-EC23-495A-A8DD-BF23AF93E6DB}"/>
                </a:ext>
              </a:extLst>
            </p:cNvPr>
            <p:cNvSpPr/>
            <p:nvPr/>
          </p:nvSpPr>
          <p:spPr>
            <a:xfrm>
              <a:off x="10869906" y="3724877"/>
              <a:ext cx="1537572" cy="262555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Оценка и диагностика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Платформа ЛПД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Прямоугольник 154">
              <a:extLst>
                <a:ext uri="{FF2B5EF4-FFF2-40B4-BE49-F238E27FC236}">
                  <a16:creationId xmlns:a16="http://schemas.microsoft.com/office/drawing/2014/main" id="{3A7F4624-B799-42AC-85BA-7CD566AB1F40}"/>
                </a:ext>
              </a:extLst>
            </p:cNvPr>
            <p:cNvSpPr/>
            <p:nvPr/>
          </p:nvSpPr>
          <p:spPr>
            <a:xfrm>
              <a:off x="10869906" y="4104462"/>
              <a:ext cx="1537572" cy="262555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Кадровая платформа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БУК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Прямоугольник 155">
              <a:extLst>
                <a:ext uri="{FF2B5EF4-FFF2-40B4-BE49-F238E27FC236}">
                  <a16:creationId xmlns:a16="http://schemas.microsoft.com/office/drawing/2014/main" id="{873A61D7-C2E9-4A91-84B1-85571094B322}"/>
                </a:ext>
              </a:extLst>
            </p:cNvPr>
            <p:cNvSpPr/>
            <p:nvPr/>
          </p:nvSpPr>
          <p:spPr>
            <a:xfrm>
              <a:off x="12064775" y="6232073"/>
              <a:ext cx="1207194" cy="532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знаниями</a:t>
              </a:r>
            </a:p>
          </p:txBody>
        </p:sp>
        <p:sp>
          <p:nvSpPr>
            <p:cNvPr id="157" name="Прямоугольник 156">
              <a:extLst>
                <a:ext uri="{FF2B5EF4-FFF2-40B4-BE49-F238E27FC236}">
                  <a16:creationId xmlns:a16="http://schemas.microsoft.com/office/drawing/2014/main" id="{4094AD65-CC70-42B4-A8B5-17BB97D3B9C3}"/>
                </a:ext>
              </a:extLst>
            </p:cNvPr>
            <p:cNvSpPr/>
            <p:nvPr/>
          </p:nvSpPr>
          <p:spPr>
            <a:xfrm>
              <a:off x="12152619" y="6447409"/>
              <a:ext cx="1043513" cy="270588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База знаний </a:t>
              </a:r>
            </a:p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KMS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Яндекс.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Wiki)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Прямоугольник 157">
              <a:extLst>
                <a:ext uri="{FF2B5EF4-FFF2-40B4-BE49-F238E27FC236}">
                  <a16:creationId xmlns:a16="http://schemas.microsoft.com/office/drawing/2014/main" id="{6AF67FE8-1E85-483B-9C32-9C94D06DD88C}"/>
                </a:ext>
              </a:extLst>
            </p:cNvPr>
            <p:cNvSpPr/>
            <p:nvPr/>
          </p:nvSpPr>
          <p:spPr>
            <a:xfrm>
              <a:off x="10868603" y="4449375"/>
              <a:ext cx="1537572" cy="262555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Время героев</a:t>
              </a:r>
              <a:b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(КАС/ЛК ВГ)</a:t>
              </a:r>
            </a:p>
          </p:txBody>
        </p:sp>
        <p:sp>
          <p:nvSpPr>
            <p:cNvPr id="159" name="Прямоугольник 158">
              <a:extLst>
                <a:ext uri="{FF2B5EF4-FFF2-40B4-BE49-F238E27FC236}">
                  <a16:creationId xmlns:a16="http://schemas.microsoft.com/office/drawing/2014/main" id="{5BFB5F79-61E1-497B-A4BF-35BD05EA70C0}"/>
                </a:ext>
              </a:extLst>
            </p:cNvPr>
            <p:cNvSpPr/>
            <p:nvPr/>
          </p:nvSpPr>
          <p:spPr>
            <a:xfrm>
              <a:off x="7904155" y="7482783"/>
              <a:ext cx="1234651" cy="53329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Охрана труда </a:t>
              </a:r>
              <a:b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 здоровья</a:t>
              </a:r>
            </a:p>
          </p:txBody>
        </p:sp>
        <p:sp>
          <p:nvSpPr>
            <p:cNvPr id="160" name="Прямоугольник 159">
              <a:extLst>
                <a:ext uri="{FF2B5EF4-FFF2-40B4-BE49-F238E27FC236}">
                  <a16:creationId xmlns:a16="http://schemas.microsoft.com/office/drawing/2014/main" id="{C25F26F2-854D-4F7D-BB25-FE21ABE8F967}"/>
                </a:ext>
              </a:extLst>
            </p:cNvPr>
            <p:cNvSpPr/>
            <p:nvPr/>
          </p:nvSpPr>
          <p:spPr>
            <a:xfrm>
              <a:off x="8022467" y="7766429"/>
              <a:ext cx="969515" cy="188707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EHS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Прямоугольник 160">
              <a:extLst>
                <a:ext uri="{FF2B5EF4-FFF2-40B4-BE49-F238E27FC236}">
                  <a16:creationId xmlns:a16="http://schemas.microsoft.com/office/drawing/2014/main" id="{FC814220-81FF-4D9E-86B1-4C77B596CCB0}"/>
                </a:ext>
              </a:extLst>
            </p:cNvPr>
            <p:cNvSpPr/>
            <p:nvPr/>
          </p:nvSpPr>
          <p:spPr>
            <a:xfrm>
              <a:off x="10778476" y="2392796"/>
              <a:ext cx="1725452" cy="12459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НП «</a:t>
              </a:r>
              <a:r>
                <a:rPr lang="ru-RU" sz="75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Кадры»</a:t>
              </a:r>
              <a:endParaRPr lang="en-US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Прямоугольник 161">
              <a:extLst>
                <a:ext uri="{FF2B5EF4-FFF2-40B4-BE49-F238E27FC236}">
                  <a16:creationId xmlns:a16="http://schemas.microsoft.com/office/drawing/2014/main" id="{C7B064B8-AC88-4F4D-B55F-FABC06F696CF}"/>
                </a:ext>
              </a:extLst>
            </p:cNvPr>
            <p:cNvSpPr/>
            <p:nvPr/>
          </p:nvSpPr>
          <p:spPr>
            <a:xfrm>
              <a:off x="10869905" y="2620983"/>
              <a:ext cx="1537573" cy="262555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ИАС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(Laminas PHP)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Прямоугольник 162">
              <a:extLst>
                <a:ext uri="{FF2B5EF4-FFF2-40B4-BE49-F238E27FC236}">
                  <a16:creationId xmlns:a16="http://schemas.microsoft.com/office/drawing/2014/main" id="{C483DB62-B091-49BF-9F54-4823314A1066}"/>
                </a:ext>
              </a:extLst>
            </p:cNvPr>
            <p:cNvSpPr/>
            <p:nvPr/>
          </p:nvSpPr>
          <p:spPr>
            <a:xfrm>
              <a:off x="10869906" y="2957640"/>
              <a:ext cx="1537572" cy="262555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Партнёрская система</a:t>
              </a:r>
              <a:endPara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(Laravel PHP)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Прямоугольник 163">
              <a:extLst>
                <a:ext uri="{FF2B5EF4-FFF2-40B4-BE49-F238E27FC236}">
                  <a16:creationId xmlns:a16="http://schemas.microsoft.com/office/drawing/2014/main" id="{74BA2D5D-FB54-498F-9BD2-5DABFC66380E}"/>
                </a:ext>
              </a:extLst>
            </p:cNvPr>
            <p:cNvSpPr/>
            <p:nvPr/>
          </p:nvSpPr>
          <p:spPr>
            <a:xfrm>
              <a:off x="10869906" y="3287944"/>
              <a:ext cx="1537572" cy="262555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Учет контингента</a:t>
              </a:r>
              <a:b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1С.КАС.ДО.Демография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Прямоугольник 125">
              <a:extLst>
                <a:ext uri="{FF2B5EF4-FFF2-40B4-BE49-F238E27FC236}">
                  <a16:creationId xmlns:a16="http://schemas.microsoft.com/office/drawing/2014/main" id="{EA41A6D2-D224-483B-AC21-8984E3CF4B5E}"/>
                </a:ext>
              </a:extLst>
            </p:cNvPr>
            <p:cNvSpPr/>
            <p:nvPr/>
          </p:nvSpPr>
          <p:spPr>
            <a:xfrm>
              <a:off x="7904156" y="8080148"/>
              <a:ext cx="2075839" cy="6459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Управление фондом помещений и бронирование помещений</a:t>
              </a:r>
            </a:p>
          </p:txBody>
        </p:sp>
        <p:sp>
          <p:nvSpPr>
            <p:cNvPr id="137" name="Прямоугольник 136">
              <a:extLst>
                <a:ext uri="{FF2B5EF4-FFF2-40B4-BE49-F238E27FC236}">
                  <a16:creationId xmlns:a16="http://schemas.microsoft.com/office/drawing/2014/main" id="{722C1721-B12E-4F37-A874-C5D2146BF580}"/>
                </a:ext>
              </a:extLst>
            </p:cNvPr>
            <p:cNvSpPr/>
            <p:nvPr/>
          </p:nvSpPr>
          <p:spPr>
            <a:xfrm>
              <a:off x="6148467" y="8068735"/>
              <a:ext cx="1604053" cy="3796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Юридическое сопровождение</a:t>
              </a:r>
            </a:p>
          </p:txBody>
        </p:sp>
        <p:sp>
          <p:nvSpPr>
            <p:cNvPr id="122" name="Прямоугольник 121">
              <a:extLst>
                <a:ext uri="{FF2B5EF4-FFF2-40B4-BE49-F238E27FC236}">
                  <a16:creationId xmlns:a16="http://schemas.microsoft.com/office/drawing/2014/main" id="{AB5F07A3-CBF1-4E14-AE3A-D0B7CFBBFEB4}"/>
                </a:ext>
              </a:extLst>
            </p:cNvPr>
            <p:cNvSpPr/>
            <p:nvPr/>
          </p:nvSpPr>
          <p:spPr>
            <a:xfrm>
              <a:off x="10869906" y="5116165"/>
              <a:ext cx="1537572" cy="262555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Обучение для ВУЦ</a:t>
              </a:r>
              <a:endParaRPr lang="en-US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выбор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Прямоугольник 133">
              <a:extLst>
                <a:ext uri="{FF2B5EF4-FFF2-40B4-BE49-F238E27FC236}">
                  <a16:creationId xmlns:a16="http://schemas.microsoft.com/office/drawing/2014/main" id="{D79AD85B-D806-4B5A-BD10-E0D581119678}"/>
                </a:ext>
              </a:extLst>
            </p:cNvPr>
            <p:cNvSpPr/>
            <p:nvPr/>
          </p:nvSpPr>
          <p:spPr>
            <a:xfrm>
              <a:off x="6359409" y="8237518"/>
              <a:ext cx="1132253" cy="167979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Архивариус (Гарант)</a:t>
              </a:r>
            </a:p>
          </p:txBody>
        </p:sp>
        <p:sp>
          <p:nvSpPr>
            <p:cNvPr id="136" name="Прямоугольник 135">
              <a:extLst>
                <a:ext uri="{FF2B5EF4-FFF2-40B4-BE49-F238E27FC236}">
                  <a16:creationId xmlns:a16="http://schemas.microsoft.com/office/drawing/2014/main" id="{827095EC-07E5-42A1-94B3-87983AD1A7B8}"/>
                </a:ext>
              </a:extLst>
            </p:cNvPr>
            <p:cNvSpPr/>
            <p:nvPr/>
          </p:nvSpPr>
          <p:spPr>
            <a:xfrm>
              <a:off x="3521916" y="8165634"/>
              <a:ext cx="1061860" cy="228131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Календарь мероприятий</a:t>
              </a:r>
              <a:endParaRPr lang="en-US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Прямоугольник 140">
              <a:extLst>
                <a:ext uri="{FF2B5EF4-FFF2-40B4-BE49-F238E27FC236}">
                  <a16:creationId xmlns:a16="http://schemas.microsoft.com/office/drawing/2014/main" id="{084B3ABB-D1C5-4BD7-AFB4-F65397EE3F45}"/>
                </a:ext>
              </a:extLst>
            </p:cNvPr>
            <p:cNvSpPr/>
            <p:nvPr/>
          </p:nvSpPr>
          <p:spPr>
            <a:xfrm>
              <a:off x="8991982" y="8380724"/>
              <a:ext cx="920820" cy="276938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1С.КАС.Обеспеченность</a:t>
              </a:r>
            </a:p>
          </p:txBody>
        </p:sp>
        <p:sp>
          <p:nvSpPr>
            <p:cNvPr id="143" name="Прямоугольник 142">
              <a:extLst>
                <a:ext uri="{FF2B5EF4-FFF2-40B4-BE49-F238E27FC236}">
                  <a16:creationId xmlns:a16="http://schemas.microsoft.com/office/drawing/2014/main" id="{08081AC6-9EFD-43E6-A9AA-97739453F5CE}"/>
                </a:ext>
              </a:extLst>
            </p:cNvPr>
            <p:cNvSpPr/>
            <p:nvPr/>
          </p:nvSpPr>
          <p:spPr>
            <a:xfrm>
              <a:off x="10865058" y="4767445"/>
              <a:ext cx="1537572" cy="262555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ЛК ВГ</a:t>
              </a:r>
            </a:p>
          </p:txBody>
        </p:sp>
        <p:sp>
          <p:nvSpPr>
            <p:cNvPr id="144" name="Прямоугольник 143">
              <a:extLst>
                <a:ext uri="{FF2B5EF4-FFF2-40B4-BE49-F238E27FC236}">
                  <a16:creationId xmlns:a16="http://schemas.microsoft.com/office/drawing/2014/main" id="{55F31EE2-605F-47E2-9C0F-9EA08C93AF3D}"/>
                </a:ext>
              </a:extLst>
            </p:cNvPr>
            <p:cNvSpPr/>
            <p:nvPr/>
          </p:nvSpPr>
          <p:spPr>
            <a:xfrm>
              <a:off x="7954346" y="8387075"/>
              <a:ext cx="953195" cy="27058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Бронирование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75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Merusoft</a:t>
              </a:r>
              <a:r>
                <a:rPr lang="en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id="{758C8D7B-DB5F-4892-8278-1B35AB13322E}"/>
                </a:ext>
              </a:extLst>
            </p:cNvPr>
            <p:cNvSpPr/>
            <p:nvPr/>
          </p:nvSpPr>
          <p:spPr>
            <a:xfrm>
              <a:off x="11242949" y="9098953"/>
              <a:ext cx="1022635" cy="254556"/>
            </a:xfrm>
            <a:prstGeom prst="rect">
              <a:avLst/>
            </a:prstGeom>
            <a:solidFill>
              <a:srgbClr val="006EB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987" tIns="48993" rIns="97987" bIns="4899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Учет карт</a:t>
              </a:r>
            </a:p>
            <a:p>
              <a:pPr>
                <a:lnSpc>
                  <a:spcPct val="90000"/>
                </a:lnSpc>
              </a:pP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1С.КАС/1С.ЗКГУ</a:t>
              </a:r>
              <a:r>
                <a:rPr lang="en-US" sz="7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ru-RU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EB1216C7-5C4C-47E4-8328-8AFD912D380E}"/>
              </a:ext>
            </a:extLst>
          </p:cNvPr>
          <p:cNvSpPr txBox="1"/>
          <p:nvPr/>
        </p:nvSpPr>
        <p:spPr>
          <a:xfrm>
            <a:off x="385352" y="284669"/>
            <a:ext cx="1694111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600" b="1" kern="0" dirty="0">
                <a:solidFill>
                  <a:srgbClr val="006EBE"/>
                </a:solidFill>
                <a:latin typeface="Arial"/>
                <a:cs typeface="Arial"/>
              </a:rPr>
              <a:t>Детальная архитектура ИС. Целевая</a:t>
            </a:r>
            <a:endParaRPr lang="ru-RU" sz="4600" b="1" kern="0" noProof="0" dirty="0">
              <a:solidFill>
                <a:srgbClr val="006EBE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4067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BFBE33D9-8FB7-F1D3-1746-DF0A4BA31B65}"/>
              </a:ext>
            </a:extLst>
          </p:cNvPr>
          <p:cNvSpPr/>
          <p:nvPr/>
        </p:nvSpPr>
        <p:spPr bwMode="auto">
          <a:xfrm flipH="1">
            <a:off x="9145587" y="4320087"/>
            <a:ext cx="2124557" cy="2124557"/>
          </a:xfrm>
          <a:prstGeom prst="ellipse">
            <a:avLst/>
          </a:prstGeom>
          <a:solidFill>
            <a:srgbClr val="B7E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80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B5E948E-0D2C-CC18-2510-7FCDBB59A675}"/>
              </a:ext>
            </a:extLst>
          </p:cNvPr>
          <p:cNvSpPr/>
          <p:nvPr/>
        </p:nvSpPr>
        <p:spPr>
          <a:xfrm>
            <a:off x="428295" y="277273"/>
            <a:ext cx="9562490" cy="799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6880">
              <a:buClr>
                <a:srgbClr val="006EBE"/>
              </a:buClr>
            </a:pPr>
            <a:r>
              <a:rPr lang="ru-RU" sz="4597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Гибкая, прозрачная </a:t>
            </a:r>
            <a:r>
              <a:rPr lang="ru-RU" sz="45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101EFEC-1BA9-4A81-81DB-800AF5A556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3" t="1420" b="843"/>
          <a:stretch>
            <a:fillRect/>
          </a:stretch>
        </p:blipFill>
        <p:spPr>
          <a:xfrm>
            <a:off x="10390671" y="1762313"/>
            <a:ext cx="7327129" cy="3445793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F0106F2-00FA-47E1-8639-63AFFDE2F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671" y="5556624"/>
            <a:ext cx="5702939" cy="4268414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4A2E992-552F-83A2-3580-FD11BE7885B6}"/>
              </a:ext>
            </a:extLst>
          </p:cNvPr>
          <p:cNvGrpSpPr/>
          <p:nvPr/>
        </p:nvGrpSpPr>
        <p:grpSpPr>
          <a:xfrm>
            <a:off x="573374" y="2855432"/>
            <a:ext cx="9581659" cy="5876486"/>
            <a:chOff x="580583" y="1860866"/>
            <a:chExt cx="10407725" cy="6383117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18BEF670-F962-6E87-6572-FF7AD6B1E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207"/>
            <a:stretch>
              <a:fillRect/>
            </a:stretch>
          </p:blipFill>
          <p:spPr>
            <a:xfrm>
              <a:off x="580583" y="1860866"/>
              <a:ext cx="10331968" cy="6336929"/>
            </a:xfrm>
            <a:prstGeom prst="rect">
              <a:avLst/>
            </a:prstGeom>
            <a:noFill/>
            <a:ln w="76200">
              <a:noFill/>
            </a:ln>
          </p:spPr>
        </p:pic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9B20F59-642E-B120-F067-440E972550FE}"/>
                </a:ext>
              </a:extLst>
            </p:cNvPr>
            <p:cNvSpPr/>
            <p:nvPr/>
          </p:nvSpPr>
          <p:spPr>
            <a:xfrm>
              <a:off x="10483702" y="1967023"/>
              <a:ext cx="504606" cy="2551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D636C227-881B-09EB-028A-A0E78E7B6DDC}"/>
                </a:ext>
              </a:extLst>
            </p:cNvPr>
            <p:cNvSpPr/>
            <p:nvPr/>
          </p:nvSpPr>
          <p:spPr>
            <a:xfrm>
              <a:off x="4206240" y="8118282"/>
              <a:ext cx="978010" cy="795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69854611-72A3-2FA3-C2D8-4A540C8F9381}"/>
                </a:ext>
              </a:extLst>
            </p:cNvPr>
            <p:cNvSpPr/>
            <p:nvPr/>
          </p:nvSpPr>
          <p:spPr>
            <a:xfrm>
              <a:off x="7625301" y="8102380"/>
              <a:ext cx="1184606" cy="1416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DA588FB-5349-13EB-47C8-CBCC7796994E}"/>
                </a:ext>
              </a:extLst>
            </p:cNvPr>
            <p:cNvSpPr/>
            <p:nvPr/>
          </p:nvSpPr>
          <p:spPr>
            <a:xfrm>
              <a:off x="4214191" y="8102380"/>
              <a:ext cx="1184606" cy="1416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EC4B6EDA-3087-552E-2C47-23A545A9FEAF}"/>
                </a:ext>
              </a:extLst>
            </p:cNvPr>
            <p:cNvSpPr/>
            <p:nvPr/>
          </p:nvSpPr>
          <p:spPr>
            <a:xfrm>
              <a:off x="2456952" y="8070576"/>
              <a:ext cx="1184606" cy="1416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1C97099-8435-09A9-756F-5FDC9B665DC0}"/>
                </a:ext>
              </a:extLst>
            </p:cNvPr>
            <p:cNvSpPr/>
            <p:nvPr/>
          </p:nvSpPr>
          <p:spPr>
            <a:xfrm>
              <a:off x="580583" y="1860866"/>
              <a:ext cx="10366451" cy="6383117"/>
            </a:xfrm>
            <a:prstGeom prst="rect">
              <a:avLst/>
            </a:prstGeom>
            <a:noFill/>
            <a:ln w="76200">
              <a:solidFill>
                <a:srgbClr val="D6E8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285378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Группа 162">
            <a:extLst>
              <a:ext uri="{FF2B5EF4-FFF2-40B4-BE49-F238E27FC236}">
                <a16:creationId xmlns:a16="http://schemas.microsoft.com/office/drawing/2014/main" id="{72FD4396-BC84-9B80-6AD1-D53C7FA82790}"/>
              </a:ext>
            </a:extLst>
          </p:cNvPr>
          <p:cNvGrpSpPr/>
          <p:nvPr/>
        </p:nvGrpSpPr>
        <p:grpSpPr>
          <a:xfrm>
            <a:off x="8984000" y="1087243"/>
            <a:ext cx="9449774" cy="9603183"/>
            <a:chOff x="8984000" y="1087243"/>
            <a:chExt cx="9295510" cy="9446415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ABDBFF"/>
              </a:gs>
            </a:gsLst>
            <a:lin ang="2700000" scaled="0"/>
          </a:gradFill>
        </p:grpSpPr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FF7B19CD-7C6E-F1CD-C40F-E05AB4CC7E7B}"/>
                </a:ext>
              </a:extLst>
            </p:cNvPr>
            <p:cNvSpPr/>
            <p:nvPr/>
          </p:nvSpPr>
          <p:spPr>
            <a:xfrm rot="10800000">
              <a:off x="16049958" y="2571690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5 w 1375429"/>
                <a:gd name="connsiteY4" fmla="*/ 1588352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5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8 h 1588351"/>
                <a:gd name="connsiteX15" fmla="*/ 687633 w 1375429"/>
                <a:gd name="connsiteY15" fmla="*/ 6900 h 1588351"/>
                <a:gd name="connsiteX16" fmla="*/ 5845 w 1375429"/>
                <a:gd name="connsiteY16" fmla="*/ 400518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2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8"/>
                  </a:lnTo>
                  <a:cubicBezTo>
                    <a:pt x="1369422" y="400518"/>
                    <a:pt x="687633" y="6900"/>
                    <a:pt x="687633" y="6900"/>
                  </a:cubicBezTo>
                  <a:lnTo>
                    <a:pt x="5845" y="400518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E397F575-FD63-AE5C-E622-1044DC27FC87}"/>
                </a:ext>
              </a:extLst>
            </p:cNvPr>
            <p:cNvSpPr/>
            <p:nvPr/>
          </p:nvSpPr>
          <p:spPr>
            <a:xfrm rot="10800000">
              <a:off x="15365166" y="6129915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9 h 1588351"/>
                <a:gd name="connsiteX4" fmla="*/ 687714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4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753 h 1588351"/>
                <a:gd name="connsiteX12" fmla="*/ 687633 w 1375429"/>
                <a:gd name="connsiteY12" fmla="*/ 1581370 h 1588351"/>
                <a:gd name="connsiteX13" fmla="*/ 1369422 w 1375429"/>
                <a:gd name="connsiteY13" fmla="*/ 1187753 h 1588351"/>
                <a:gd name="connsiteX14" fmla="*/ 1369422 w 1375429"/>
                <a:gd name="connsiteY14" fmla="*/ 400436 h 1588351"/>
                <a:gd name="connsiteX15" fmla="*/ 687633 w 1375429"/>
                <a:gd name="connsiteY15" fmla="*/ 6819 h 1588351"/>
                <a:gd name="connsiteX16" fmla="*/ 5845 w 1375429"/>
                <a:gd name="connsiteY16" fmla="*/ 400436 h 1588351"/>
                <a:gd name="connsiteX17" fmla="*/ 5845 w 1375429"/>
                <a:gd name="connsiteY17" fmla="*/ 1187753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9"/>
                    <a:pt x="689176" y="1587459"/>
                  </a:cubicBezTo>
                  <a:lnTo>
                    <a:pt x="687714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4" y="0"/>
                  </a:lnTo>
                  <a:lnTo>
                    <a:pt x="1373968" y="396215"/>
                  </a:lnTo>
                  <a:close/>
                  <a:moveTo>
                    <a:pt x="5845" y="1187753"/>
                  </a:moveTo>
                  <a:lnTo>
                    <a:pt x="687633" y="1581370"/>
                  </a:lnTo>
                  <a:lnTo>
                    <a:pt x="1369422" y="1187753"/>
                  </a:lnTo>
                  <a:lnTo>
                    <a:pt x="1369422" y="400436"/>
                  </a:lnTo>
                  <a:cubicBezTo>
                    <a:pt x="1369422" y="400436"/>
                    <a:pt x="687633" y="6819"/>
                    <a:pt x="687633" y="6819"/>
                  </a:cubicBezTo>
                  <a:lnTo>
                    <a:pt x="5845" y="400436"/>
                  </a:lnTo>
                  <a:lnTo>
                    <a:pt x="5845" y="1187753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: фигура 32">
              <a:extLst>
                <a:ext uri="{FF2B5EF4-FFF2-40B4-BE49-F238E27FC236}">
                  <a16:creationId xmlns:a16="http://schemas.microsoft.com/office/drawing/2014/main" id="{A3A1C089-4FD6-C9B0-BA91-E35B08881367}"/>
                </a:ext>
              </a:extLst>
            </p:cNvPr>
            <p:cNvSpPr/>
            <p:nvPr/>
          </p:nvSpPr>
          <p:spPr>
            <a:xfrm rot="10800000">
              <a:off x="16049958" y="7316044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5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5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3 w 1375429"/>
                <a:gd name="connsiteY15" fmla="*/ 6900 h 1588351"/>
                <a:gd name="connsiteX16" fmla="*/ 5845 w 1375429"/>
                <a:gd name="connsiteY16" fmla="*/ 400517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0092FEC9-73D1-C785-E2B5-92C548B7C4C2}"/>
                </a:ext>
              </a:extLst>
            </p:cNvPr>
            <p:cNvSpPr/>
            <p:nvPr/>
          </p:nvSpPr>
          <p:spPr>
            <a:xfrm rot="10800000">
              <a:off x="14680374" y="7316044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5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4 w 1375429"/>
                <a:gd name="connsiteY8" fmla="*/ 893 h 1588351"/>
                <a:gd name="connsiteX9" fmla="*/ 687715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3 w 1375429"/>
                <a:gd name="connsiteY15" fmla="*/ 6900 h 1588351"/>
                <a:gd name="connsiteX16" fmla="*/ 5845 w 1375429"/>
                <a:gd name="connsiteY16" fmla="*/ 400517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4" y="893"/>
                    <a:pt x="686254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9DF31B6A-08B6-BEA7-B9E4-2CD1A3A705D4}"/>
                </a:ext>
              </a:extLst>
            </p:cNvPr>
            <p:cNvSpPr/>
            <p:nvPr/>
          </p:nvSpPr>
          <p:spPr>
            <a:xfrm rot="10800000">
              <a:off x="13310790" y="7316044"/>
              <a:ext cx="1375428" cy="1588351"/>
            </a:xfrm>
            <a:custGeom>
              <a:avLst/>
              <a:gdLst>
                <a:gd name="connsiteX0" fmla="*/ 1373968 w 1375428"/>
                <a:gd name="connsiteY0" fmla="*/ 396215 h 1588351"/>
                <a:gd name="connsiteX1" fmla="*/ 1375429 w 1375428"/>
                <a:gd name="connsiteY1" fmla="*/ 397108 h 1588351"/>
                <a:gd name="connsiteX2" fmla="*/ 1375429 w 1375428"/>
                <a:gd name="connsiteY2" fmla="*/ 1191243 h 1588351"/>
                <a:gd name="connsiteX3" fmla="*/ 689176 w 1375428"/>
                <a:gd name="connsiteY3" fmla="*/ 1587458 h 1588351"/>
                <a:gd name="connsiteX4" fmla="*/ 687715 w 1375428"/>
                <a:gd name="connsiteY4" fmla="*/ 1588351 h 1588351"/>
                <a:gd name="connsiteX5" fmla="*/ 1461 w 1375428"/>
                <a:gd name="connsiteY5" fmla="*/ 1192136 h 1588351"/>
                <a:gd name="connsiteX6" fmla="*/ 0 w 1375428"/>
                <a:gd name="connsiteY6" fmla="*/ 1191243 h 1588351"/>
                <a:gd name="connsiteX7" fmla="*/ 0 w 1375428"/>
                <a:gd name="connsiteY7" fmla="*/ 397108 h 1588351"/>
                <a:gd name="connsiteX8" fmla="*/ 686254 w 1375428"/>
                <a:gd name="connsiteY8" fmla="*/ 893 h 1588351"/>
                <a:gd name="connsiteX9" fmla="*/ 687715 w 1375428"/>
                <a:gd name="connsiteY9" fmla="*/ 0 h 1588351"/>
                <a:gd name="connsiteX10" fmla="*/ 1373968 w 1375428"/>
                <a:gd name="connsiteY10" fmla="*/ 396215 h 1588351"/>
                <a:gd name="connsiteX11" fmla="*/ 5845 w 1375428"/>
                <a:gd name="connsiteY11" fmla="*/ 1187834 h 1588351"/>
                <a:gd name="connsiteX12" fmla="*/ 687633 w 1375428"/>
                <a:gd name="connsiteY12" fmla="*/ 1581451 h 1588351"/>
                <a:gd name="connsiteX13" fmla="*/ 1369422 w 1375428"/>
                <a:gd name="connsiteY13" fmla="*/ 1187834 h 1588351"/>
                <a:gd name="connsiteX14" fmla="*/ 1369422 w 1375428"/>
                <a:gd name="connsiteY14" fmla="*/ 400517 h 1588351"/>
                <a:gd name="connsiteX15" fmla="*/ 687633 w 1375428"/>
                <a:gd name="connsiteY15" fmla="*/ 6900 h 1588351"/>
                <a:gd name="connsiteX16" fmla="*/ 5845 w 1375428"/>
                <a:gd name="connsiteY16" fmla="*/ 400517 h 1588351"/>
                <a:gd name="connsiteX17" fmla="*/ 5845 w 1375428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8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4" y="893"/>
                    <a:pt x="686254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FB3CBE4B-66E5-C0C6-0AF4-5AF916885A6E}"/>
                </a:ext>
              </a:extLst>
            </p:cNvPr>
            <p:cNvSpPr/>
            <p:nvPr/>
          </p:nvSpPr>
          <p:spPr>
            <a:xfrm rot="10800000">
              <a:off x="11941205" y="7316044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4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4 w 1375429"/>
                <a:gd name="connsiteY9" fmla="*/ 0 h 1588351"/>
                <a:gd name="connsiteX10" fmla="*/ 1373968 w 1375429"/>
                <a:gd name="connsiteY10" fmla="*/ 396215 h 1588351"/>
                <a:gd name="connsiteX11" fmla="*/ 5844 w 1375429"/>
                <a:gd name="connsiteY11" fmla="*/ 1187834 h 1588351"/>
                <a:gd name="connsiteX12" fmla="*/ 687634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4 w 1375429"/>
                <a:gd name="connsiteY15" fmla="*/ 6900 h 1588351"/>
                <a:gd name="connsiteX16" fmla="*/ 5844 w 1375429"/>
                <a:gd name="connsiteY16" fmla="*/ 400517 h 1588351"/>
                <a:gd name="connsiteX17" fmla="*/ 5844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4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4" y="0"/>
                  </a:lnTo>
                  <a:lnTo>
                    <a:pt x="1373968" y="396215"/>
                  </a:lnTo>
                  <a:close/>
                  <a:moveTo>
                    <a:pt x="5844" y="1187834"/>
                  </a:moveTo>
                  <a:lnTo>
                    <a:pt x="687634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4" y="6900"/>
                    <a:pt x="687634" y="6900"/>
                  </a:cubicBezTo>
                  <a:lnTo>
                    <a:pt x="5844" y="400517"/>
                  </a:lnTo>
                  <a:lnTo>
                    <a:pt x="5844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: фигура 36">
              <a:extLst>
                <a:ext uri="{FF2B5EF4-FFF2-40B4-BE49-F238E27FC236}">
                  <a16:creationId xmlns:a16="http://schemas.microsoft.com/office/drawing/2014/main" id="{D88FCDB1-26DC-AC51-DACA-DA6F4AB96281}"/>
                </a:ext>
              </a:extLst>
            </p:cNvPr>
            <p:cNvSpPr/>
            <p:nvPr/>
          </p:nvSpPr>
          <p:spPr>
            <a:xfrm rot="10800000">
              <a:off x="15365166" y="8502173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4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4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3 w 1375429"/>
                <a:gd name="connsiteY15" fmla="*/ 6900 h 1588351"/>
                <a:gd name="connsiteX16" fmla="*/ 5845 w 1375429"/>
                <a:gd name="connsiteY16" fmla="*/ 400517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4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4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: фигура 37">
              <a:extLst>
                <a:ext uri="{FF2B5EF4-FFF2-40B4-BE49-F238E27FC236}">
                  <a16:creationId xmlns:a16="http://schemas.microsoft.com/office/drawing/2014/main" id="{511211A6-9BBA-1073-E393-C3BEDD104038}"/>
                </a:ext>
              </a:extLst>
            </p:cNvPr>
            <p:cNvSpPr/>
            <p:nvPr/>
          </p:nvSpPr>
          <p:spPr>
            <a:xfrm rot="10800000">
              <a:off x="13995582" y="8502173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5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4 w 1375429"/>
                <a:gd name="connsiteY8" fmla="*/ 893 h 1588351"/>
                <a:gd name="connsiteX9" fmla="*/ 687715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4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4 w 1375429"/>
                <a:gd name="connsiteY15" fmla="*/ 6900 h 1588351"/>
                <a:gd name="connsiteX16" fmla="*/ 5845 w 1375429"/>
                <a:gd name="connsiteY16" fmla="*/ 400517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4" y="893"/>
                    <a:pt x="686254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4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4" y="6900"/>
                    <a:pt x="687634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B0EB084B-DE4A-5817-48D6-FD3333739EB6}"/>
                </a:ext>
              </a:extLst>
            </p:cNvPr>
            <p:cNvSpPr/>
            <p:nvPr/>
          </p:nvSpPr>
          <p:spPr>
            <a:xfrm rot="10800000">
              <a:off x="12625997" y="8502173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5 w 1375429"/>
                <a:gd name="connsiteY3" fmla="*/ 1587458 h 1588351"/>
                <a:gd name="connsiteX4" fmla="*/ 687714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4 w 1375429"/>
                <a:gd name="connsiteY9" fmla="*/ 0 h 1588351"/>
                <a:gd name="connsiteX10" fmla="*/ 1373968 w 1375429"/>
                <a:gd name="connsiteY10" fmla="*/ 396215 h 1588351"/>
                <a:gd name="connsiteX11" fmla="*/ 5844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3 w 1375429"/>
                <a:gd name="connsiteY15" fmla="*/ 6900 h 1588351"/>
                <a:gd name="connsiteX16" fmla="*/ 5844 w 1375429"/>
                <a:gd name="connsiteY16" fmla="*/ 400517 h 1588351"/>
                <a:gd name="connsiteX17" fmla="*/ 5844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5" y="1587458"/>
                    <a:pt x="689175" y="1587458"/>
                  </a:cubicBezTo>
                  <a:lnTo>
                    <a:pt x="687714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4" y="0"/>
                  </a:lnTo>
                  <a:lnTo>
                    <a:pt x="1373968" y="396215"/>
                  </a:lnTo>
                  <a:close/>
                  <a:moveTo>
                    <a:pt x="5844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4" y="400517"/>
                  </a:lnTo>
                  <a:lnTo>
                    <a:pt x="5844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: фигура 39">
              <a:extLst>
                <a:ext uri="{FF2B5EF4-FFF2-40B4-BE49-F238E27FC236}">
                  <a16:creationId xmlns:a16="http://schemas.microsoft.com/office/drawing/2014/main" id="{EDD2A699-E6C5-582C-164E-3B5F4263606C}"/>
                </a:ext>
              </a:extLst>
            </p:cNvPr>
            <p:cNvSpPr/>
            <p:nvPr/>
          </p:nvSpPr>
          <p:spPr>
            <a:xfrm rot="10800000">
              <a:off x="16049958" y="9688221"/>
              <a:ext cx="1375510" cy="845437"/>
            </a:xfrm>
            <a:custGeom>
              <a:avLst/>
              <a:gdLst>
                <a:gd name="connsiteX0" fmla="*/ 5926 w 1375510"/>
                <a:gd name="connsiteY0" fmla="*/ 0 h 845437"/>
                <a:gd name="connsiteX1" fmla="*/ 5926 w 1375510"/>
                <a:gd name="connsiteY1" fmla="*/ 444920 h 845437"/>
                <a:gd name="connsiteX2" fmla="*/ 687796 w 1375510"/>
                <a:gd name="connsiteY2" fmla="*/ 838538 h 845437"/>
                <a:gd name="connsiteX3" fmla="*/ 1369585 w 1375510"/>
                <a:gd name="connsiteY3" fmla="*/ 444920 h 845437"/>
                <a:gd name="connsiteX4" fmla="*/ 1369585 w 1375510"/>
                <a:gd name="connsiteY4" fmla="*/ 0 h 845437"/>
                <a:gd name="connsiteX5" fmla="*/ 1375510 w 1375510"/>
                <a:gd name="connsiteY5" fmla="*/ 0 h 845437"/>
                <a:gd name="connsiteX6" fmla="*/ 1375510 w 1375510"/>
                <a:gd name="connsiteY6" fmla="*/ 448330 h 845437"/>
                <a:gd name="connsiteX7" fmla="*/ 689257 w 1375510"/>
                <a:gd name="connsiteY7" fmla="*/ 844545 h 845437"/>
                <a:gd name="connsiteX8" fmla="*/ 687796 w 1375510"/>
                <a:gd name="connsiteY8" fmla="*/ 845438 h 845437"/>
                <a:gd name="connsiteX9" fmla="*/ 1461 w 1375510"/>
                <a:gd name="connsiteY9" fmla="*/ 449222 h 845437"/>
                <a:gd name="connsiteX10" fmla="*/ 0 w 1375510"/>
                <a:gd name="connsiteY10" fmla="*/ 448330 h 845437"/>
                <a:gd name="connsiteX11" fmla="*/ 0 w 1375510"/>
                <a:gd name="connsiteY11" fmla="*/ 0 h 845437"/>
                <a:gd name="connsiteX12" fmla="*/ 5926 w 1375510"/>
                <a:gd name="connsiteY12" fmla="*/ 0 h 84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5510" h="845437">
                  <a:moveTo>
                    <a:pt x="5926" y="0"/>
                  </a:moveTo>
                  <a:lnTo>
                    <a:pt x="5926" y="444920"/>
                  </a:lnTo>
                  <a:lnTo>
                    <a:pt x="687796" y="838538"/>
                  </a:lnTo>
                  <a:lnTo>
                    <a:pt x="1369585" y="444920"/>
                  </a:lnTo>
                  <a:lnTo>
                    <a:pt x="1369585" y="0"/>
                  </a:lnTo>
                  <a:lnTo>
                    <a:pt x="1375510" y="0"/>
                  </a:lnTo>
                  <a:lnTo>
                    <a:pt x="1375510" y="448330"/>
                  </a:lnTo>
                  <a:lnTo>
                    <a:pt x="689257" y="844545"/>
                  </a:lnTo>
                  <a:lnTo>
                    <a:pt x="687796" y="845438"/>
                  </a:lnTo>
                  <a:lnTo>
                    <a:pt x="1461" y="449222"/>
                  </a:lnTo>
                  <a:lnTo>
                    <a:pt x="0" y="448330"/>
                  </a:lnTo>
                  <a:lnTo>
                    <a:pt x="0" y="0"/>
                  </a:lnTo>
                  <a:lnTo>
                    <a:pt x="592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: фигура 40">
              <a:extLst>
                <a:ext uri="{FF2B5EF4-FFF2-40B4-BE49-F238E27FC236}">
                  <a16:creationId xmlns:a16="http://schemas.microsoft.com/office/drawing/2014/main" id="{937156E8-4D57-0022-DD2B-15EBAC6DEEB3}"/>
                </a:ext>
              </a:extLst>
            </p:cNvPr>
            <p:cNvSpPr/>
            <p:nvPr/>
          </p:nvSpPr>
          <p:spPr>
            <a:xfrm rot="10800000">
              <a:off x="14680374" y="9688221"/>
              <a:ext cx="1375510" cy="845437"/>
            </a:xfrm>
            <a:custGeom>
              <a:avLst/>
              <a:gdLst>
                <a:gd name="connsiteX0" fmla="*/ 5926 w 1375510"/>
                <a:gd name="connsiteY0" fmla="*/ 0 h 845437"/>
                <a:gd name="connsiteX1" fmla="*/ 5926 w 1375510"/>
                <a:gd name="connsiteY1" fmla="*/ 444920 h 845437"/>
                <a:gd name="connsiteX2" fmla="*/ 687715 w 1375510"/>
                <a:gd name="connsiteY2" fmla="*/ 838538 h 845437"/>
                <a:gd name="connsiteX3" fmla="*/ 1369585 w 1375510"/>
                <a:gd name="connsiteY3" fmla="*/ 444920 h 845437"/>
                <a:gd name="connsiteX4" fmla="*/ 1369585 w 1375510"/>
                <a:gd name="connsiteY4" fmla="*/ 0 h 845437"/>
                <a:gd name="connsiteX5" fmla="*/ 1375510 w 1375510"/>
                <a:gd name="connsiteY5" fmla="*/ 0 h 845437"/>
                <a:gd name="connsiteX6" fmla="*/ 1375510 w 1375510"/>
                <a:gd name="connsiteY6" fmla="*/ 448330 h 845437"/>
                <a:gd name="connsiteX7" fmla="*/ 689257 w 1375510"/>
                <a:gd name="connsiteY7" fmla="*/ 844545 h 845437"/>
                <a:gd name="connsiteX8" fmla="*/ 687715 w 1375510"/>
                <a:gd name="connsiteY8" fmla="*/ 845438 h 845437"/>
                <a:gd name="connsiteX9" fmla="*/ 1461 w 1375510"/>
                <a:gd name="connsiteY9" fmla="*/ 449222 h 845437"/>
                <a:gd name="connsiteX10" fmla="*/ 0 w 1375510"/>
                <a:gd name="connsiteY10" fmla="*/ 448330 h 845437"/>
                <a:gd name="connsiteX11" fmla="*/ 0 w 1375510"/>
                <a:gd name="connsiteY11" fmla="*/ 0 h 845437"/>
                <a:gd name="connsiteX12" fmla="*/ 5926 w 1375510"/>
                <a:gd name="connsiteY12" fmla="*/ 0 h 84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5510" h="845437">
                  <a:moveTo>
                    <a:pt x="5926" y="0"/>
                  </a:moveTo>
                  <a:lnTo>
                    <a:pt x="5926" y="444920"/>
                  </a:lnTo>
                  <a:lnTo>
                    <a:pt x="687715" y="838538"/>
                  </a:lnTo>
                  <a:lnTo>
                    <a:pt x="1369585" y="444920"/>
                  </a:lnTo>
                  <a:lnTo>
                    <a:pt x="1369585" y="0"/>
                  </a:lnTo>
                  <a:lnTo>
                    <a:pt x="1375510" y="0"/>
                  </a:lnTo>
                  <a:lnTo>
                    <a:pt x="1375510" y="448330"/>
                  </a:lnTo>
                  <a:lnTo>
                    <a:pt x="689257" y="844545"/>
                  </a:lnTo>
                  <a:lnTo>
                    <a:pt x="687715" y="845438"/>
                  </a:lnTo>
                  <a:lnTo>
                    <a:pt x="1461" y="449222"/>
                  </a:lnTo>
                  <a:lnTo>
                    <a:pt x="0" y="448330"/>
                  </a:lnTo>
                  <a:lnTo>
                    <a:pt x="0" y="0"/>
                  </a:lnTo>
                  <a:lnTo>
                    <a:pt x="592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3B012DCC-2348-EAF3-D0B1-2E363967A478}"/>
                </a:ext>
              </a:extLst>
            </p:cNvPr>
            <p:cNvSpPr/>
            <p:nvPr/>
          </p:nvSpPr>
          <p:spPr>
            <a:xfrm rot="10800000">
              <a:off x="13310789" y="9688221"/>
              <a:ext cx="1375510" cy="845437"/>
            </a:xfrm>
            <a:custGeom>
              <a:avLst/>
              <a:gdLst>
                <a:gd name="connsiteX0" fmla="*/ 5926 w 1375510"/>
                <a:gd name="connsiteY0" fmla="*/ 0 h 845437"/>
                <a:gd name="connsiteX1" fmla="*/ 5926 w 1375510"/>
                <a:gd name="connsiteY1" fmla="*/ 444920 h 845437"/>
                <a:gd name="connsiteX2" fmla="*/ 687715 w 1375510"/>
                <a:gd name="connsiteY2" fmla="*/ 838538 h 845437"/>
                <a:gd name="connsiteX3" fmla="*/ 1369585 w 1375510"/>
                <a:gd name="connsiteY3" fmla="*/ 444920 h 845437"/>
                <a:gd name="connsiteX4" fmla="*/ 1369585 w 1375510"/>
                <a:gd name="connsiteY4" fmla="*/ 0 h 845437"/>
                <a:gd name="connsiteX5" fmla="*/ 1375510 w 1375510"/>
                <a:gd name="connsiteY5" fmla="*/ 0 h 845437"/>
                <a:gd name="connsiteX6" fmla="*/ 1375510 w 1375510"/>
                <a:gd name="connsiteY6" fmla="*/ 448330 h 845437"/>
                <a:gd name="connsiteX7" fmla="*/ 689257 w 1375510"/>
                <a:gd name="connsiteY7" fmla="*/ 844545 h 845437"/>
                <a:gd name="connsiteX8" fmla="*/ 687715 w 1375510"/>
                <a:gd name="connsiteY8" fmla="*/ 845438 h 845437"/>
                <a:gd name="connsiteX9" fmla="*/ 1461 w 1375510"/>
                <a:gd name="connsiteY9" fmla="*/ 449222 h 845437"/>
                <a:gd name="connsiteX10" fmla="*/ 0 w 1375510"/>
                <a:gd name="connsiteY10" fmla="*/ 448330 h 845437"/>
                <a:gd name="connsiteX11" fmla="*/ 0 w 1375510"/>
                <a:gd name="connsiteY11" fmla="*/ 0 h 845437"/>
                <a:gd name="connsiteX12" fmla="*/ 5926 w 1375510"/>
                <a:gd name="connsiteY12" fmla="*/ 0 h 84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5510" h="845437">
                  <a:moveTo>
                    <a:pt x="5926" y="0"/>
                  </a:moveTo>
                  <a:lnTo>
                    <a:pt x="5926" y="444920"/>
                  </a:lnTo>
                  <a:lnTo>
                    <a:pt x="687715" y="838538"/>
                  </a:lnTo>
                  <a:lnTo>
                    <a:pt x="1369585" y="444920"/>
                  </a:lnTo>
                  <a:lnTo>
                    <a:pt x="1369585" y="0"/>
                  </a:lnTo>
                  <a:lnTo>
                    <a:pt x="1375510" y="0"/>
                  </a:lnTo>
                  <a:lnTo>
                    <a:pt x="1375510" y="448330"/>
                  </a:lnTo>
                  <a:lnTo>
                    <a:pt x="689257" y="844545"/>
                  </a:lnTo>
                  <a:lnTo>
                    <a:pt x="687715" y="845438"/>
                  </a:lnTo>
                  <a:lnTo>
                    <a:pt x="1461" y="449222"/>
                  </a:lnTo>
                  <a:lnTo>
                    <a:pt x="0" y="448330"/>
                  </a:lnTo>
                  <a:lnTo>
                    <a:pt x="0" y="0"/>
                  </a:lnTo>
                  <a:lnTo>
                    <a:pt x="592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: фигура 42">
              <a:extLst>
                <a:ext uri="{FF2B5EF4-FFF2-40B4-BE49-F238E27FC236}">
                  <a16:creationId xmlns:a16="http://schemas.microsoft.com/office/drawing/2014/main" id="{52475F62-884F-6574-2DCC-A83803C9CAFA}"/>
                </a:ext>
              </a:extLst>
            </p:cNvPr>
            <p:cNvSpPr/>
            <p:nvPr/>
          </p:nvSpPr>
          <p:spPr>
            <a:xfrm rot="10800000">
              <a:off x="11941205" y="9688221"/>
              <a:ext cx="1375510" cy="845437"/>
            </a:xfrm>
            <a:custGeom>
              <a:avLst/>
              <a:gdLst>
                <a:gd name="connsiteX0" fmla="*/ 5926 w 1375510"/>
                <a:gd name="connsiteY0" fmla="*/ 0 h 845437"/>
                <a:gd name="connsiteX1" fmla="*/ 5926 w 1375510"/>
                <a:gd name="connsiteY1" fmla="*/ 444920 h 845437"/>
                <a:gd name="connsiteX2" fmla="*/ 687796 w 1375510"/>
                <a:gd name="connsiteY2" fmla="*/ 838538 h 845437"/>
                <a:gd name="connsiteX3" fmla="*/ 1369585 w 1375510"/>
                <a:gd name="connsiteY3" fmla="*/ 444920 h 845437"/>
                <a:gd name="connsiteX4" fmla="*/ 1369585 w 1375510"/>
                <a:gd name="connsiteY4" fmla="*/ 0 h 845437"/>
                <a:gd name="connsiteX5" fmla="*/ 1375510 w 1375510"/>
                <a:gd name="connsiteY5" fmla="*/ 0 h 845437"/>
                <a:gd name="connsiteX6" fmla="*/ 1375510 w 1375510"/>
                <a:gd name="connsiteY6" fmla="*/ 448330 h 845437"/>
                <a:gd name="connsiteX7" fmla="*/ 689257 w 1375510"/>
                <a:gd name="connsiteY7" fmla="*/ 844545 h 845437"/>
                <a:gd name="connsiteX8" fmla="*/ 687796 w 1375510"/>
                <a:gd name="connsiteY8" fmla="*/ 845438 h 845437"/>
                <a:gd name="connsiteX9" fmla="*/ 1461 w 1375510"/>
                <a:gd name="connsiteY9" fmla="*/ 449222 h 845437"/>
                <a:gd name="connsiteX10" fmla="*/ 0 w 1375510"/>
                <a:gd name="connsiteY10" fmla="*/ 448330 h 845437"/>
                <a:gd name="connsiteX11" fmla="*/ 0 w 1375510"/>
                <a:gd name="connsiteY11" fmla="*/ 0 h 845437"/>
                <a:gd name="connsiteX12" fmla="*/ 5926 w 1375510"/>
                <a:gd name="connsiteY12" fmla="*/ 0 h 84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5510" h="845437">
                  <a:moveTo>
                    <a:pt x="5926" y="0"/>
                  </a:moveTo>
                  <a:lnTo>
                    <a:pt x="5926" y="444920"/>
                  </a:lnTo>
                  <a:lnTo>
                    <a:pt x="687796" y="838538"/>
                  </a:lnTo>
                  <a:lnTo>
                    <a:pt x="1369585" y="444920"/>
                  </a:lnTo>
                  <a:lnTo>
                    <a:pt x="1369585" y="0"/>
                  </a:lnTo>
                  <a:lnTo>
                    <a:pt x="1375510" y="0"/>
                  </a:lnTo>
                  <a:lnTo>
                    <a:pt x="1375510" y="448330"/>
                  </a:lnTo>
                  <a:lnTo>
                    <a:pt x="689257" y="844545"/>
                  </a:lnTo>
                  <a:lnTo>
                    <a:pt x="687796" y="845438"/>
                  </a:lnTo>
                  <a:lnTo>
                    <a:pt x="1461" y="449222"/>
                  </a:lnTo>
                  <a:lnTo>
                    <a:pt x="0" y="448330"/>
                  </a:lnTo>
                  <a:lnTo>
                    <a:pt x="0" y="0"/>
                  </a:lnTo>
                  <a:lnTo>
                    <a:pt x="592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: фигура 43">
              <a:extLst>
                <a:ext uri="{FF2B5EF4-FFF2-40B4-BE49-F238E27FC236}">
                  <a16:creationId xmlns:a16="http://schemas.microsoft.com/office/drawing/2014/main" id="{E8207451-5F79-A56D-C183-B6348584EC01}"/>
                </a:ext>
              </a:extLst>
            </p:cNvPr>
            <p:cNvSpPr/>
            <p:nvPr/>
          </p:nvSpPr>
          <p:spPr>
            <a:xfrm rot="10800000">
              <a:off x="17831262" y="4136338"/>
              <a:ext cx="448248" cy="1566109"/>
            </a:xfrm>
            <a:custGeom>
              <a:avLst/>
              <a:gdLst>
                <a:gd name="connsiteX0" fmla="*/ 0 w 448248"/>
                <a:gd name="connsiteY0" fmla="*/ 1566110 h 1566109"/>
                <a:gd name="connsiteX1" fmla="*/ 0 w 448248"/>
                <a:gd name="connsiteY1" fmla="*/ 1530311 h 1566109"/>
                <a:gd name="connsiteX2" fmla="*/ 417240 w 448248"/>
                <a:gd name="connsiteY2" fmla="*/ 1289384 h 1566109"/>
                <a:gd name="connsiteX3" fmla="*/ 417240 w 448248"/>
                <a:gd name="connsiteY3" fmla="*/ 276726 h 1566109"/>
                <a:gd name="connsiteX4" fmla="*/ 0 w 448248"/>
                <a:gd name="connsiteY4" fmla="*/ 35798 h 1566109"/>
                <a:gd name="connsiteX5" fmla="*/ 0 w 448248"/>
                <a:gd name="connsiteY5" fmla="*/ 0 h 1566109"/>
                <a:gd name="connsiteX6" fmla="*/ 448248 w 448248"/>
                <a:gd name="connsiteY6" fmla="*/ 258867 h 1566109"/>
                <a:gd name="connsiteX7" fmla="*/ 448248 w 448248"/>
                <a:gd name="connsiteY7" fmla="*/ 1307243 h 1566109"/>
                <a:gd name="connsiteX8" fmla="*/ 0 w 448248"/>
                <a:gd name="connsiteY8" fmla="*/ 1566110 h 1566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8248" h="1566109">
                  <a:moveTo>
                    <a:pt x="0" y="1566110"/>
                  </a:moveTo>
                  <a:lnTo>
                    <a:pt x="0" y="1530311"/>
                  </a:lnTo>
                  <a:lnTo>
                    <a:pt x="417240" y="1289384"/>
                  </a:lnTo>
                  <a:lnTo>
                    <a:pt x="417240" y="276726"/>
                  </a:lnTo>
                  <a:lnTo>
                    <a:pt x="0" y="35798"/>
                  </a:lnTo>
                  <a:lnTo>
                    <a:pt x="0" y="0"/>
                  </a:lnTo>
                  <a:lnTo>
                    <a:pt x="448248" y="258867"/>
                  </a:lnTo>
                  <a:lnTo>
                    <a:pt x="448248" y="1307243"/>
                  </a:lnTo>
                  <a:lnTo>
                    <a:pt x="0" y="156611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: фигура 44">
              <a:extLst>
                <a:ext uri="{FF2B5EF4-FFF2-40B4-BE49-F238E27FC236}">
                  <a16:creationId xmlns:a16="http://schemas.microsoft.com/office/drawing/2014/main" id="{E6F93EEF-5DF1-7578-7F56-9B59F00E1BBC}"/>
                </a:ext>
              </a:extLst>
            </p:cNvPr>
            <p:cNvSpPr/>
            <p:nvPr/>
          </p:nvSpPr>
          <p:spPr>
            <a:xfrm rot="10800000">
              <a:off x="16046306" y="3870897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3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4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3"/>
                    <a:pt x="907942" y="2096913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4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: фигура 45">
              <a:extLst>
                <a:ext uri="{FF2B5EF4-FFF2-40B4-BE49-F238E27FC236}">
                  <a16:creationId xmlns:a16="http://schemas.microsoft.com/office/drawing/2014/main" id="{E9CDBD61-C050-8013-F862-21F8A17D96FB}"/>
                </a:ext>
              </a:extLst>
            </p:cNvPr>
            <p:cNvSpPr/>
            <p:nvPr/>
          </p:nvSpPr>
          <p:spPr>
            <a:xfrm rot="10800000">
              <a:off x="14261349" y="3870897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3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4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3"/>
                    <a:pt x="907942" y="2096913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4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: фигура 46">
              <a:extLst>
                <a:ext uri="{FF2B5EF4-FFF2-40B4-BE49-F238E27FC236}">
                  <a16:creationId xmlns:a16="http://schemas.microsoft.com/office/drawing/2014/main" id="{3BA7BC36-8DC5-9F73-E127-17C907F98783}"/>
                </a:ext>
              </a:extLst>
            </p:cNvPr>
            <p:cNvSpPr/>
            <p:nvPr/>
          </p:nvSpPr>
          <p:spPr>
            <a:xfrm rot="10800000">
              <a:off x="16938743" y="5416793"/>
              <a:ext cx="1340767" cy="2096831"/>
            </a:xfrm>
            <a:custGeom>
              <a:avLst/>
              <a:gdLst>
                <a:gd name="connsiteX0" fmla="*/ 432744 w 1340767"/>
                <a:gd name="connsiteY0" fmla="*/ 2096831 h 2096831"/>
                <a:gd name="connsiteX1" fmla="*/ 0 w 1340767"/>
                <a:gd name="connsiteY1" fmla="*/ 1846975 h 2096831"/>
                <a:gd name="connsiteX2" fmla="*/ 0 w 1340767"/>
                <a:gd name="connsiteY2" fmla="*/ 1811176 h 2096831"/>
                <a:gd name="connsiteX3" fmla="*/ 432744 w 1340767"/>
                <a:gd name="connsiteY3" fmla="*/ 2061033 h 2096831"/>
                <a:gd name="connsiteX4" fmla="*/ 1309759 w 1340767"/>
                <a:gd name="connsiteY4" fmla="*/ 1554745 h 2096831"/>
                <a:gd name="connsiteX5" fmla="*/ 1309759 w 1340767"/>
                <a:gd name="connsiteY5" fmla="*/ 542087 h 2096831"/>
                <a:gd name="connsiteX6" fmla="*/ 432744 w 1340767"/>
                <a:gd name="connsiteY6" fmla="*/ 35798 h 2096831"/>
                <a:gd name="connsiteX7" fmla="*/ 0 w 1340767"/>
                <a:gd name="connsiteY7" fmla="*/ 285655 h 2096831"/>
                <a:gd name="connsiteX8" fmla="*/ 0 w 1340767"/>
                <a:gd name="connsiteY8" fmla="*/ 249857 h 2096831"/>
                <a:gd name="connsiteX9" fmla="*/ 432744 w 1340767"/>
                <a:gd name="connsiteY9" fmla="*/ 0 h 2096831"/>
                <a:gd name="connsiteX10" fmla="*/ 1340767 w 1340767"/>
                <a:gd name="connsiteY10" fmla="*/ 524228 h 2096831"/>
                <a:gd name="connsiteX11" fmla="*/ 1340767 w 1340767"/>
                <a:gd name="connsiteY11" fmla="*/ 1572603 h 2096831"/>
                <a:gd name="connsiteX12" fmla="*/ 432744 w 1340767"/>
                <a:gd name="connsiteY12" fmla="*/ 2096831 h 209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0767" h="2096831">
                  <a:moveTo>
                    <a:pt x="432744" y="2096831"/>
                  </a:moveTo>
                  <a:lnTo>
                    <a:pt x="0" y="1846975"/>
                  </a:lnTo>
                  <a:lnTo>
                    <a:pt x="0" y="1811176"/>
                  </a:lnTo>
                  <a:lnTo>
                    <a:pt x="432744" y="2061033"/>
                  </a:lnTo>
                  <a:lnTo>
                    <a:pt x="1309759" y="1554745"/>
                  </a:lnTo>
                  <a:lnTo>
                    <a:pt x="1309759" y="542087"/>
                  </a:lnTo>
                  <a:lnTo>
                    <a:pt x="432744" y="35798"/>
                  </a:lnTo>
                  <a:lnTo>
                    <a:pt x="0" y="285655"/>
                  </a:lnTo>
                  <a:lnTo>
                    <a:pt x="0" y="249857"/>
                  </a:lnTo>
                  <a:lnTo>
                    <a:pt x="432744" y="0"/>
                  </a:lnTo>
                  <a:lnTo>
                    <a:pt x="1340767" y="524228"/>
                  </a:lnTo>
                  <a:lnTo>
                    <a:pt x="1340767" y="1572603"/>
                  </a:lnTo>
                  <a:lnTo>
                    <a:pt x="432744" y="2096831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: фигура 47">
              <a:extLst>
                <a:ext uri="{FF2B5EF4-FFF2-40B4-BE49-F238E27FC236}">
                  <a16:creationId xmlns:a16="http://schemas.microsoft.com/office/drawing/2014/main" id="{E2026DD1-5ABE-883F-98AA-85F28F26E383}"/>
                </a:ext>
              </a:extLst>
            </p:cNvPr>
            <p:cNvSpPr/>
            <p:nvPr/>
          </p:nvSpPr>
          <p:spPr>
            <a:xfrm rot="10800000">
              <a:off x="15153787" y="5416712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2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3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2"/>
                    <a:pt x="907942" y="2096912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3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: фигура 48">
              <a:extLst>
                <a:ext uri="{FF2B5EF4-FFF2-40B4-BE49-F238E27FC236}">
                  <a16:creationId xmlns:a16="http://schemas.microsoft.com/office/drawing/2014/main" id="{7EBD5A03-6ED2-12DD-A107-B14C13D9469F}"/>
                </a:ext>
              </a:extLst>
            </p:cNvPr>
            <p:cNvSpPr/>
            <p:nvPr/>
          </p:nvSpPr>
          <p:spPr>
            <a:xfrm rot="10800000">
              <a:off x="13368911" y="5416712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2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1009 w 1815884"/>
                <a:gd name="connsiteY7" fmla="*/ 1554745 h 2096912"/>
                <a:gd name="connsiteX8" fmla="*/ 907942 w 1815884"/>
                <a:gd name="connsiteY8" fmla="*/ 2061033 h 2096912"/>
                <a:gd name="connsiteX9" fmla="*/ 1784876 w 1815884"/>
                <a:gd name="connsiteY9" fmla="*/ 1554745 h 2096912"/>
                <a:gd name="connsiteX10" fmla="*/ 1784876 w 1815884"/>
                <a:gd name="connsiteY10" fmla="*/ 542087 h 2096912"/>
                <a:gd name="connsiteX11" fmla="*/ 907942 w 1815884"/>
                <a:gd name="connsiteY11" fmla="*/ 35798 h 2096912"/>
                <a:gd name="connsiteX12" fmla="*/ 31009 w 1815884"/>
                <a:gd name="connsiteY12" fmla="*/ 542087 h 2096912"/>
                <a:gd name="connsiteX13" fmla="*/ 31009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2"/>
                    <a:pt x="907942" y="2096912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1009" y="1554745"/>
                  </a:moveTo>
                  <a:lnTo>
                    <a:pt x="907942" y="2061033"/>
                  </a:lnTo>
                  <a:lnTo>
                    <a:pt x="1784876" y="1554745"/>
                  </a:lnTo>
                  <a:lnTo>
                    <a:pt x="1784876" y="542087"/>
                  </a:lnTo>
                  <a:cubicBezTo>
                    <a:pt x="1784876" y="542087"/>
                    <a:pt x="907942" y="35798"/>
                    <a:pt x="907942" y="35798"/>
                  </a:cubicBezTo>
                  <a:lnTo>
                    <a:pt x="31009" y="542087"/>
                  </a:lnTo>
                  <a:lnTo>
                    <a:pt x="31009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: фигура 49">
              <a:extLst>
                <a:ext uri="{FF2B5EF4-FFF2-40B4-BE49-F238E27FC236}">
                  <a16:creationId xmlns:a16="http://schemas.microsoft.com/office/drawing/2014/main" id="{187B4345-79B2-66D9-1AD2-87764950D15A}"/>
                </a:ext>
              </a:extLst>
            </p:cNvPr>
            <p:cNvSpPr/>
            <p:nvPr/>
          </p:nvSpPr>
          <p:spPr>
            <a:xfrm rot="10800000">
              <a:off x="17831262" y="7227969"/>
              <a:ext cx="448248" cy="1566028"/>
            </a:xfrm>
            <a:custGeom>
              <a:avLst/>
              <a:gdLst>
                <a:gd name="connsiteX0" fmla="*/ 0 w 448248"/>
                <a:gd name="connsiteY0" fmla="*/ 1566028 h 1566028"/>
                <a:gd name="connsiteX1" fmla="*/ 0 w 448248"/>
                <a:gd name="connsiteY1" fmla="*/ 1530230 h 1566028"/>
                <a:gd name="connsiteX2" fmla="*/ 417240 w 448248"/>
                <a:gd name="connsiteY2" fmla="*/ 1289303 h 1566028"/>
                <a:gd name="connsiteX3" fmla="*/ 417240 w 448248"/>
                <a:gd name="connsiteY3" fmla="*/ 276644 h 1566028"/>
                <a:gd name="connsiteX4" fmla="*/ 0 w 448248"/>
                <a:gd name="connsiteY4" fmla="*/ 35798 h 1566028"/>
                <a:gd name="connsiteX5" fmla="*/ 0 w 448248"/>
                <a:gd name="connsiteY5" fmla="*/ 0 h 1566028"/>
                <a:gd name="connsiteX6" fmla="*/ 448248 w 448248"/>
                <a:gd name="connsiteY6" fmla="*/ 258786 h 1566028"/>
                <a:gd name="connsiteX7" fmla="*/ 448248 w 448248"/>
                <a:gd name="connsiteY7" fmla="*/ 1307242 h 1566028"/>
                <a:gd name="connsiteX8" fmla="*/ 0 w 448248"/>
                <a:gd name="connsiteY8" fmla="*/ 1566028 h 156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8248" h="1566028">
                  <a:moveTo>
                    <a:pt x="0" y="1566028"/>
                  </a:moveTo>
                  <a:lnTo>
                    <a:pt x="0" y="1530230"/>
                  </a:lnTo>
                  <a:lnTo>
                    <a:pt x="417240" y="1289303"/>
                  </a:lnTo>
                  <a:lnTo>
                    <a:pt x="417240" y="276644"/>
                  </a:lnTo>
                  <a:lnTo>
                    <a:pt x="0" y="35798"/>
                  </a:lnTo>
                  <a:lnTo>
                    <a:pt x="0" y="0"/>
                  </a:lnTo>
                  <a:lnTo>
                    <a:pt x="448248" y="258786"/>
                  </a:lnTo>
                  <a:lnTo>
                    <a:pt x="448248" y="1307242"/>
                  </a:lnTo>
                  <a:lnTo>
                    <a:pt x="0" y="15660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: фигура 50">
              <a:extLst>
                <a:ext uri="{FF2B5EF4-FFF2-40B4-BE49-F238E27FC236}">
                  <a16:creationId xmlns:a16="http://schemas.microsoft.com/office/drawing/2014/main" id="{624413F6-8594-81E7-487B-E7540048C0CF}"/>
                </a:ext>
              </a:extLst>
            </p:cNvPr>
            <p:cNvSpPr/>
            <p:nvPr/>
          </p:nvSpPr>
          <p:spPr>
            <a:xfrm rot="10800000">
              <a:off x="16046306" y="6962527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3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3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3"/>
                    <a:pt x="907942" y="2096913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3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: фигура 51">
              <a:extLst>
                <a:ext uri="{FF2B5EF4-FFF2-40B4-BE49-F238E27FC236}">
                  <a16:creationId xmlns:a16="http://schemas.microsoft.com/office/drawing/2014/main" id="{4AD51C62-A941-C32B-DB79-DA4DB11DC37D}"/>
                </a:ext>
              </a:extLst>
            </p:cNvPr>
            <p:cNvSpPr/>
            <p:nvPr/>
          </p:nvSpPr>
          <p:spPr>
            <a:xfrm rot="10800000">
              <a:off x="14261349" y="6962527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3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3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3"/>
                    <a:pt x="907942" y="2096913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3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: фигура 52">
              <a:extLst>
                <a:ext uri="{FF2B5EF4-FFF2-40B4-BE49-F238E27FC236}">
                  <a16:creationId xmlns:a16="http://schemas.microsoft.com/office/drawing/2014/main" id="{747E7989-E0EE-D1F1-E4EB-86488389AC24}"/>
                </a:ext>
              </a:extLst>
            </p:cNvPr>
            <p:cNvSpPr/>
            <p:nvPr/>
          </p:nvSpPr>
          <p:spPr>
            <a:xfrm rot="10800000">
              <a:off x="17908703" y="10319600"/>
              <a:ext cx="370807" cy="214058"/>
            </a:xfrm>
            <a:custGeom>
              <a:avLst/>
              <a:gdLst>
                <a:gd name="connsiteX0" fmla="*/ 0 w 370807"/>
                <a:gd name="connsiteY0" fmla="*/ 178341 h 214058"/>
                <a:gd name="connsiteX1" fmla="*/ 308790 w 370807"/>
                <a:gd name="connsiteY1" fmla="*/ 0 h 214058"/>
                <a:gd name="connsiteX2" fmla="*/ 370807 w 370807"/>
                <a:gd name="connsiteY2" fmla="*/ 0 h 214058"/>
                <a:gd name="connsiteX3" fmla="*/ 0 w 370807"/>
                <a:gd name="connsiteY3" fmla="*/ 214058 h 214058"/>
                <a:gd name="connsiteX4" fmla="*/ 0 w 370807"/>
                <a:gd name="connsiteY4" fmla="*/ 178341 h 21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807" h="214058">
                  <a:moveTo>
                    <a:pt x="0" y="178341"/>
                  </a:moveTo>
                  <a:lnTo>
                    <a:pt x="308790" y="0"/>
                  </a:lnTo>
                  <a:lnTo>
                    <a:pt x="370807" y="0"/>
                  </a:lnTo>
                  <a:lnTo>
                    <a:pt x="0" y="214058"/>
                  </a:lnTo>
                  <a:lnTo>
                    <a:pt x="0" y="178341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: фигура 53">
              <a:extLst>
                <a:ext uri="{FF2B5EF4-FFF2-40B4-BE49-F238E27FC236}">
                  <a16:creationId xmlns:a16="http://schemas.microsoft.com/office/drawing/2014/main" id="{3EC9BDE9-2B34-F52A-5189-DD940182C97A}"/>
                </a:ext>
              </a:extLst>
            </p:cNvPr>
            <p:cNvSpPr/>
            <p:nvPr/>
          </p:nvSpPr>
          <p:spPr>
            <a:xfrm rot="10800000">
              <a:off x="16938743" y="8508342"/>
              <a:ext cx="1340767" cy="2025316"/>
            </a:xfrm>
            <a:custGeom>
              <a:avLst/>
              <a:gdLst>
                <a:gd name="connsiteX0" fmla="*/ 432744 w 1340767"/>
                <a:gd name="connsiteY0" fmla="*/ 2025316 h 2025316"/>
                <a:gd name="connsiteX1" fmla="*/ 0 w 1340767"/>
                <a:gd name="connsiteY1" fmla="*/ 1775460 h 2025316"/>
                <a:gd name="connsiteX2" fmla="*/ 0 w 1340767"/>
                <a:gd name="connsiteY2" fmla="*/ 1739661 h 2025316"/>
                <a:gd name="connsiteX3" fmla="*/ 432744 w 1340767"/>
                <a:gd name="connsiteY3" fmla="*/ 1989518 h 2025316"/>
                <a:gd name="connsiteX4" fmla="*/ 1309759 w 1340767"/>
                <a:gd name="connsiteY4" fmla="*/ 1483149 h 2025316"/>
                <a:gd name="connsiteX5" fmla="*/ 1309759 w 1340767"/>
                <a:gd name="connsiteY5" fmla="*/ 470572 h 2025316"/>
                <a:gd name="connsiteX6" fmla="*/ 494762 w 1340767"/>
                <a:gd name="connsiteY6" fmla="*/ 0 h 2025316"/>
                <a:gd name="connsiteX7" fmla="*/ 556698 w 1340767"/>
                <a:gd name="connsiteY7" fmla="*/ 0 h 2025316"/>
                <a:gd name="connsiteX8" fmla="*/ 1340767 w 1340767"/>
                <a:gd name="connsiteY8" fmla="*/ 452632 h 2025316"/>
                <a:gd name="connsiteX9" fmla="*/ 1340767 w 1340767"/>
                <a:gd name="connsiteY9" fmla="*/ 1501088 h 2025316"/>
                <a:gd name="connsiteX10" fmla="*/ 432744 w 1340767"/>
                <a:gd name="connsiteY10" fmla="*/ 2025316 h 20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0767" h="2025316">
                  <a:moveTo>
                    <a:pt x="432744" y="2025316"/>
                  </a:moveTo>
                  <a:lnTo>
                    <a:pt x="0" y="1775460"/>
                  </a:lnTo>
                  <a:lnTo>
                    <a:pt x="0" y="1739661"/>
                  </a:lnTo>
                  <a:lnTo>
                    <a:pt x="432744" y="1989518"/>
                  </a:lnTo>
                  <a:lnTo>
                    <a:pt x="1309759" y="1483149"/>
                  </a:lnTo>
                  <a:lnTo>
                    <a:pt x="1309759" y="470572"/>
                  </a:lnTo>
                  <a:lnTo>
                    <a:pt x="494762" y="0"/>
                  </a:lnTo>
                  <a:lnTo>
                    <a:pt x="556698" y="0"/>
                  </a:lnTo>
                  <a:lnTo>
                    <a:pt x="1340767" y="452632"/>
                  </a:lnTo>
                  <a:lnTo>
                    <a:pt x="1340767" y="1501088"/>
                  </a:lnTo>
                  <a:lnTo>
                    <a:pt x="432744" y="202531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: фигура 54">
              <a:extLst>
                <a:ext uri="{FF2B5EF4-FFF2-40B4-BE49-F238E27FC236}">
                  <a16:creationId xmlns:a16="http://schemas.microsoft.com/office/drawing/2014/main" id="{BEEED6C2-200A-5502-0081-F47A528B7CA8}"/>
                </a:ext>
              </a:extLst>
            </p:cNvPr>
            <p:cNvSpPr/>
            <p:nvPr/>
          </p:nvSpPr>
          <p:spPr>
            <a:xfrm rot="10800000">
              <a:off x="15153787" y="8508342"/>
              <a:ext cx="1815965" cy="2025316"/>
            </a:xfrm>
            <a:custGeom>
              <a:avLst/>
              <a:gdLst>
                <a:gd name="connsiteX0" fmla="*/ 846006 w 1815965"/>
                <a:gd name="connsiteY0" fmla="*/ 0 h 2025316"/>
                <a:gd name="connsiteX1" fmla="*/ 31009 w 1815965"/>
                <a:gd name="connsiteY1" fmla="*/ 470572 h 2025316"/>
                <a:gd name="connsiteX2" fmla="*/ 31009 w 1815965"/>
                <a:gd name="connsiteY2" fmla="*/ 1483149 h 2025316"/>
                <a:gd name="connsiteX3" fmla="*/ 907942 w 1815965"/>
                <a:gd name="connsiteY3" fmla="*/ 1989518 h 2025316"/>
                <a:gd name="connsiteX4" fmla="*/ 1784957 w 1815965"/>
                <a:gd name="connsiteY4" fmla="*/ 1483149 h 2025316"/>
                <a:gd name="connsiteX5" fmla="*/ 1784957 w 1815965"/>
                <a:gd name="connsiteY5" fmla="*/ 470572 h 2025316"/>
                <a:gd name="connsiteX6" fmla="*/ 969960 w 1815965"/>
                <a:gd name="connsiteY6" fmla="*/ 0 h 2025316"/>
                <a:gd name="connsiteX7" fmla="*/ 1031897 w 1815965"/>
                <a:gd name="connsiteY7" fmla="*/ 0 h 2025316"/>
                <a:gd name="connsiteX8" fmla="*/ 1815966 w 1815965"/>
                <a:gd name="connsiteY8" fmla="*/ 452632 h 2025316"/>
                <a:gd name="connsiteX9" fmla="*/ 1815966 w 1815965"/>
                <a:gd name="connsiteY9" fmla="*/ 1501088 h 2025316"/>
                <a:gd name="connsiteX10" fmla="*/ 907942 w 1815965"/>
                <a:gd name="connsiteY10" fmla="*/ 2025316 h 2025316"/>
                <a:gd name="connsiteX11" fmla="*/ 0 w 1815965"/>
                <a:gd name="connsiteY11" fmla="*/ 1501088 h 2025316"/>
                <a:gd name="connsiteX12" fmla="*/ 0 w 1815965"/>
                <a:gd name="connsiteY12" fmla="*/ 452632 h 2025316"/>
                <a:gd name="connsiteX13" fmla="*/ 783988 w 1815965"/>
                <a:gd name="connsiteY13" fmla="*/ 0 h 2025316"/>
                <a:gd name="connsiteX14" fmla="*/ 846006 w 1815965"/>
                <a:gd name="connsiteY14" fmla="*/ 0 h 20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15965" h="2025316">
                  <a:moveTo>
                    <a:pt x="846006" y="0"/>
                  </a:moveTo>
                  <a:lnTo>
                    <a:pt x="31009" y="470572"/>
                  </a:lnTo>
                  <a:lnTo>
                    <a:pt x="31009" y="1483149"/>
                  </a:lnTo>
                  <a:lnTo>
                    <a:pt x="907942" y="1989518"/>
                  </a:lnTo>
                  <a:lnTo>
                    <a:pt x="1784957" y="1483149"/>
                  </a:lnTo>
                  <a:lnTo>
                    <a:pt x="1784957" y="470572"/>
                  </a:lnTo>
                  <a:lnTo>
                    <a:pt x="969960" y="0"/>
                  </a:lnTo>
                  <a:lnTo>
                    <a:pt x="1031897" y="0"/>
                  </a:lnTo>
                  <a:lnTo>
                    <a:pt x="1815966" y="452632"/>
                  </a:lnTo>
                  <a:lnTo>
                    <a:pt x="1815966" y="1501088"/>
                  </a:lnTo>
                  <a:lnTo>
                    <a:pt x="907942" y="2025316"/>
                  </a:lnTo>
                  <a:lnTo>
                    <a:pt x="0" y="1501088"/>
                  </a:lnTo>
                  <a:lnTo>
                    <a:pt x="0" y="452632"/>
                  </a:lnTo>
                  <a:lnTo>
                    <a:pt x="783988" y="0"/>
                  </a:lnTo>
                  <a:lnTo>
                    <a:pt x="84600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: фигура 55">
              <a:extLst>
                <a:ext uri="{FF2B5EF4-FFF2-40B4-BE49-F238E27FC236}">
                  <a16:creationId xmlns:a16="http://schemas.microsoft.com/office/drawing/2014/main" id="{7C9A1AB3-D716-5A5A-2069-14FD4A8686DE}"/>
                </a:ext>
              </a:extLst>
            </p:cNvPr>
            <p:cNvSpPr/>
            <p:nvPr/>
          </p:nvSpPr>
          <p:spPr>
            <a:xfrm rot="10800000">
              <a:off x="13368911" y="8508342"/>
              <a:ext cx="1815884" cy="2025316"/>
            </a:xfrm>
            <a:custGeom>
              <a:avLst/>
              <a:gdLst>
                <a:gd name="connsiteX0" fmla="*/ 846006 w 1815884"/>
                <a:gd name="connsiteY0" fmla="*/ 0 h 2025316"/>
                <a:gd name="connsiteX1" fmla="*/ 31009 w 1815884"/>
                <a:gd name="connsiteY1" fmla="*/ 470572 h 2025316"/>
                <a:gd name="connsiteX2" fmla="*/ 31009 w 1815884"/>
                <a:gd name="connsiteY2" fmla="*/ 1483149 h 2025316"/>
                <a:gd name="connsiteX3" fmla="*/ 907942 w 1815884"/>
                <a:gd name="connsiteY3" fmla="*/ 1989518 h 2025316"/>
                <a:gd name="connsiteX4" fmla="*/ 1784876 w 1815884"/>
                <a:gd name="connsiteY4" fmla="*/ 1483149 h 2025316"/>
                <a:gd name="connsiteX5" fmla="*/ 1784876 w 1815884"/>
                <a:gd name="connsiteY5" fmla="*/ 470572 h 2025316"/>
                <a:gd name="connsiteX6" fmla="*/ 969879 w 1815884"/>
                <a:gd name="connsiteY6" fmla="*/ 0 h 2025316"/>
                <a:gd name="connsiteX7" fmla="*/ 1031897 w 1815884"/>
                <a:gd name="connsiteY7" fmla="*/ 0 h 2025316"/>
                <a:gd name="connsiteX8" fmla="*/ 1815885 w 1815884"/>
                <a:gd name="connsiteY8" fmla="*/ 452632 h 2025316"/>
                <a:gd name="connsiteX9" fmla="*/ 1815885 w 1815884"/>
                <a:gd name="connsiteY9" fmla="*/ 1501088 h 2025316"/>
                <a:gd name="connsiteX10" fmla="*/ 907942 w 1815884"/>
                <a:gd name="connsiteY10" fmla="*/ 2025316 h 2025316"/>
                <a:gd name="connsiteX11" fmla="*/ 0 w 1815884"/>
                <a:gd name="connsiteY11" fmla="*/ 1501088 h 2025316"/>
                <a:gd name="connsiteX12" fmla="*/ 0 w 1815884"/>
                <a:gd name="connsiteY12" fmla="*/ 452632 h 2025316"/>
                <a:gd name="connsiteX13" fmla="*/ 783988 w 1815884"/>
                <a:gd name="connsiteY13" fmla="*/ 0 h 2025316"/>
                <a:gd name="connsiteX14" fmla="*/ 846006 w 1815884"/>
                <a:gd name="connsiteY14" fmla="*/ 0 h 20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15884" h="2025316">
                  <a:moveTo>
                    <a:pt x="846006" y="0"/>
                  </a:moveTo>
                  <a:lnTo>
                    <a:pt x="31009" y="470572"/>
                  </a:lnTo>
                  <a:lnTo>
                    <a:pt x="31009" y="1483149"/>
                  </a:lnTo>
                  <a:lnTo>
                    <a:pt x="907942" y="1989518"/>
                  </a:lnTo>
                  <a:lnTo>
                    <a:pt x="1784876" y="1483149"/>
                  </a:lnTo>
                  <a:lnTo>
                    <a:pt x="1784876" y="470572"/>
                  </a:lnTo>
                  <a:lnTo>
                    <a:pt x="969879" y="0"/>
                  </a:lnTo>
                  <a:lnTo>
                    <a:pt x="1031897" y="0"/>
                  </a:lnTo>
                  <a:lnTo>
                    <a:pt x="1815885" y="452632"/>
                  </a:lnTo>
                  <a:lnTo>
                    <a:pt x="1815885" y="1501088"/>
                  </a:lnTo>
                  <a:lnTo>
                    <a:pt x="907942" y="2025316"/>
                  </a:lnTo>
                  <a:lnTo>
                    <a:pt x="0" y="1501088"/>
                  </a:lnTo>
                  <a:lnTo>
                    <a:pt x="0" y="452632"/>
                  </a:lnTo>
                  <a:lnTo>
                    <a:pt x="783988" y="0"/>
                  </a:lnTo>
                  <a:lnTo>
                    <a:pt x="84600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: фигура 56">
              <a:extLst>
                <a:ext uri="{FF2B5EF4-FFF2-40B4-BE49-F238E27FC236}">
                  <a16:creationId xmlns:a16="http://schemas.microsoft.com/office/drawing/2014/main" id="{F80A8A50-8BF0-A704-2E8A-10DD5D11D17A}"/>
                </a:ext>
              </a:extLst>
            </p:cNvPr>
            <p:cNvSpPr/>
            <p:nvPr/>
          </p:nvSpPr>
          <p:spPr>
            <a:xfrm rot="10800000">
              <a:off x="17908703" y="10319600"/>
              <a:ext cx="370807" cy="214058"/>
            </a:xfrm>
            <a:custGeom>
              <a:avLst/>
              <a:gdLst>
                <a:gd name="connsiteX0" fmla="*/ 0 w 370807"/>
                <a:gd name="connsiteY0" fmla="*/ 214058 h 214058"/>
                <a:gd name="connsiteX1" fmla="*/ 0 w 370807"/>
                <a:gd name="connsiteY1" fmla="*/ 178341 h 214058"/>
                <a:gd name="connsiteX2" fmla="*/ 308790 w 370807"/>
                <a:gd name="connsiteY2" fmla="*/ 0 h 214058"/>
                <a:gd name="connsiteX3" fmla="*/ 370807 w 370807"/>
                <a:gd name="connsiteY3" fmla="*/ 0 h 214058"/>
                <a:gd name="connsiteX4" fmla="*/ 0 w 370807"/>
                <a:gd name="connsiteY4" fmla="*/ 214058 h 21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807" h="214058">
                  <a:moveTo>
                    <a:pt x="0" y="214058"/>
                  </a:moveTo>
                  <a:lnTo>
                    <a:pt x="0" y="178341"/>
                  </a:lnTo>
                  <a:lnTo>
                    <a:pt x="308790" y="0"/>
                  </a:lnTo>
                  <a:lnTo>
                    <a:pt x="370807" y="0"/>
                  </a:lnTo>
                  <a:lnTo>
                    <a:pt x="0" y="21405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: фигура 57">
              <a:extLst>
                <a:ext uri="{FF2B5EF4-FFF2-40B4-BE49-F238E27FC236}">
                  <a16:creationId xmlns:a16="http://schemas.microsoft.com/office/drawing/2014/main" id="{9DDEA428-51BF-6B08-749B-B62C95E4CA5C}"/>
                </a:ext>
              </a:extLst>
            </p:cNvPr>
            <p:cNvSpPr/>
            <p:nvPr/>
          </p:nvSpPr>
          <p:spPr>
            <a:xfrm rot="10800000">
              <a:off x="16123747" y="10054158"/>
              <a:ext cx="1661002" cy="479500"/>
            </a:xfrm>
            <a:custGeom>
              <a:avLst/>
              <a:gdLst>
                <a:gd name="connsiteX0" fmla="*/ 61937 w 1661002"/>
                <a:gd name="connsiteY0" fmla="*/ 0 h 479500"/>
                <a:gd name="connsiteX1" fmla="*/ 830501 w 1661002"/>
                <a:gd name="connsiteY1" fmla="*/ 443703 h 479500"/>
                <a:gd name="connsiteX2" fmla="*/ 1598985 w 1661002"/>
                <a:gd name="connsiteY2" fmla="*/ 0 h 479500"/>
                <a:gd name="connsiteX3" fmla="*/ 1661003 w 1661002"/>
                <a:gd name="connsiteY3" fmla="*/ 0 h 479500"/>
                <a:gd name="connsiteX4" fmla="*/ 830501 w 1661002"/>
                <a:gd name="connsiteY4" fmla="*/ 479501 h 479500"/>
                <a:gd name="connsiteX5" fmla="*/ 0 w 1661002"/>
                <a:gd name="connsiteY5" fmla="*/ 0 h 479500"/>
                <a:gd name="connsiteX6" fmla="*/ 61937 w 1661002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02" h="479500">
                  <a:moveTo>
                    <a:pt x="61937" y="0"/>
                  </a:moveTo>
                  <a:lnTo>
                    <a:pt x="830501" y="443703"/>
                  </a:lnTo>
                  <a:lnTo>
                    <a:pt x="1598985" y="0"/>
                  </a:lnTo>
                  <a:lnTo>
                    <a:pt x="1661003" y="0"/>
                  </a:lnTo>
                  <a:lnTo>
                    <a:pt x="830501" y="479501"/>
                  </a:lnTo>
                  <a:lnTo>
                    <a:pt x="0" y="0"/>
                  </a:lnTo>
                  <a:lnTo>
                    <a:pt x="61937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: фигура 58">
              <a:extLst>
                <a:ext uri="{FF2B5EF4-FFF2-40B4-BE49-F238E27FC236}">
                  <a16:creationId xmlns:a16="http://schemas.microsoft.com/office/drawing/2014/main" id="{CEA8945C-E8F6-B80C-9F71-3696FABB6BEF}"/>
                </a:ext>
              </a:extLst>
            </p:cNvPr>
            <p:cNvSpPr/>
            <p:nvPr/>
          </p:nvSpPr>
          <p:spPr>
            <a:xfrm rot="10800000">
              <a:off x="14338790" y="10054158"/>
              <a:ext cx="1661083" cy="479500"/>
            </a:xfrm>
            <a:custGeom>
              <a:avLst/>
              <a:gdLst>
                <a:gd name="connsiteX0" fmla="*/ 62018 w 1661083"/>
                <a:gd name="connsiteY0" fmla="*/ 0 h 479500"/>
                <a:gd name="connsiteX1" fmla="*/ 830583 w 1661083"/>
                <a:gd name="connsiteY1" fmla="*/ 443703 h 479500"/>
                <a:gd name="connsiteX2" fmla="*/ 1599066 w 1661083"/>
                <a:gd name="connsiteY2" fmla="*/ 0 h 479500"/>
                <a:gd name="connsiteX3" fmla="*/ 1661084 w 1661083"/>
                <a:gd name="connsiteY3" fmla="*/ 0 h 479500"/>
                <a:gd name="connsiteX4" fmla="*/ 830583 w 1661083"/>
                <a:gd name="connsiteY4" fmla="*/ 479501 h 479500"/>
                <a:gd name="connsiteX5" fmla="*/ 0 w 1661083"/>
                <a:gd name="connsiteY5" fmla="*/ 0 h 479500"/>
                <a:gd name="connsiteX6" fmla="*/ 62018 w 1661083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83" h="479500">
                  <a:moveTo>
                    <a:pt x="62018" y="0"/>
                  </a:moveTo>
                  <a:lnTo>
                    <a:pt x="830583" y="443703"/>
                  </a:lnTo>
                  <a:lnTo>
                    <a:pt x="1599066" y="0"/>
                  </a:lnTo>
                  <a:lnTo>
                    <a:pt x="1661084" y="0"/>
                  </a:lnTo>
                  <a:lnTo>
                    <a:pt x="830583" y="479501"/>
                  </a:lnTo>
                  <a:lnTo>
                    <a:pt x="0" y="0"/>
                  </a:lnTo>
                  <a:lnTo>
                    <a:pt x="6201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: фигура 59">
              <a:extLst>
                <a:ext uri="{FF2B5EF4-FFF2-40B4-BE49-F238E27FC236}">
                  <a16:creationId xmlns:a16="http://schemas.microsoft.com/office/drawing/2014/main" id="{71FBBED0-CE75-4A85-7E8D-9CF67BBF048A}"/>
                </a:ext>
              </a:extLst>
            </p:cNvPr>
            <p:cNvSpPr/>
            <p:nvPr/>
          </p:nvSpPr>
          <p:spPr>
            <a:xfrm rot="10800000">
              <a:off x="12553914" y="10054158"/>
              <a:ext cx="1661002" cy="479500"/>
            </a:xfrm>
            <a:custGeom>
              <a:avLst/>
              <a:gdLst>
                <a:gd name="connsiteX0" fmla="*/ 62018 w 1661002"/>
                <a:gd name="connsiteY0" fmla="*/ 0 h 479500"/>
                <a:gd name="connsiteX1" fmla="*/ 830502 w 1661002"/>
                <a:gd name="connsiteY1" fmla="*/ 443703 h 479500"/>
                <a:gd name="connsiteX2" fmla="*/ 1599066 w 1661002"/>
                <a:gd name="connsiteY2" fmla="*/ 0 h 479500"/>
                <a:gd name="connsiteX3" fmla="*/ 1661003 w 1661002"/>
                <a:gd name="connsiteY3" fmla="*/ 0 h 479500"/>
                <a:gd name="connsiteX4" fmla="*/ 830502 w 1661002"/>
                <a:gd name="connsiteY4" fmla="*/ 479501 h 479500"/>
                <a:gd name="connsiteX5" fmla="*/ 0 w 1661002"/>
                <a:gd name="connsiteY5" fmla="*/ 0 h 479500"/>
                <a:gd name="connsiteX6" fmla="*/ 62018 w 1661002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02" h="479500">
                  <a:moveTo>
                    <a:pt x="62018" y="0"/>
                  </a:moveTo>
                  <a:lnTo>
                    <a:pt x="830502" y="443703"/>
                  </a:lnTo>
                  <a:lnTo>
                    <a:pt x="1599066" y="0"/>
                  </a:lnTo>
                  <a:lnTo>
                    <a:pt x="1661003" y="0"/>
                  </a:lnTo>
                  <a:lnTo>
                    <a:pt x="830502" y="479501"/>
                  </a:lnTo>
                  <a:lnTo>
                    <a:pt x="0" y="0"/>
                  </a:lnTo>
                  <a:lnTo>
                    <a:pt x="6201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Полилиния: фигура 60">
              <a:extLst>
                <a:ext uri="{FF2B5EF4-FFF2-40B4-BE49-F238E27FC236}">
                  <a16:creationId xmlns:a16="http://schemas.microsoft.com/office/drawing/2014/main" id="{1DCB50B8-A7FB-AF62-0D48-50DA4FEDCC7F}"/>
                </a:ext>
              </a:extLst>
            </p:cNvPr>
            <p:cNvSpPr/>
            <p:nvPr/>
          </p:nvSpPr>
          <p:spPr>
            <a:xfrm rot="10800000">
              <a:off x="10768957" y="10054158"/>
              <a:ext cx="1661002" cy="479500"/>
            </a:xfrm>
            <a:custGeom>
              <a:avLst/>
              <a:gdLst>
                <a:gd name="connsiteX0" fmla="*/ 62018 w 1661002"/>
                <a:gd name="connsiteY0" fmla="*/ 0 h 479500"/>
                <a:gd name="connsiteX1" fmla="*/ 830501 w 1661002"/>
                <a:gd name="connsiteY1" fmla="*/ 443703 h 479500"/>
                <a:gd name="connsiteX2" fmla="*/ 1599066 w 1661002"/>
                <a:gd name="connsiteY2" fmla="*/ 0 h 479500"/>
                <a:gd name="connsiteX3" fmla="*/ 1661003 w 1661002"/>
                <a:gd name="connsiteY3" fmla="*/ 0 h 479500"/>
                <a:gd name="connsiteX4" fmla="*/ 830501 w 1661002"/>
                <a:gd name="connsiteY4" fmla="*/ 479501 h 479500"/>
                <a:gd name="connsiteX5" fmla="*/ 0 w 1661002"/>
                <a:gd name="connsiteY5" fmla="*/ 0 h 479500"/>
                <a:gd name="connsiteX6" fmla="*/ 62018 w 1661002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02" h="479500">
                  <a:moveTo>
                    <a:pt x="62018" y="0"/>
                  </a:moveTo>
                  <a:lnTo>
                    <a:pt x="830501" y="443703"/>
                  </a:lnTo>
                  <a:lnTo>
                    <a:pt x="1599066" y="0"/>
                  </a:lnTo>
                  <a:lnTo>
                    <a:pt x="1661003" y="0"/>
                  </a:lnTo>
                  <a:lnTo>
                    <a:pt x="830501" y="479501"/>
                  </a:lnTo>
                  <a:lnTo>
                    <a:pt x="0" y="0"/>
                  </a:lnTo>
                  <a:lnTo>
                    <a:pt x="6201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: фигура 61">
              <a:extLst>
                <a:ext uri="{FF2B5EF4-FFF2-40B4-BE49-F238E27FC236}">
                  <a16:creationId xmlns:a16="http://schemas.microsoft.com/office/drawing/2014/main" id="{1185E8F4-1196-F9E7-CF51-1995EBD6ECBE}"/>
                </a:ext>
              </a:extLst>
            </p:cNvPr>
            <p:cNvSpPr/>
            <p:nvPr/>
          </p:nvSpPr>
          <p:spPr>
            <a:xfrm rot="10800000">
              <a:off x="8984000" y="10054158"/>
              <a:ext cx="1661002" cy="479500"/>
            </a:xfrm>
            <a:custGeom>
              <a:avLst/>
              <a:gdLst>
                <a:gd name="connsiteX0" fmla="*/ 62018 w 1661002"/>
                <a:gd name="connsiteY0" fmla="*/ 0 h 479500"/>
                <a:gd name="connsiteX1" fmla="*/ 830502 w 1661002"/>
                <a:gd name="connsiteY1" fmla="*/ 443703 h 479500"/>
                <a:gd name="connsiteX2" fmla="*/ 1598985 w 1661002"/>
                <a:gd name="connsiteY2" fmla="*/ 0 h 479500"/>
                <a:gd name="connsiteX3" fmla="*/ 1661003 w 1661002"/>
                <a:gd name="connsiteY3" fmla="*/ 0 h 479500"/>
                <a:gd name="connsiteX4" fmla="*/ 830502 w 1661002"/>
                <a:gd name="connsiteY4" fmla="*/ 479501 h 479500"/>
                <a:gd name="connsiteX5" fmla="*/ 0 w 1661002"/>
                <a:gd name="connsiteY5" fmla="*/ 0 h 479500"/>
                <a:gd name="connsiteX6" fmla="*/ 62018 w 1661002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02" h="479500">
                  <a:moveTo>
                    <a:pt x="62018" y="0"/>
                  </a:moveTo>
                  <a:lnTo>
                    <a:pt x="830502" y="443703"/>
                  </a:lnTo>
                  <a:lnTo>
                    <a:pt x="1598985" y="0"/>
                  </a:lnTo>
                  <a:lnTo>
                    <a:pt x="1661003" y="0"/>
                  </a:lnTo>
                  <a:lnTo>
                    <a:pt x="830502" y="479501"/>
                  </a:lnTo>
                  <a:lnTo>
                    <a:pt x="0" y="0"/>
                  </a:lnTo>
                  <a:lnTo>
                    <a:pt x="6201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: фигура 62">
              <a:extLst>
                <a:ext uri="{FF2B5EF4-FFF2-40B4-BE49-F238E27FC236}">
                  <a16:creationId xmlns:a16="http://schemas.microsoft.com/office/drawing/2014/main" id="{BBC3F5D2-0188-D172-B7EB-221AF36DAE58}"/>
                </a:ext>
              </a:extLst>
            </p:cNvPr>
            <p:cNvSpPr/>
            <p:nvPr/>
          </p:nvSpPr>
          <p:spPr>
            <a:xfrm rot="10800000">
              <a:off x="16003608" y="2921230"/>
              <a:ext cx="98546" cy="98546"/>
            </a:xfrm>
            <a:custGeom>
              <a:avLst/>
              <a:gdLst>
                <a:gd name="connsiteX0" fmla="*/ 49273 w 98546"/>
                <a:gd name="connsiteY0" fmla="*/ 0 h 98546"/>
                <a:gd name="connsiteX1" fmla="*/ 98546 w 98546"/>
                <a:gd name="connsiteY1" fmla="*/ 49273 h 98546"/>
                <a:gd name="connsiteX2" fmla="*/ 49273 w 98546"/>
                <a:gd name="connsiteY2" fmla="*/ 98547 h 98546"/>
                <a:gd name="connsiteX3" fmla="*/ 0 w 98546"/>
                <a:gd name="connsiteY3" fmla="*/ 49273 h 98546"/>
                <a:gd name="connsiteX4" fmla="*/ 49273 w 98546"/>
                <a:gd name="connsiteY4" fmla="*/ 0 h 9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6" h="98546">
                  <a:moveTo>
                    <a:pt x="49273" y="0"/>
                  </a:moveTo>
                  <a:cubicBezTo>
                    <a:pt x="76467" y="0"/>
                    <a:pt x="98546" y="22079"/>
                    <a:pt x="98546" y="49273"/>
                  </a:cubicBezTo>
                  <a:cubicBezTo>
                    <a:pt x="98546" y="76467"/>
                    <a:pt x="76467" y="98547"/>
                    <a:pt x="49273" y="98547"/>
                  </a:cubicBezTo>
                  <a:cubicBezTo>
                    <a:pt x="22080" y="98547"/>
                    <a:pt x="0" y="76467"/>
                    <a:pt x="0" y="49273"/>
                  </a:cubicBezTo>
                  <a:cubicBezTo>
                    <a:pt x="0" y="22079"/>
                    <a:pt x="22080" y="0"/>
                    <a:pt x="49273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" name="Полилиния: фигура 63">
              <a:extLst>
                <a:ext uri="{FF2B5EF4-FFF2-40B4-BE49-F238E27FC236}">
                  <a16:creationId xmlns:a16="http://schemas.microsoft.com/office/drawing/2014/main" id="{E044DA35-30B4-F5F2-FB93-4DB0DB3787F6}"/>
                </a:ext>
              </a:extLst>
            </p:cNvPr>
            <p:cNvSpPr/>
            <p:nvPr/>
          </p:nvSpPr>
          <p:spPr>
            <a:xfrm rot="10800000">
              <a:off x="11935766" y="1380690"/>
              <a:ext cx="16722" cy="16722"/>
            </a:xfrm>
            <a:custGeom>
              <a:avLst/>
              <a:gdLst>
                <a:gd name="connsiteX0" fmla="*/ 8361 w 16722"/>
                <a:gd name="connsiteY0" fmla="*/ 0 h 16722"/>
                <a:gd name="connsiteX1" fmla="*/ 16722 w 16722"/>
                <a:gd name="connsiteY1" fmla="*/ 8361 h 16722"/>
                <a:gd name="connsiteX2" fmla="*/ 8361 w 16722"/>
                <a:gd name="connsiteY2" fmla="*/ 16723 h 16722"/>
                <a:gd name="connsiteX3" fmla="*/ 0 w 16722"/>
                <a:gd name="connsiteY3" fmla="*/ 8361 h 16722"/>
                <a:gd name="connsiteX4" fmla="*/ 8361 w 16722"/>
                <a:gd name="connsiteY4" fmla="*/ 0 h 1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2" h="16722">
                  <a:moveTo>
                    <a:pt x="8361" y="0"/>
                  </a:moveTo>
                  <a:cubicBezTo>
                    <a:pt x="12988" y="0"/>
                    <a:pt x="16722" y="3734"/>
                    <a:pt x="16722" y="8361"/>
                  </a:cubicBezTo>
                  <a:cubicBezTo>
                    <a:pt x="16722" y="12988"/>
                    <a:pt x="12988" y="16723"/>
                    <a:pt x="8361" y="16723"/>
                  </a:cubicBezTo>
                  <a:cubicBezTo>
                    <a:pt x="3734" y="16723"/>
                    <a:pt x="0" y="12988"/>
                    <a:pt x="0" y="8361"/>
                  </a:cubicBezTo>
                  <a:cubicBezTo>
                    <a:pt x="0" y="3734"/>
                    <a:pt x="3734" y="0"/>
                    <a:pt x="836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: фигура 64">
              <a:extLst>
                <a:ext uri="{FF2B5EF4-FFF2-40B4-BE49-F238E27FC236}">
                  <a16:creationId xmlns:a16="http://schemas.microsoft.com/office/drawing/2014/main" id="{BD79BC26-F2BA-1E59-ADCC-0D0AE21BB2B0}"/>
                </a:ext>
              </a:extLst>
            </p:cNvPr>
            <p:cNvSpPr/>
            <p:nvPr/>
          </p:nvSpPr>
          <p:spPr>
            <a:xfrm rot="10800000">
              <a:off x="16674681" y="4093640"/>
              <a:ext cx="125983" cy="125983"/>
            </a:xfrm>
            <a:custGeom>
              <a:avLst/>
              <a:gdLst>
                <a:gd name="connsiteX0" fmla="*/ 62992 w 125983"/>
                <a:gd name="connsiteY0" fmla="*/ 125983 h 125983"/>
                <a:gd name="connsiteX1" fmla="*/ 0 w 125983"/>
                <a:gd name="connsiteY1" fmla="*/ 62992 h 125983"/>
                <a:gd name="connsiteX2" fmla="*/ 62992 w 125983"/>
                <a:gd name="connsiteY2" fmla="*/ 0 h 125983"/>
                <a:gd name="connsiteX3" fmla="*/ 125984 w 125983"/>
                <a:gd name="connsiteY3" fmla="*/ 62992 h 125983"/>
                <a:gd name="connsiteX4" fmla="*/ 62992 w 125983"/>
                <a:gd name="connsiteY4" fmla="*/ 125983 h 12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983" h="125983">
                  <a:moveTo>
                    <a:pt x="62992" y="125983"/>
                  </a:moveTo>
                  <a:cubicBezTo>
                    <a:pt x="28168" y="125983"/>
                    <a:pt x="0" y="97816"/>
                    <a:pt x="0" y="62992"/>
                  </a:cubicBezTo>
                  <a:cubicBezTo>
                    <a:pt x="0" y="28167"/>
                    <a:pt x="28168" y="0"/>
                    <a:pt x="62992" y="0"/>
                  </a:cubicBezTo>
                  <a:cubicBezTo>
                    <a:pt x="97816" y="0"/>
                    <a:pt x="125984" y="28167"/>
                    <a:pt x="125984" y="62992"/>
                  </a:cubicBezTo>
                  <a:cubicBezTo>
                    <a:pt x="125984" y="97816"/>
                    <a:pt x="97816" y="125983"/>
                    <a:pt x="62992" y="12598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: фигура 65">
              <a:extLst>
                <a:ext uri="{FF2B5EF4-FFF2-40B4-BE49-F238E27FC236}">
                  <a16:creationId xmlns:a16="http://schemas.microsoft.com/office/drawing/2014/main" id="{129CEA7A-44DA-C273-D65B-CB370DF20AA2}"/>
                </a:ext>
              </a:extLst>
            </p:cNvPr>
            <p:cNvSpPr/>
            <p:nvPr/>
          </p:nvSpPr>
          <p:spPr>
            <a:xfrm rot="10800000">
              <a:off x="17382852" y="3721616"/>
              <a:ext cx="79226" cy="79226"/>
            </a:xfrm>
            <a:custGeom>
              <a:avLst/>
              <a:gdLst>
                <a:gd name="connsiteX0" fmla="*/ 79227 w 79226"/>
                <a:gd name="connsiteY0" fmla="*/ 39613 h 79226"/>
                <a:gd name="connsiteX1" fmla="*/ 39613 w 79226"/>
                <a:gd name="connsiteY1" fmla="*/ 79227 h 79226"/>
                <a:gd name="connsiteX2" fmla="*/ 0 w 79226"/>
                <a:gd name="connsiteY2" fmla="*/ 39613 h 79226"/>
                <a:gd name="connsiteX3" fmla="*/ 39613 w 79226"/>
                <a:gd name="connsiteY3" fmla="*/ 0 h 79226"/>
                <a:gd name="connsiteX4" fmla="*/ 79227 w 79226"/>
                <a:gd name="connsiteY4" fmla="*/ 39613 h 7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226" h="79226">
                  <a:moveTo>
                    <a:pt x="79227" y="39613"/>
                  </a:moveTo>
                  <a:cubicBezTo>
                    <a:pt x="79227" y="61491"/>
                    <a:pt x="61491" y="79227"/>
                    <a:pt x="39613" y="79227"/>
                  </a:cubicBezTo>
                  <a:cubicBezTo>
                    <a:pt x="17736" y="79227"/>
                    <a:pt x="0" y="61491"/>
                    <a:pt x="0" y="39613"/>
                  </a:cubicBezTo>
                  <a:cubicBezTo>
                    <a:pt x="0" y="17736"/>
                    <a:pt x="17736" y="0"/>
                    <a:pt x="39613" y="0"/>
                  </a:cubicBezTo>
                  <a:cubicBezTo>
                    <a:pt x="61491" y="0"/>
                    <a:pt x="79227" y="17736"/>
                    <a:pt x="79227" y="3961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: фигура 66">
              <a:extLst>
                <a:ext uri="{FF2B5EF4-FFF2-40B4-BE49-F238E27FC236}">
                  <a16:creationId xmlns:a16="http://schemas.microsoft.com/office/drawing/2014/main" id="{5D4F58E4-9361-DABD-580A-55731653AF64}"/>
                </a:ext>
              </a:extLst>
            </p:cNvPr>
            <p:cNvSpPr/>
            <p:nvPr/>
          </p:nvSpPr>
          <p:spPr>
            <a:xfrm rot="10800000">
              <a:off x="17392350" y="2940387"/>
              <a:ext cx="60231" cy="60231"/>
            </a:xfrm>
            <a:custGeom>
              <a:avLst/>
              <a:gdLst>
                <a:gd name="connsiteX0" fmla="*/ 30116 w 60231"/>
                <a:gd name="connsiteY0" fmla="*/ 0 h 60231"/>
                <a:gd name="connsiteX1" fmla="*/ 60232 w 60231"/>
                <a:gd name="connsiteY1" fmla="*/ 30116 h 60231"/>
                <a:gd name="connsiteX2" fmla="*/ 30116 w 60231"/>
                <a:gd name="connsiteY2" fmla="*/ 60232 h 60231"/>
                <a:gd name="connsiteX3" fmla="*/ 0 w 60231"/>
                <a:gd name="connsiteY3" fmla="*/ 30116 h 60231"/>
                <a:gd name="connsiteX4" fmla="*/ 30116 w 60231"/>
                <a:gd name="connsiteY4" fmla="*/ 0 h 6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31" h="60231">
                  <a:moveTo>
                    <a:pt x="30116" y="0"/>
                  </a:moveTo>
                  <a:cubicBezTo>
                    <a:pt x="46757" y="0"/>
                    <a:pt x="60232" y="13475"/>
                    <a:pt x="60232" y="30116"/>
                  </a:cubicBezTo>
                  <a:cubicBezTo>
                    <a:pt x="60232" y="46757"/>
                    <a:pt x="46757" y="60232"/>
                    <a:pt x="30116" y="60232"/>
                  </a:cubicBezTo>
                  <a:cubicBezTo>
                    <a:pt x="13475" y="60232"/>
                    <a:pt x="0" y="46757"/>
                    <a:pt x="0" y="30116"/>
                  </a:cubicBezTo>
                  <a:cubicBezTo>
                    <a:pt x="0" y="13475"/>
                    <a:pt x="13475" y="0"/>
                    <a:pt x="30116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: фигура 67">
              <a:extLst>
                <a:ext uri="{FF2B5EF4-FFF2-40B4-BE49-F238E27FC236}">
                  <a16:creationId xmlns:a16="http://schemas.microsoft.com/office/drawing/2014/main" id="{442F1719-6028-6317-E402-C0764B4B0A81}"/>
                </a:ext>
              </a:extLst>
            </p:cNvPr>
            <p:cNvSpPr/>
            <p:nvPr/>
          </p:nvSpPr>
          <p:spPr>
            <a:xfrm rot="10800000">
              <a:off x="16645621" y="2483129"/>
              <a:ext cx="184104" cy="184104"/>
            </a:xfrm>
            <a:custGeom>
              <a:avLst/>
              <a:gdLst>
                <a:gd name="connsiteX0" fmla="*/ 184105 w 184104"/>
                <a:gd name="connsiteY0" fmla="*/ 92052 h 184104"/>
                <a:gd name="connsiteX1" fmla="*/ 92052 w 184104"/>
                <a:gd name="connsiteY1" fmla="*/ 184105 h 184104"/>
                <a:gd name="connsiteX2" fmla="*/ 0 w 184104"/>
                <a:gd name="connsiteY2" fmla="*/ 92052 h 184104"/>
                <a:gd name="connsiteX3" fmla="*/ 92052 w 184104"/>
                <a:gd name="connsiteY3" fmla="*/ 0 h 184104"/>
                <a:gd name="connsiteX4" fmla="*/ 184105 w 184104"/>
                <a:gd name="connsiteY4" fmla="*/ 92052 h 18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104" h="184104">
                  <a:moveTo>
                    <a:pt x="184105" y="92052"/>
                  </a:moveTo>
                  <a:cubicBezTo>
                    <a:pt x="184105" y="142892"/>
                    <a:pt x="142892" y="184105"/>
                    <a:pt x="92052" y="184105"/>
                  </a:cubicBezTo>
                  <a:cubicBezTo>
                    <a:pt x="41213" y="184105"/>
                    <a:pt x="0" y="142892"/>
                    <a:pt x="0" y="92052"/>
                  </a:cubicBezTo>
                  <a:cubicBezTo>
                    <a:pt x="0" y="41213"/>
                    <a:pt x="41213" y="0"/>
                    <a:pt x="92052" y="0"/>
                  </a:cubicBezTo>
                  <a:cubicBezTo>
                    <a:pt x="142892" y="0"/>
                    <a:pt x="184105" y="41213"/>
                    <a:pt x="184105" y="9205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: фигура 68">
              <a:extLst>
                <a:ext uri="{FF2B5EF4-FFF2-40B4-BE49-F238E27FC236}">
                  <a16:creationId xmlns:a16="http://schemas.microsoft.com/office/drawing/2014/main" id="{7E6C58A4-9767-DE3E-2E8B-F6B10EEEEC0B}"/>
                </a:ext>
              </a:extLst>
            </p:cNvPr>
            <p:cNvSpPr/>
            <p:nvPr/>
          </p:nvSpPr>
          <p:spPr>
            <a:xfrm rot="10800000">
              <a:off x="15975440" y="3683787"/>
              <a:ext cx="154881" cy="154882"/>
            </a:xfrm>
            <a:custGeom>
              <a:avLst/>
              <a:gdLst>
                <a:gd name="connsiteX0" fmla="*/ 77441 w 154881"/>
                <a:gd name="connsiteY0" fmla="*/ 0 h 154882"/>
                <a:gd name="connsiteX1" fmla="*/ 154882 w 154881"/>
                <a:gd name="connsiteY1" fmla="*/ 77441 h 154882"/>
                <a:gd name="connsiteX2" fmla="*/ 77441 w 154881"/>
                <a:gd name="connsiteY2" fmla="*/ 154882 h 154882"/>
                <a:gd name="connsiteX3" fmla="*/ 0 w 154881"/>
                <a:gd name="connsiteY3" fmla="*/ 77441 h 154882"/>
                <a:gd name="connsiteX4" fmla="*/ 77441 w 154881"/>
                <a:gd name="connsiteY4" fmla="*/ 0 h 15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881" h="154882">
                  <a:moveTo>
                    <a:pt x="77441" y="0"/>
                  </a:moveTo>
                  <a:cubicBezTo>
                    <a:pt x="120220" y="0"/>
                    <a:pt x="154882" y="34662"/>
                    <a:pt x="154882" y="77441"/>
                  </a:cubicBezTo>
                  <a:cubicBezTo>
                    <a:pt x="154882" y="120220"/>
                    <a:pt x="120220" y="154882"/>
                    <a:pt x="77441" y="154882"/>
                  </a:cubicBezTo>
                  <a:cubicBezTo>
                    <a:pt x="34662" y="154882"/>
                    <a:pt x="0" y="120220"/>
                    <a:pt x="0" y="77441"/>
                  </a:cubicBezTo>
                  <a:cubicBezTo>
                    <a:pt x="0" y="34662"/>
                    <a:pt x="34662" y="0"/>
                    <a:pt x="7744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: фигура 69">
              <a:extLst>
                <a:ext uri="{FF2B5EF4-FFF2-40B4-BE49-F238E27FC236}">
                  <a16:creationId xmlns:a16="http://schemas.microsoft.com/office/drawing/2014/main" id="{EFED48CA-FFEA-B55D-F19E-54783EB849C3}"/>
                </a:ext>
              </a:extLst>
            </p:cNvPr>
            <p:cNvSpPr/>
            <p:nvPr/>
          </p:nvSpPr>
          <p:spPr>
            <a:xfrm rot="10800000">
              <a:off x="16665508" y="6456644"/>
              <a:ext cx="144329" cy="144329"/>
            </a:xfrm>
            <a:custGeom>
              <a:avLst/>
              <a:gdLst>
                <a:gd name="connsiteX0" fmla="*/ 72165 w 144329"/>
                <a:gd name="connsiteY0" fmla="*/ 144329 h 144329"/>
                <a:gd name="connsiteX1" fmla="*/ 0 w 144329"/>
                <a:gd name="connsiteY1" fmla="*/ 72164 h 144329"/>
                <a:gd name="connsiteX2" fmla="*/ 72165 w 144329"/>
                <a:gd name="connsiteY2" fmla="*/ 0 h 144329"/>
                <a:gd name="connsiteX3" fmla="*/ 144329 w 144329"/>
                <a:gd name="connsiteY3" fmla="*/ 72164 h 144329"/>
                <a:gd name="connsiteX4" fmla="*/ 72165 w 144329"/>
                <a:gd name="connsiteY4" fmla="*/ 144329 h 144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329" h="144329">
                  <a:moveTo>
                    <a:pt x="72165" y="144329"/>
                  </a:moveTo>
                  <a:cubicBezTo>
                    <a:pt x="32308" y="144329"/>
                    <a:pt x="0" y="112021"/>
                    <a:pt x="0" y="72164"/>
                  </a:cubicBezTo>
                  <a:cubicBezTo>
                    <a:pt x="0" y="32308"/>
                    <a:pt x="32308" y="0"/>
                    <a:pt x="72165" y="0"/>
                  </a:cubicBezTo>
                  <a:cubicBezTo>
                    <a:pt x="112022" y="0"/>
                    <a:pt x="144329" y="32308"/>
                    <a:pt x="144329" y="72164"/>
                  </a:cubicBezTo>
                  <a:cubicBezTo>
                    <a:pt x="144329" y="112021"/>
                    <a:pt x="112022" y="144329"/>
                    <a:pt x="72165" y="14432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: фигура 70">
              <a:extLst>
                <a:ext uri="{FF2B5EF4-FFF2-40B4-BE49-F238E27FC236}">
                  <a16:creationId xmlns:a16="http://schemas.microsoft.com/office/drawing/2014/main" id="{08C41B45-BABC-F43C-09E0-55224EEABD09}"/>
                </a:ext>
              </a:extLst>
            </p:cNvPr>
            <p:cNvSpPr/>
            <p:nvPr/>
          </p:nvSpPr>
          <p:spPr>
            <a:xfrm rot="10800000">
              <a:off x="17416134" y="6127074"/>
              <a:ext cx="12663" cy="12663"/>
            </a:xfrm>
            <a:custGeom>
              <a:avLst/>
              <a:gdLst>
                <a:gd name="connsiteX0" fmla="*/ 12663 w 12663"/>
                <a:gd name="connsiteY0" fmla="*/ 6332 h 12663"/>
                <a:gd name="connsiteX1" fmla="*/ 6332 w 12663"/>
                <a:gd name="connsiteY1" fmla="*/ 12664 h 12663"/>
                <a:gd name="connsiteX2" fmla="*/ 0 w 12663"/>
                <a:gd name="connsiteY2" fmla="*/ 6332 h 12663"/>
                <a:gd name="connsiteX3" fmla="*/ 6332 w 12663"/>
                <a:gd name="connsiteY3" fmla="*/ 0 h 12663"/>
                <a:gd name="connsiteX4" fmla="*/ 12663 w 12663"/>
                <a:gd name="connsiteY4" fmla="*/ 6332 h 1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3" h="12663">
                  <a:moveTo>
                    <a:pt x="12663" y="6332"/>
                  </a:moveTo>
                  <a:cubicBezTo>
                    <a:pt x="12663" y="9829"/>
                    <a:pt x="9829" y="12664"/>
                    <a:pt x="6332" y="12664"/>
                  </a:cubicBezTo>
                  <a:cubicBezTo>
                    <a:pt x="2835" y="12664"/>
                    <a:pt x="0" y="9829"/>
                    <a:pt x="0" y="6332"/>
                  </a:cubicBezTo>
                  <a:cubicBezTo>
                    <a:pt x="0" y="2835"/>
                    <a:pt x="2835" y="0"/>
                    <a:pt x="6332" y="0"/>
                  </a:cubicBezTo>
                  <a:cubicBezTo>
                    <a:pt x="9829" y="0"/>
                    <a:pt x="12663" y="2835"/>
                    <a:pt x="12663" y="633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: фигура 71">
              <a:extLst>
                <a:ext uri="{FF2B5EF4-FFF2-40B4-BE49-F238E27FC236}">
                  <a16:creationId xmlns:a16="http://schemas.microsoft.com/office/drawing/2014/main" id="{4A66135A-440C-71F7-FAA2-B34625567F08}"/>
                </a:ext>
              </a:extLst>
            </p:cNvPr>
            <p:cNvSpPr/>
            <p:nvPr/>
          </p:nvSpPr>
          <p:spPr>
            <a:xfrm rot="10800000">
              <a:off x="17364994" y="5285208"/>
              <a:ext cx="114943" cy="114943"/>
            </a:xfrm>
            <a:custGeom>
              <a:avLst/>
              <a:gdLst>
                <a:gd name="connsiteX0" fmla="*/ 114944 w 114943"/>
                <a:gd name="connsiteY0" fmla="*/ 57472 h 114943"/>
                <a:gd name="connsiteX1" fmla="*/ 57472 w 114943"/>
                <a:gd name="connsiteY1" fmla="*/ 114944 h 114943"/>
                <a:gd name="connsiteX2" fmla="*/ 0 w 114943"/>
                <a:gd name="connsiteY2" fmla="*/ 57472 h 114943"/>
                <a:gd name="connsiteX3" fmla="*/ 57472 w 114943"/>
                <a:gd name="connsiteY3" fmla="*/ 0 h 114943"/>
                <a:gd name="connsiteX4" fmla="*/ 114944 w 114943"/>
                <a:gd name="connsiteY4" fmla="*/ 57472 h 114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943" h="114943">
                  <a:moveTo>
                    <a:pt x="114944" y="57472"/>
                  </a:moveTo>
                  <a:cubicBezTo>
                    <a:pt x="114944" y="89212"/>
                    <a:pt x="89213" y="114944"/>
                    <a:pt x="57472" y="114944"/>
                  </a:cubicBezTo>
                  <a:cubicBezTo>
                    <a:pt x="25731" y="114944"/>
                    <a:pt x="0" y="89213"/>
                    <a:pt x="0" y="57472"/>
                  </a:cubicBezTo>
                  <a:cubicBezTo>
                    <a:pt x="0" y="25731"/>
                    <a:pt x="25731" y="0"/>
                    <a:pt x="57472" y="0"/>
                  </a:cubicBezTo>
                  <a:cubicBezTo>
                    <a:pt x="89213" y="0"/>
                    <a:pt x="114944" y="25731"/>
                    <a:pt x="114944" y="5747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: фигура 72">
              <a:extLst>
                <a:ext uri="{FF2B5EF4-FFF2-40B4-BE49-F238E27FC236}">
                  <a16:creationId xmlns:a16="http://schemas.microsoft.com/office/drawing/2014/main" id="{AC4A8204-3554-E952-D292-92696834E314}"/>
                </a:ext>
              </a:extLst>
            </p:cNvPr>
            <p:cNvSpPr/>
            <p:nvPr/>
          </p:nvSpPr>
          <p:spPr>
            <a:xfrm rot="10800000">
              <a:off x="16688076" y="4897760"/>
              <a:ext cx="99195" cy="99195"/>
            </a:xfrm>
            <a:custGeom>
              <a:avLst/>
              <a:gdLst>
                <a:gd name="connsiteX0" fmla="*/ 49598 w 99195"/>
                <a:gd name="connsiteY0" fmla="*/ 99196 h 99195"/>
                <a:gd name="connsiteX1" fmla="*/ 0 w 99195"/>
                <a:gd name="connsiteY1" fmla="*/ 49598 h 99195"/>
                <a:gd name="connsiteX2" fmla="*/ 49598 w 99195"/>
                <a:gd name="connsiteY2" fmla="*/ 0 h 99195"/>
                <a:gd name="connsiteX3" fmla="*/ 99196 w 99195"/>
                <a:gd name="connsiteY3" fmla="*/ 49598 h 99195"/>
                <a:gd name="connsiteX4" fmla="*/ 49598 w 99195"/>
                <a:gd name="connsiteY4" fmla="*/ 99196 h 9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195" h="99195">
                  <a:moveTo>
                    <a:pt x="49598" y="99196"/>
                  </a:moveTo>
                  <a:cubicBezTo>
                    <a:pt x="22242" y="99196"/>
                    <a:pt x="0" y="77035"/>
                    <a:pt x="0" y="49598"/>
                  </a:cubicBezTo>
                  <a:cubicBezTo>
                    <a:pt x="0" y="22161"/>
                    <a:pt x="22161" y="0"/>
                    <a:pt x="49598" y="0"/>
                  </a:cubicBezTo>
                  <a:cubicBezTo>
                    <a:pt x="76954" y="0"/>
                    <a:pt x="99196" y="22161"/>
                    <a:pt x="99196" y="49598"/>
                  </a:cubicBezTo>
                  <a:cubicBezTo>
                    <a:pt x="99196" y="77035"/>
                    <a:pt x="77035" y="99196"/>
                    <a:pt x="49598" y="9919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: фигура 73">
              <a:extLst>
                <a:ext uri="{FF2B5EF4-FFF2-40B4-BE49-F238E27FC236}">
                  <a16:creationId xmlns:a16="http://schemas.microsoft.com/office/drawing/2014/main" id="{42ABA4C4-307C-6DC1-F026-2BE5D83DAC1A}"/>
                </a:ext>
              </a:extLst>
            </p:cNvPr>
            <p:cNvSpPr/>
            <p:nvPr/>
          </p:nvSpPr>
          <p:spPr>
            <a:xfrm rot="10800000">
              <a:off x="15323199" y="6483920"/>
              <a:ext cx="89779" cy="89779"/>
            </a:xfrm>
            <a:custGeom>
              <a:avLst/>
              <a:gdLst>
                <a:gd name="connsiteX0" fmla="*/ 0 w 89779"/>
                <a:gd name="connsiteY0" fmla="*/ 44890 h 89779"/>
                <a:gd name="connsiteX1" fmla="*/ 44890 w 89779"/>
                <a:gd name="connsiteY1" fmla="*/ 0 h 89779"/>
                <a:gd name="connsiteX2" fmla="*/ 89780 w 89779"/>
                <a:gd name="connsiteY2" fmla="*/ 44890 h 89779"/>
                <a:gd name="connsiteX3" fmla="*/ 44890 w 89779"/>
                <a:gd name="connsiteY3" fmla="*/ 89780 h 89779"/>
                <a:gd name="connsiteX4" fmla="*/ 0 w 89779"/>
                <a:gd name="connsiteY4" fmla="*/ 44890 h 8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779" h="89779">
                  <a:moveTo>
                    <a:pt x="0" y="44890"/>
                  </a:moveTo>
                  <a:cubicBezTo>
                    <a:pt x="0" y="20131"/>
                    <a:pt x="20050" y="0"/>
                    <a:pt x="44890" y="0"/>
                  </a:cubicBezTo>
                  <a:cubicBezTo>
                    <a:pt x="69648" y="0"/>
                    <a:pt x="89780" y="20050"/>
                    <a:pt x="89780" y="44890"/>
                  </a:cubicBezTo>
                  <a:cubicBezTo>
                    <a:pt x="89780" y="69648"/>
                    <a:pt x="69729" y="89780"/>
                    <a:pt x="44890" y="89780"/>
                  </a:cubicBezTo>
                  <a:cubicBezTo>
                    <a:pt x="20131" y="89780"/>
                    <a:pt x="0" y="69730"/>
                    <a:pt x="0" y="4489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: фигура 74">
              <a:extLst>
                <a:ext uri="{FF2B5EF4-FFF2-40B4-BE49-F238E27FC236}">
                  <a16:creationId xmlns:a16="http://schemas.microsoft.com/office/drawing/2014/main" id="{1B3C35BD-CDB7-0BBB-8280-FCF99BE0EF65}"/>
                </a:ext>
              </a:extLst>
            </p:cNvPr>
            <p:cNvSpPr/>
            <p:nvPr/>
          </p:nvSpPr>
          <p:spPr>
            <a:xfrm rot="10800000">
              <a:off x="15965537" y="6046062"/>
              <a:ext cx="174688" cy="174688"/>
            </a:xfrm>
            <a:custGeom>
              <a:avLst/>
              <a:gdLst>
                <a:gd name="connsiteX0" fmla="*/ 87344 w 174688"/>
                <a:gd name="connsiteY0" fmla="*/ 0 h 174688"/>
                <a:gd name="connsiteX1" fmla="*/ 174689 w 174688"/>
                <a:gd name="connsiteY1" fmla="*/ 87344 h 174688"/>
                <a:gd name="connsiteX2" fmla="*/ 87344 w 174688"/>
                <a:gd name="connsiteY2" fmla="*/ 174689 h 174688"/>
                <a:gd name="connsiteX3" fmla="*/ 0 w 174688"/>
                <a:gd name="connsiteY3" fmla="*/ 87344 h 174688"/>
                <a:gd name="connsiteX4" fmla="*/ 87344 w 174688"/>
                <a:gd name="connsiteY4" fmla="*/ 0 h 17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688" h="174688">
                  <a:moveTo>
                    <a:pt x="87344" y="0"/>
                  </a:moveTo>
                  <a:cubicBezTo>
                    <a:pt x="135562" y="0"/>
                    <a:pt x="174689" y="39126"/>
                    <a:pt x="174689" y="87344"/>
                  </a:cubicBezTo>
                  <a:cubicBezTo>
                    <a:pt x="174689" y="135562"/>
                    <a:pt x="135562" y="174689"/>
                    <a:pt x="87344" y="174689"/>
                  </a:cubicBezTo>
                  <a:cubicBezTo>
                    <a:pt x="39126" y="174689"/>
                    <a:pt x="0" y="135562"/>
                    <a:pt x="0" y="87344"/>
                  </a:cubicBezTo>
                  <a:cubicBezTo>
                    <a:pt x="0" y="39126"/>
                    <a:pt x="39126" y="0"/>
                    <a:pt x="87344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: фигура 75">
              <a:extLst>
                <a:ext uri="{FF2B5EF4-FFF2-40B4-BE49-F238E27FC236}">
                  <a16:creationId xmlns:a16="http://schemas.microsoft.com/office/drawing/2014/main" id="{61FC28AE-FEAA-1E71-2843-E815834F27BD}"/>
                </a:ext>
              </a:extLst>
            </p:cNvPr>
            <p:cNvSpPr/>
            <p:nvPr/>
          </p:nvSpPr>
          <p:spPr>
            <a:xfrm rot="10800000">
              <a:off x="15293895" y="7245341"/>
              <a:ext cx="148387" cy="148387"/>
            </a:xfrm>
            <a:custGeom>
              <a:avLst/>
              <a:gdLst>
                <a:gd name="connsiteX0" fmla="*/ 74194 w 148387"/>
                <a:gd name="connsiteY0" fmla="*/ 0 h 148387"/>
                <a:gd name="connsiteX1" fmla="*/ 148388 w 148387"/>
                <a:gd name="connsiteY1" fmla="*/ 74194 h 148387"/>
                <a:gd name="connsiteX2" fmla="*/ 74194 w 148387"/>
                <a:gd name="connsiteY2" fmla="*/ 148388 h 148387"/>
                <a:gd name="connsiteX3" fmla="*/ 0 w 148387"/>
                <a:gd name="connsiteY3" fmla="*/ 74194 h 148387"/>
                <a:gd name="connsiteX4" fmla="*/ 74194 w 148387"/>
                <a:gd name="connsiteY4" fmla="*/ 0 h 148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387" h="148387">
                  <a:moveTo>
                    <a:pt x="74194" y="0"/>
                  </a:moveTo>
                  <a:cubicBezTo>
                    <a:pt x="115187" y="0"/>
                    <a:pt x="148388" y="33201"/>
                    <a:pt x="148388" y="74194"/>
                  </a:cubicBezTo>
                  <a:cubicBezTo>
                    <a:pt x="148388" y="115187"/>
                    <a:pt x="115187" y="148388"/>
                    <a:pt x="74194" y="148388"/>
                  </a:cubicBezTo>
                  <a:cubicBezTo>
                    <a:pt x="33201" y="148388"/>
                    <a:pt x="0" y="115187"/>
                    <a:pt x="0" y="74194"/>
                  </a:cubicBezTo>
                  <a:cubicBezTo>
                    <a:pt x="0" y="33201"/>
                    <a:pt x="33201" y="0"/>
                    <a:pt x="74194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: фигура 76">
              <a:extLst>
                <a:ext uri="{FF2B5EF4-FFF2-40B4-BE49-F238E27FC236}">
                  <a16:creationId xmlns:a16="http://schemas.microsoft.com/office/drawing/2014/main" id="{23535FF7-2CDB-51C0-5BF8-8A3F312A8B08}"/>
                </a:ext>
              </a:extLst>
            </p:cNvPr>
            <p:cNvSpPr/>
            <p:nvPr/>
          </p:nvSpPr>
          <p:spPr>
            <a:xfrm rot="10800000">
              <a:off x="13963275" y="7284304"/>
              <a:ext cx="70459" cy="70460"/>
            </a:xfrm>
            <a:custGeom>
              <a:avLst/>
              <a:gdLst>
                <a:gd name="connsiteX0" fmla="*/ 70460 w 70459"/>
                <a:gd name="connsiteY0" fmla="*/ 35230 h 70460"/>
                <a:gd name="connsiteX1" fmla="*/ 35230 w 70459"/>
                <a:gd name="connsiteY1" fmla="*/ 70460 h 70460"/>
                <a:gd name="connsiteX2" fmla="*/ 0 w 70459"/>
                <a:gd name="connsiteY2" fmla="*/ 35230 h 70460"/>
                <a:gd name="connsiteX3" fmla="*/ 35230 w 70459"/>
                <a:gd name="connsiteY3" fmla="*/ 0 h 70460"/>
                <a:gd name="connsiteX4" fmla="*/ 70460 w 70459"/>
                <a:gd name="connsiteY4" fmla="*/ 35230 h 70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59" h="70460">
                  <a:moveTo>
                    <a:pt x="70460" y="35230"/>
                  </a:moveTo>
                  <a:cubicBezTo>
                    <a:pt x="70460" y="54712"/>
                    <a:pt x="54712" y="70460"/>
                    <a:pt x="35230" y="70460"/>
                  </a:cubicBezTo>
                  <a:cubicBezTo>
                    <a:pt x="15748" y="70460"/>
                    <a:pt x="0" y="54712"/>
                    <a:pt x="0" y="35230"/>
                  </a:cubicBezTo>
                  <a:cubicBezTo>
                    <a:pt x="0" y="15748"/>
                    <a:pt x="15748" y="0"/>
                    <a:pt x="35230" y="0"/>
                  </a:cubicBezTo>
                  <a:cubicBezTo>
                    <a:pt x="54712" y="0"/>
                    <a:pt x="70460" y="15748"/>
                    <a:pt x="70460" y="3523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: фигура 77">
              <a:extLst>
                <a:ext uri="{FF2B5EF4-FFF2-40B4-BE49-F238E27FC236}">
                  <a16:creationId xmlns:a16="http://schemas.microsoft.com/office/drawing/2014/main" id="{5766DFF3-6ED1-B602-DC19-9223DE2AC9D7}"/>
                </a:ext>
              </a:extLst>
            </p:cNvPr>
            <p:cNvSpPr/>
            <p:nvPr/>
          </p:nvSpPr>
          <p:spPr>
            <a:xfrm rot="10800000">
              <a:off x="13245525" y="7646671"/>
              <a:ext cx="136373" cy="136373"/>
            </a:xfrm>
            <a:custGeom>
              <a:avLst/>
              <a:gdLst>
                <a:gd name="connsiteX0" fmla="*/ 68187 w 136373"/>
                <a:gd name="connsiteY0" fmla="*/ 0 h 136373"/>
                <a:gd name="connsiteX1" fmla="*/ 136374 w 136373"/>
                <a:gd name="connsiteY1" fmla="*/ 68187 h 136373"/>
                <a:gd name="connsiteX2" fmla="*/ 68187 w 136373"/>
                <a:gd name="connsiteY2" fmla="*/ 136374 h 136373"/>
                <a:gd name="connsiteX3" fmla="*/ 0 w 136373"/>
                <a:gd name="connsiteY3" fmla="*/ 68187 h 136373"/>
                <a:gd name="connsiteX4" fmla="*/ 68187 w 136373"/>
                <a:gd name="connsiteY4" fmla="*/ 0 h 136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373" h="136373">
                  <a:moveTo>
                    <a:pt x="68187" y="0"/>
                  </a:moveTo>
                  <a:cubicBezTo>
                    <a:pt x="105852" y="0"/>
                    <a:pt x="136374" y="30522"/>
                    <a:pt x="136374" y="68187"/>
                  </a:cubicBezTo>
                  <a:cubicBezTo>
                    <a:pt x="136374" y="105852"/>
                    <a:pt x="105852" y="136374"/>
                    <a:pt x="68187" y="136374"/>
                  </a:cubicBezTo>
                  <a:cubicBezTo>
                    <a:pt x="30521" y="136374"/>
                    <a:pt x="0" y="105852"/>
                    <a:pt x="0" y="68187"/>
                  </a:cubicBezTo>
                  <a:cubicBezTo>
                    <a:pt x="0" y="30522"/>
                    <a:pt x="30521" y="0"/>
                    <a:pt x="68187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: фигура 78">
              <a:extLst>
                <a:ext uri="{FF2B5EF4-FFF2-40B4-BE49-F238E27FC236}">
                  <a16:creationId xmlns:a16="http://schemas.microsoft.com/office/drawing/2014/main" id="{7989C11B-BA91-8AA1-7994-4557A8E423C4}"/>
                </a:ext>
              </a:extLst>
            </p:cNvPr>
            <p:cNvSpPr/>
            <p:nvPr/>
          </p:nvSpPr>
          <p:spPr>
            <a:xfrm rot="10800000">
              <a:off x="12563086" y="7253702"/>
              <a:ext cx="131666" cy="131665"/>
            </a:xfrm>
            <a:custGeom>
              <a:avLst/>
              <a:gdLst>
                <a:gd name="connsiteX0" fmla="*/ 131666 w 131666"/>
                <a:gd name="connsiteY0" fmla="*/ 65833 h 131665"/>
                <a:gd name="connsiteX1" fmla="*/ 65833 w 131666"/>
                <a:gd name="connsiteY1" fmla="*/ 131666 h 131665"/>
                <a:gd name="connsiteX2" fmla="*/ 0 w 131666"/>
                <a:gd name="connsiteY2" fmla="*/ 65833 h 131665"/>
                <a:gd name="connsiteX3" fmla="*/ 65833 w 131666"/>
                <a:gd name="connsiteY3" fmla="*/ 0 h 131665"/>
                <a:gd name="connsiteX4" fmla="*/ 131666 w 131666"/>
                <a:gd name="connsiteY4" fmla="*/ 65833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666" h="131665">
                  <a:moveTo>
                    <a:pt x="131666" y="65833"/>
                  </a:moveTo>
                  <a:cubicBezTo>
                    <a:pt x="131666" y="102199"/>
                    <a:pt x="102200" y="131666"/>
                    <a:pt x="65833" y="131666"/>
                  </a:cubicBezTo>
                  <a:cubicBezTo>
                    <a:pt x="29467" y="131666"/>
                    <a:pt x="0" y="102199"/>
                    <a:pt x="0" y="65833"/>
                  </a:cubicBezTo>
                  <a:cubicBezTo>
                    <a:pt x="0" y="29467"/>
                    <a:pt x="29467" y="0"/>
                    <a:pt x="65833" y="0"/>
                  </a:cubicBezTo>
                  <a:cubicBezTo>
                    <a:pt x="102200" y="0"/>
                    <a:pt x="131666" y="29467"/>
                    <a:pt x="131666" y="6583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: фигура 79">
              <a:extLst>
                <a:ext uri="{FF2B5EF4-FFF2-40B4-BE49-F238E27FC236}">
                  <a16:creationId xmlns:a16="http://schemas.microsoft.com/office/drawing/2014/main" id="{BF3BCA37-92E5-D01B-1907-E78EAF4FB9D8}"/>
                </a:ext>
              </a:extLst>
            </p:cNvPr>
            <p:cNvSpPr/>
            <p:nvPr/>
          </p:nvSpPr>
          <p:spPr>
            <a:xfrm rot="10800000">
              <a:off x="11867011" y="7637741"/>
              <a:ext cx="154232" cy="154232"/>
            </a:xfrm>
            <a:custGeom>
              <a:avLst/>
              <a:gdLst>
                <a:gd name="connsiteX0" fmla="*/ 77116 w 154232"/>
                <a:gd name="connsiteY0" fmla="*/ 0 h 154232"/>
                <a:gd name="connsiteX1" fmla="*/ 154232 w 154232"/>
                <a:gd name="connsiteY1" fmla="*/ 77116 h 154232"/>
                <a:gd name="connsiteX2" fmla="*/ 77116 w 154232"/>
                <a:gd name="connsiteY2" fmla="*/ 154233 h 154232"/>
                <a:gd name="connsiteX3" fmla="*/ 0 w 154232"/>
                <a:gd name="connsiteY3" fmla="*/ 77116 h 154232"/>
                <a:gd name="connsiteX4" fmla="*/ 77116 w 154232"/>
                <a:gd name="connsiteY4" fmla="*/ 0 h 15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232" h="154232">
                  <a:moveTo>
                    <a:pt x="77116" y="0"/>
                  </a:moveTo>
                  <a:cubicBezTo>
                    <a:pt x="119652" y="0"/>
                    <a:pt x="154232" y="34499"/>
                    <a:pt x="154232" y="77116"/>
                  </a:cubicBezTo>
                  <a:cubicBezTo>
                    <a:pt x="154232" y="119652"/>
                    <a:pt x="119733" y="154233"/>
                    <a:pt x="77116" y="154233"/>
                  </a:cubicBezTo>
                  <a:cubicBezTo>
                    <a:pt x="34580" y="154233"/>
                    <a:pt x="0" y="119733"/>
                    <a:pt x="0" y="77116"/>
                  </a:cubicBezTo>
                  <a:cubicBezTo>
                    <a:pt x="0" y="34581"/>
                    <a:pt x="34499" y="0"/>
                    <a:pt x="77116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: фигура 80">
              <a:extLst>
                <a:ext uri="{FF2B5EF4-FFF2-40B4-BE49-F238E27FC236}">
                  <a16:creationId xmlns:a16="http://schemas.microsoft.com/office/drawing/2014/main" id="{065E582A-E55B-3A3C-CB73-7F4586A3035A}"/>
                </a:ext>
              </a:extLst>
            </p:cNvPr>
            <p:cNvSpPr/>
            <p:nvPr/>
          </p:nvSpPr>
          <p:spPr>
            <a:xfrm rot="10800000">
              <a:off x="16693270" y="8856583"/>
              <a:ext cx="88805" cy="88805"/>
            </a:xfrm>
            <a:custGeom>
              <a:avLst/>
              <a:gdLst>
                <a:gd name="connsiteX0" fmla="*/ 88805 w 88805"/>
                <a:gd name="connsiteY0" fmla="*/ 44403 h 88805"/>
                <a:gd name="connsiteX1" fmla="*/ 44403 w 88805"/>
                <a:gd name="connsiteY1" fmla="*/ 88806 h 88805"/>
                <a:gd name="connsiteX2" fmla="*/ 0 w 88805"/>
                <a:gd name="connsiteY2" fmla="*/ 44403 h 88805"/>
                <a:gd name="connsiteX3" fmla="*/ 44403 w 88805"/>
                <a:gd name="connsiteY3" fmla="*/ 0 h 88805"/>
                <a:gd name="connsiteX4" fmla="*/ 88805 w 88805"/>
                <a:gd name="connsiteY4" fmla="*/ 44403 h 88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05" h="88805">
                  <a:moveTo>
                    <a:pt x="88805" y="44403"/>
                  </a:moveTo>
                  <a:cubicBezTo>
                    <a:pt x="88805" y="68926"/>
                    <a:pt x="68926" y="88806"/>
                    <a:pt x="44403" y="88806"/>
                  </a:cubicBezTo>
                  <a:cubicBezTo>
                    <a:pt x="19880" y="88806"/>
                    <a:pt x="0" y="68926"/>
                    <a:pt x="0" y="44403"/>
                  </a:cubicBezTo>
                  <a:cubicBezTo>
                    <a:pt x="0" y="19880"/>
                    <a:pt x="19880" y="0"/>
                    <a:pt x="44403" y="0"/>
                  </a:cubicBezTo>
                  <a:cubicBezTo>
                    <a:pt x="68926" y="0"/>
                    <a:pt x="88805" y="19880"/>
                    <a:pt x="88805" y="4440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: фигура 81">
              <a:extLst>
                <a:ext uri="{FF2B5EF4-FFF2-40B4-BE49-F238E27FC236}">
                  <a16:creationId xmlns:a16="http://schemas.microsoft.com/office/drawing/2014/main" id="{0E2571DD-18B3-2FE1-D082-FC1143C3547A}"/>
                </a:ext>
              </a:extLst>
            </p:cNvPr>
            <p:cNvSpPr/>
            <p:nvPr/>
          </p:nvSpPr>
          <p:spPr>
            <a:xfrm rot="10800000">
              <a:off x="17386992" y="8470110"/>
              <a:ext cx="70946" cy="70946"/>
            </a:xfrm>
            <a:custGeom>
              <a:avLst/>
              <a:gdLst>
                <a:gd name="connsiteX0" fmla="*/ 70947 w 70946"/>
                <a:gd name="connsiteY0" fmla="*/ 35473 h 70946"/>
                <a:gd name="connsiteX1" fmla="*/ 35473 w 70946"/>
                <a:gd name="connsiteY1" fmla="*/ 70947 h 70946"/>
                <a:gd name="connsiteX2" fmla="*/ 0 w 70946"/>
                <a:gd name="connsiteY2" fmla="*/ 35473 h 70946"/>
                <a:gd name="connsiteX3" fmla="*/ 35473 w 70946"/>
                <a:gd name="connsiteY3" fmla="*/ 0 h 70946"/>
                <a:gd name="connsiteX4" fmla="*/ 70947 w 70946"/>
                <a:gd name="connsiteY4" fmla="*/ 35473 h 70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46" h="70946">
                  <a:moveTo>
                    <a:pt x="70947" y="35473"/>
                  </a:moveTo>
                  <a:cubicBezTo>
                    <a:pt x="70947" y="55065"/>
                    <a:pt x="55065" y="70947"/>
                    <a:pt x="35473" y="70947"/>
                  </a:cubicBezTo>
                  <a:cubicBezTo>
                    <a:pt x="15882" y="70947"/>
                    <a:pt x="0" y="55065"/>
                    <a:pt x="0" y="35473"/>
                  </a:cubicBezTo>
                  <a:cubicBezTo>
                    <a:pt x="0" y="15882"/>
                    <a:pt x="15882" y="0"/>
                    <a:pt x="35473" y="0"/>
                  </a:cubicBezTo>
                  <a:cubicBezTo>
                    <a:pt x="55065" y="0"/>
                    <a:pt x="70947" y="15882"/>
                    <a:pt x="70947" y="3547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: фигура 82">
              <a:extLst>
                <a:ext uri="{FF2B5EF4-FFF2-40B4-BE49-F238E27FC236}">
                  <a16:creationId xmlns:a16="http://schemas.microsoft.com/office/drawing/2014/main" id="{1C0A40E1-19D8-5216-C09B-4353F3321A31}"/>
                </a:ext>
              </a:extLst>
            </p:cNvPr>
            <p:cNvSpPr/>
            <p:nvPr/>
          </p:nvSpPr>
          <p:spPr>
            <a:xfrm rot="10800000">
              <a:off x="17405662" y="7698054"/>
              <a:ext cx="33606" cy="33606"/>
            </a:xfrm>
            <a:custGeom>
              <a:avLst/>
              <a:gdLst>
                <a:gd name="connsiteX0" fmla="*/ 0 w 33606"/>
                <a:gd name="connsiteY0" fmla="*/ 16803 h 33606"/>
                <a:gd name="connsiteX1" fmla="*/ 16803 w 33606"/>
                <a:gd name="connsiteY1" fmla="*/ 0 h 33606"/>
                <a:gd name="connsiteX2" fmla="*/ 33606 w 33606"/>
                <a:gd name="connsiteY2" fmla="*/ 16803 h 33606"/>
                <a:gd name="connsiteX3" fmla="*/ 16803 w 33606"/>
                <a:gd name="connsiteY3" fmla="*/ 33607 h 33606"/>
                <a:gd name="connsiteX4" fmla="*/ 0 w 33606"/>
                <a:gd name="connsiteY4" fmla="*/ 16803 h 3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06" h="33606">
                  <a:moveTo>
                    <a:pt x="0" y="16803"/>
                  </a:moveTo>
                  <a:cubicBezTo>
                    <a:pt x="0" y="7549"/>
                    <a:pt x="7549" y="0"/>
                    <a:pt x="16803" y="0"/>
                  </a:cubicBezTo>
                  <a:cubicBezTo>
                    <a:pt x="26057" y="0"/>
                    <a:pt x="33606" y="7549"/>
                    <a:pt x="33606" y="16803"/>
                  </a:cubicBezTo>
                  <a:cubicBezTo>
                    <a:pt x="33606" y="26057"/>
                    <a:pt x="26057" y="33607"/>
                    <a:pt x="16803" y="33607"/>
                  </a:cubicBezTo>
                  <a:cubicBezTo>
                    <a:pt x="7549" y="33607"/>
                    <a:pt x="0" y="26057"/>
                    <a:pt x="0" y="1680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: фигура 83">
              <a:extLst>
                <a:ext uri="{FF2B5EF4-FFF2-40B4-BE49-F238E27FC236}">
                  <a16:creationId xmlns:a16="http://schemas.microsoft.com/office/drawing/2014/main" id="{1F1579DC-129C-8F5B-DAA9-7AEFA7907684}"/>
                </a:ext>
              </a:extLst>
            </p:cNvPr>
            <p:cNvSpPr/>
            <p:nvPr/>
          </p:nvSpPr>
          <p:spPr>
            <a:xfrm rot="10800000">
              <a:off x="16668025" y="7249887"/>
              <a:ext cx="139296" cy="139296"/>
            </a:xfrm>
            <a:custGeom>
              <a:avLst/>
              <a:gdLst>
                <a:gd name="connsiteX0" fmla="*/ 139296 w 139296"/>
                <a:gd name="connsiteY0" fmla="*/ 69648 h 139296"/>
                <a:gd name="connsiteX1" fmla="*/ 69648 w 139296"/>
                <a:gd name="connsiteY1" fmla="*/ 139296 h 139296"/>
                <a:gd name="connsiteX2" fmla="*/ 0 w 139296"/>
                <a:gd name="connsiteY2" fmla="*/ 69648 h 139296"/>
                <a:gd name="connsiteX3" fmla="*/ 69648 w 139296"/>
                <a:gd name="connsiteY3" fmla="*/ 0 h 139296"/>
                <a:gd name="connsiteX4" fmla="*/ 139296 w 139296"/>
                <a:gd name="connsiteY4" fmla="*/ 69648 h 139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96" h="139296">
                  <a:moveTo>
                    <a:pt x="139296" y="69648"/>
                  </a:moveTo>
                  <a:cubicBezTo>
                    <a:pt x="139296" y="108114"/>
                    <a:pt x="108114" y="139296"/>
                    <a:pt x="69648" y="139296"/>
                  </a:cubicBezTo>
                  <a:cubicBezTo>
                    <a:pt x="31183" y="139296"/>
                    <a:pt x="0" y="108114"/>
                    <a:pt x="0" y="69648"/>
                  </a:cubicBezTo>
                  <a:cubicBezTo>
                    <a:pt x="0" y="31183"/>
                    <a:pt x="31183" y="0"/>
                    <a:pt x="69648" y="0"/>
                  </a:cubicBezTo>
                  <a:cubicBezTo>
                    <a:pt x="108114" y="0"/>
                    <a:pt x="139296" y="31183"/>
                    <a:pt x="139296" y="6964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: фигура 84">
              <a:extLst>
                <a:ext uri="{FF2B5EF4-FFF2-40B4-BE49-F238E27FC236}">
                  <a16:creationId xmlns:a16="http://schemas.microsoft.com/office/drawing/2014/main" id="{ECECB2FD-E32C-DC76-EC7F-258F6510B885}"/>
                </a:ext>
              </a:extLst>
            </p:cNvPr>
            <p:cNvSpPr/>
            <p:nvPr/>
          </p:nvSpPr>
          <p:spPr>
            <a:xfrm rot="10800000">
              <a:off x="15995490" y="8448192"/>
              <a:ext cx="114781" cy="114781"/>
            </a:xfrm>
            <a:custGeom>
              <a:avLst/>
              <a:gdLst>
                <a:gd name="connsiteX0" fmla="*/ 0 w 114781"/>
                <a:gd name="connsiteY0" fmla="*/ 57391 h 114781"/>
                <a:gd name="connsiteX1" fmla="*/ 57391 w 114781"/>
                <a:gd name="connsiteY1" fmla="*/ 0 h 114781"/>
                <a:gd name="connsiteX2" fmla="*/ 114781 w 114781"/>
                <a:gd name="connsiteY2" fmla="*/ 57391 h 114781"/>
                <a:gd name="connsiteX3" fmla="*/ 57391 w 114781"/>
                <a:gd name="connsiteY3" fmla="*/ 114781 h 114781"/>
                <a:gd name="connsiteX4" fmla="*/ 0 w 114781"/>
                <a:gd name="connsiteY4" fmla="*/ 57391 h 11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781" h="114781">
                  <a:moveTo>
                    <a:pt x="0" y="57391"/>
                  </a:moveTo>
                  <a:cubicBezTo>
                    <a:pt x="0" y="25732"/>
                    <a:pt x="25732" y="0"/>
                    <a:pt x="57391" y="0"/>
                  </a:cubicBezTo>
                  <a:cubicBezTo>
                    <a:pt x="89049" y="0"/>
                    <a:pt x="114781" y="25732"/>
                    <a:pt x="114781" y="57391"/>
                  </a:cubicBezTo>
                  <a:cubicBezTo>
                    <a:pt x="114781" y="89049"/>
                    <a:pt x="89049" y="114781"/>
                    <a:pt x="57391" y="114781"/>
                  </a:cubicBezTo>
                  <a:cubicBezTo>
                    <a:pt x="25732" y="114781"/>
                    <a:pt x="0" y="89049"/>
                    <a:pt x="0" y="57391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: фигура 85">
              <a:extLst>
                <a:ext uri="{FF2B5EF4-FFF2-40B4-BE49-F238E27FC236}">
                  <a16:creationId xmlns:a16="http://schemas.microsoft.com/office/drawing/2014/main" id="{34F2E74B-60F6-6263-D6B0-C67C9B9B022F}"/>
                </a:ext>
              </a:extLst>
            </p:cNvPr>
            <p:cNvSpPr/>
            <p:nvPr/>
          </p:nvSpPr>
          <p:spPr>
            <a:xfrm rot="10800000">
              <a:off x="16013592" y="7675488"/>
              <a:ext cx="78739" cy="78739"/>
            </a:xfrm>
            <a:custGeom>
              <a:avLst/>
              <a:gdLst>
                <a:gd name="connsiteX0" fmla="*/ 78740 w 78739"/>
                <a:gd name="connsiteY0" fmla="*/ 39370 h 78739"/>
                <a:gd name="connsiteX1" fmla="*/ 39370 w 78739"/>
                <a:gd name="connsiteY1" fmla="*/ 78740 h 78739"/>
                <a:gd name="connsiteX2" fmla="*/ 0 w 78739"/>
                <a:gd name="connsiteY2" fmla="*/ 39370 h 78739"/>
                <a:gd name="connsiteX3" fmla="*/ 39370 w 78739"/>
                <a:gd name="connsiteY3" fmla="*/ 0 h 78739"/>
                <a:gd name="connsiteX4" fmla="*/ 78740 w 78739"/>
                <a:gd name="connsiteY4" fmla="*/ 39370 h 7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739" h="78739">
                  <a:moveTo>
                    <a:pt x="78740" y="39370"/>
                  </a:moveTo>
                  <a:cubicBezTo>
                    <a:pt x="78740" y="61125"/>
                    <a:pt x="61125" y="78740"/>
                    <a:pt x="39370" y="78740"/>
                  </a:cubicBezTo>
                  <a:cubicBezTo>
                    <a:pt x="17615" y="78740"/>
                    <a:pt x="0" y="61125"/>
                    <a:pt x="0" y="39370"/>
                  </a:cubicBezTo>
                  <a:cubicBezTo>
                    <a:pt x="0" y="17615"/>
                    <a:pt x="17615" y="0"/>
                    <a:pt x="39370" y="0"/>
                  </a:cubicBezTo>
                  <a:cubicBezTo>
                    <a:pt x="61125" y="0"/>
                    <a:pt x="78740" y="17615"/>
                    <a:pt x="78740" y="3937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: фигура 86">
              <a:extLst>
                <a:ext uri="{FF2B5EF4-FFF2-40B4-BE49-F238E27FC236}">
                  <a16:creationId xmlns:a16="http://schemas.microsoft.com/office/drawing/2014/main" id="{7C8D9280-EE8D-3FA2-31AE-F1E49A058D71}"/>
                </a:ext>
              </a:extLst>
            </p:cNvPr>
            <p:cNvSpPr/>
            <p:nvPr/>
          </p:nvSpPr>
          <p:spPr>
            <a:xfrm rot="10800000">
              <a:off x="14651070" y="7682631"/>
              <a:ext cx="64452" cy="64452"/>
            </a:xfrm>
            <a:custGeom>
              <a:avLst/>
              <a:gdLst>
                <a:gd name="connsiteX0" fmla="*/ 32226 w 64452"/>
                <a:gd name="connsiteY0" fmla="*/ 64453 h 64452"/>
                <a:gd name="connsiteX1" fmla="*/ 0 w 64452"/>
                <a:gd name="connsiteY1" fmla="*/ 32226 h 64452"/>
                <a:gd name="connsiteX2" fmla="*/ 32226 w 64452"/>
                <a:gd name="connsiteY2" fmla="*/ 0 h 64452"/>
                <a:gd name="connsiteX3" fmla="*/ 64453 w 64452"/>
                <a:gd name="connsiteY3" fmla="*/ 32226 h 64452"/>
                <a:gd name="connsiteX4" fmla="*/ 32226 w 64452"/>
                <a:gd name="connsiteY4" fmla="*/ 64453 h 64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52" h="64452">
                  <a:moveTo>
                    <a:pt x="32226" y="64453"/>
                  </a:moveTo>
                  <a:cubicBezTo>
                    <a:pt x="14449" y="64453"/>
                    <a:pt x="0" y="50004"/>
                    <a:pt x="0" y="32226"/>
                  </a:cubicBezTo>
                  <a:cubicBezTo>
                    <a:pt x="0" y="14449"/>
                    <a:pt x="14449" y="0"/>
                    <a:pt x="32226" y="0"/>
                  </a:cubicBezTo>
                  <a:cubicBezTo>
                    <a:pt x="50004" y="0"/>
                    <a:pt x="64453" y="14449"/>
                    <a:pt x="64453" y="32226"/>
                  </a:cubicBezTo>
                  <a:cubicBezTo>
                    <a:pt x="64453" y="50004"/>
                    <a:pt x="50004" y="64453"/>
                    <a:pt x="32226" y="6445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: фигура 87">
              <a:extLst>
                <a:ext uri="{FF2B5EF4-FFF2-40B4-BE49-F238E27FC236}">
                  <a16:creationId xmlns:a16="http://schemas.microsoft.com/office/drawing/2014/main" id="{80078CF5-23E4-1465-50D3-29B5D4720E68}"/>
                </a:ext>
              </a:extLst>
            </p:cNvPr>
            <p:cNvSpPr/>
            <p:nvPr/>
          </p:nvSpPr>
          <p:spPr>
            <a:xfrm rot="10800000">
              <a:off x="13944279" y="8846762"/>
              <a:ext cx="108449" cy="108449"/>
            </a:xfrm>
            <a:custGeom>
              <a:avLst/>
              <a:gdLst>
                <a:gd name="connsiteX0" fmla="*/ 0 w 108449"/>
                <a:gd name="connsiteY0" fmla="*/ 54225 h 108449"/>
                <a:gd name="connsiteX1" fmla="*/ 54225 w 108449"/>
                <a:gd name="connsiteY1" fmla="*/ 0 h 108449"/>
                <a:gd name="connsiteX2" fmla="*/ 108450 w 108449"/>
                <a:gd name="connsiteY2" fmla="*/ 54225 h 108449"/>
                <a:gd name="connsiteX3" fmla="*/ 54225 w 108449"/>
                <a:gd name="connsiteY3" fmla="*/ 108450 h 108449"/>
                <a:gd name="connsiteX4" fmla="*/ 0 w 108449"/>
                <a:gd name="connsiteY4" fmla="*/ 54225 h 108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449" h="108449">
                  <a:moveTo>
                    <a:pt x="0" y="54225"/>
                  </a:moveTo>
                  <a:cubicBezTo>
                    <a:pt x="0" y="24271"/>
                    <a:pt x="24271" y="0"/>
                    <a:pt x="54225" y="0"/>
                  </a:cubicBezTo>
                  <a:cubicBezTo>
                    <a:pt x="84178" y="0"/>
                    <a:pt x="108450" y="24271"/>
                    <a:pt x="108450" y="54225"/>
                  </a:cubicBezTo>
                  <a:cubicBezTo>
                    <a:pt x="108450" y="84179"/>
                    <a:pt x="84178" y="108450"/>
                    <a:pt x="54225" y="108450"/>
                  </a:cubicBezTo>
                  <a:cubicBezTo>
                    <a:pt x="24271" y="108450"/>
                    <a:pt x="0" y="84179"/>
                    <a:pt x="0" y="54225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Полилиния: фигура 88">
              <a:extLst>
                <a:ext uri="{FF2B5EF4-FFF2-40B4-BE49-F238E27FC236}">
                  <a16:creationId xmlns:a16="http://schemas.microsoft.com/office/drawing/2014/main" id="{CD5FD97E-BD7E-AEF5-CBF6-556533C6F8EE}"/>
                </a:ext>
              </a:extLst>
            </p:cNvPr>
            <p:cNvSpPr/>
            <p:nvPr/>
          </p:nvSpPr>
          <p:spPr>
            <a:xfrm rot="10800000">
              <a:off x="14605206" y="8427493"/>
              <a:ext cx="156180" cy="156180"/>
            </a:xfrm>
            <a:custGeom>
              <a:avLst/>
              <a:gdLst>
                <a:gd name="connsiteX0" fmla="*/ 78090 w 156180"/>
                <a:gd name="connsiteY0" fmla="*/ 156181 h 156180"/>
                <a:gd name="connsiteX1" fmla="*/ 0 w 156180"/>
                <a:gd name="connsiteY1" fmla="*/ 78090 h 156180"/>
                <a:gd name="connsiteX2" fmla="*/ 78090 w 156180"/>
                <a:gd name="connsiteY2" fmla="*/ 0 h 156180"/>
                <a:gd name="connsiteX3" fmla="*/ 156181 w 156180"/>
                <a:gd name="connsiteY3" fmla="*/ 78090 h 156180"/>
                <a:gd name="connsiteX4" fmla="*/ 78090 w 156180"/>
                <a:gd name="connsiteY4" fmla="*/ 156181 h 156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180" h="156180">
                  <a:moveTo>
                    <a:pt x="78090" y="156181"/>
                  </a:moveTo>
                  <a:cubicBezTo>
                    <a:pt x="34905" y="156181"/>
                    <a:pt x="0" y="121194"/>
                    <a:pt x="0" y="78090"/>
                  </a:cubicBezTo>
                  <a:cubicBezTo>
                    <a:pt x="0" y="34986"/>
                    <a:pt x="34986" y="0"/>
                    <a:pt x="78090" y="0"/>
                  </a:cubicBezTo>
                  <a:cubicBezTo>
                    <a:pt x="121194" y="0"/>
                    <a:pt x="156181" y="34986"/>
                    <a:pt x="156181" y="78090"/>
                  </a:cubicBezTo>
                  <a:cubicBezTo>
                    <a:pt x="156181" y="121194"/>
                    <a:pt x="121194" y="156181"/>
                    <a:pt x="78090" y="156181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: фигура 89">
              <a:extLst>
                <a:ext uri="{FF2B5EF4-FFF2-40B4-BE49-F238E27FC236}">
                  <a16:creationId xmlns:a16="http://schemas.microsoft.com/office/drawing/2014/main" id="{80E0F419-D98C-339F-1779-EDEF67766CF7}"/>
                </a:ext>
              </a:extLst>
            </p:cNvPr>
            <p:cNvSpPr/>
            <p:nvPr/>
          </p:nvSpPr>
          <p:spPr>
            <a:xfrm rot="10800000">
              <a:off x="11859867" y="8421404"/>
              <a:ext cx="168519" cy="168519"/>
            </a:xfrm>
            <a:custGeom>
              <a:avLst/>
              <a:gdLst>
                <a:gd name="connsiteX0" fmla="*/ 84260 w 168519"/>
                <a:gd name="connsiteY0" fmla="*/ 0 h 168519"/>
                <a:gd name="connsiteX1" fmla="*/ 168519 w 168519"/>
                <a:gd name="connsiteY1" fmla="*/ 84260 h 168519"/>
                <a:gd name="connsiteX2" fmla="*/ 84260 w 168519"/>
                <a:gd name="connsiteY2" fmla="*/ 168519 h 168519"/>
                <a:gd name="connsiteX3" fmla="*/ 0 w 168519"/>
                <a:gd name="connsiteY3" fmla="*/ 84260 h 168519"/>
                <a:gd name="connsiteX4" fmla="*/ 84260 w 168519"/>
                <a:gd name="connsiteY4" fmla="*/ 0 h 168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19" h="168519">
                  <a:moveTo>
                    <a:pt x="84260" y="0"/>
                  </a:moveTo>
                  <a:cubicBezTo>
                    <a:pt x="130854" y="0"/>
                    <a:pt x="168519" y="37746"/>
                    <a:pt x="168519" y="84260"/>
                  </a:cubicBezTo>
                  <a:cubicBezTo>
                    <a:pt x="168519" y="130773"/>
                    <a:pt x="130773" y="168519"/>
                    <a:pt x="84260" y="168519"/>
                  </a:cubicBezTo>
                  <a:cubicBezTo>
                    <a:pt x="37665" y="168519"/>
                    <a:pt x="0" y="130773"/>
                    <a:pt x="0" y="84260"/>
                  </a:cubicBezTo>
                  <a:cubicBezTo>
                    <a:pt x="0" y="37746"/>
                    <a:pt x="37746" y="0"/>
                    <a:pt x="84260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90">
              <a:extLst>
                <a:ext uri="{FF2B5EF4-FFF2-40B4-BE49-F238E27FC236}">
                  <a16:creationId xmlns:a16="http://schemas.microsoft.com/office/drawing/2014/main" id="{4E9FC74B-AA36-C944-2794-E630E64D97A0}"/>
                </a:ext>
              </a:extLst>
            </p:cNvPr>
            <p:cNvSpPr/>
            <p:nvPr/>
          </p:nvSpPr>
          <p:spPr>
            <a:xfrm rot="10800000">
              <a:off x="15316299" y="8849116"/>
              <a:ext cx="103741" cy="103741"/>
            </a:xfrm>
            <a:custGeom>
              <a:avLst/>
              <a:gdLst>
                <a:gd name="connsiteX0" fmla="*/ 0 w 103741"/>
                <a:gd name="connsiteY0" fmla="*/ 51871 h 103741"/>
                <a:gd name="connsiteX1" fmla="*/ 51871 w 103741"/>
                <a:gd name="connsiteY1" fmla="*/ 0 h 103741"/>
                <a:gd name="connsiteX2" fmla="*/ 103742 w 103741"/>
                <a:gd name="connsiteY2" fmla="*/ 51871 h 103741"/>
                <a:gd name="connsiteX3" fmla="*/ 51871 w 103741"/>
                <a:gd name="connsiteY3" fmla="*/ 103742 h 103741"/>
                <a:gd name="connsiteX4" fmla="*/ 0 w 103741"/>
                <a:gd name="connsiteY4" fmla="*/ 51871 h 10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741" h="103741">
                  <a:moveTo>
                    <a:pt x="0" y="51871"/>
                  </a:moveTo>
                  <a:cubicBezTo>
                    <a:pt x="0" y="23216"/>
                    <a:pt x="23216" y="0"/>
                    <a:pt x="51871" y="0"/>
                  </a:cubicBezTo>
                  <a:cubicBezTo>
                    <a:pt x="80525" y="0"/>
                    <a:pt x="103742" y="23216"/>
                    <a:pt x="103742" y="51871"/>
                  </a:cubicBezTo>
                  <a:cubicBezTo>
                    <a:pt x="103742" y="80526"/>
                    <a:pt x="80525" y="103742"/>
                    <a:pt x="51871" y="103742"/>
                  </a:cubicBezTo>
                  <a:cubicBezTo>
                    <a:pt x="23216" y="103742"/>
                    <a:pt x="0" y="80526"/>
                    <a:pt x="0" y="51871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91">
              <a:extLst>
                <a:ext uri="{FF2B5EF4-FFF2-40B4-BE49-F238E27FC236}">
                  <a16:creationId xmlns:a16="http://schemas.microsoft.com/office/drawing/2014/main" id="{3180620E-6E11-34D0-FDB4-0131EDCC3FEE}"/>
                </a:ext>
              </a:extLst>
            </p:cNvPr>
            <p:cNvSpPr/>
            <p:nvPr/>
          </p:nvSpPr>
          <p:spPr>
            <a:xfrm rot="10800000">
              <a:off x="15283180" y="9606802"/>
              <a:ext cx="169817" cy="169818"/>
            </a:xfrm>
            <a:custGeom>
              <a:avLst/>
              <a:gdLst>
                <a:gd name="connsiteX0" fmla="*/ 84909 w 169817"/>
                <a:gd name="connsiteY0" fmla="*/ 0 h 169818"/>
                <a:gd name="connsiteX1" fmla="*/ 169818 w 169817"/>
                <a:gd name="connsiteY1" fmla="*/ 84909 h 169818"/>
                <a:gd name="connsiteX2" fmla="*/ 84909 w 169817"/>
                <a:gd name="connsiteY2" fmla="*/ 169818 h 169818"/>
                <a:gd name="connsiteX3" fmla="*/ 0 w 169817"/>
                <a:gd name="connsiteY3" fmla="*/ 84909 h 169818"/>
                <a:gd name="connsiteX4" fmla="*/ 84909 w 169817"/>
                <a:gd name="connsiteY4" fmla="*/ 0 h 169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17" h="169818">
                  <a:moveTo>
                    <a:pt x="84909" y="0"/>
                  </a:moveTo>
                  <a:cubicBezTo>
                    <a:pt x="131828" y="0"/>
                    <a:pt x="169818" y="38071"/>
                    <a:pt x="169818" y="84909"/>
                  </a:cubicBezTo>
                  <a:cubicBezTo>
                    <a:pt x="169818" y="131747"/>
                    <a:pt x="131747" y="169818"/>
                    <a:pt x="84909" y="169818"/>
                  </a:cubicBezTo>
                  <a:cubicBezTo>
                    <a:pt x="37990" y="169818"/>
                    <a:pt x="0" y="131747"/>
                    <a:pt x="0" y="84909"/>
                  </a:cubicBezTo>
                  <a:cubicBezTo>
                    <a:pt x="0" y="37990"/>
                    <a:pt x="38071" y="0"/>
                    <a:pt x="84909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: фигура 92">
              <a:extLst>
                <a:ext uri="{FF2B5EF4-FFF2-40B4-BE49-F238E27FC236}">
                  <a16:creationId xmlns:a16="http://schemas.microsoft.com/office/drawing/2014/main" id="{C564764E-E7F8-A124-133F-4F51DDB41683}"/>
                </a:ext>
              </a:extLst>
            </p:cNvPr>
            <p:cNvSpPr/>
            <p:nvPr/>
          </p:nvSpPr>
          <p:spPr>
            <a:xfrm rot="10800000">
              <a:off x="13224988" y="8416859"/>
              <a:ext cx="177448" cy="177448"/>
            </a:xfrm>
            <a:custGeom>
              <a:avLst/>
              <a:gdLst>
                <a:gd name="connsiteX0" fmla="*/ 177448 w 177448"/>
                <a:gd name="connsiteY0" fmla="*/ 88724 h 177448"/>
                <a:gd name="connsiteX1" fmla="*/ 88724 w 177448"/>
                <a:gd name="connsiteY1" fmla="*/ 177448 h 177448"/>
                <a:gd name="connsiteX2" fmla="*/ 0 w 177448"/>
                <a:gd name="connsiteY2" fmla="*/ 88724 h 177448"/>
                <a:gd name="connsiteX3" fmla="*/ 88724 w 177448"/>
                <a:gd name="connsiteY3" fmla="*/ 0 h 177448"/>
                <a:gd name="connsiteX4" fmla="*/ 177448 w 177448"/>
                <a:gd name="connsiteY4" fmla="*/ 88724 h 177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48" h="177448">
                  <a:moveTo>
                    <a:pt x="177448" y="88724"/>
                  </a:moveTo>
                  <a:cubicBezTo>
                    <a:pt x="177448" y="137725"/>
                    <a:pt x="137725" y="177448"/>
                    <a:pt x="88724" y="177448"/>
                  </a:cubicBezTo>
                  <a:cubicBezTo>
                    <a:pt x="39723" y="177448"/>
                    <a:pt x="0" y="137725"/>
                    <a:pt x="0" y="88724"/>
                  </a:cubicBezTo>
                  <a:cubicBezTo>
                    <a:pt x="0" y="39723"/>
                    <a:pt x="39723" y="0"/>
                    <a:pt x="88724" y="0"/>
                  </a:cubicBezTo>
                  <a:cubicBezTo>
                    <a:pt x="137725" y="0"/>
                    <a:pt x="177448" y="39723"/>
                    <a:pt x="177448" y="8872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: фигура 93">
              <a:extLst>
                <a:ext uri="{FF2B5EF4-FFF2-40B4-BE49-F238E27FC236}">
                  <a16:creationId xmlns:a16="http://schemas.microsoft.com/office/drawing/2014/main" id="{C5DA4250-6E43-506B-BC44-3CE7B1A515A2}"/>
                </a:ext>
              </a:extLst>
            </p:cNvPr>
            <p:cNvSpPr/>
            <p:nvPr/>
          </p:nvSpPr>
          <p:spPr>
            <a:xfrm rot="10800000">
              <a:off x="12596287" y="8868354"/>
              <a:ext cx="65264" cy="65264"/>
            </a:xfrm>
            <a:custGeom>
              <a:avLst/>
              <a:gdLst>
                <a:gd name="connsiteX0" fmla="*/ 65265 w 65264"/>
                <a:gd name="connsiteY0" fmla="*/ 32632 h 65264"/>
                <a:gd name="connsiteX1" fmla="*/ 32632 w 65264"/>
                <a:gd name="connsiteY1" fmla="*/ 65265 h 65264"/>
                <a:gd name="connsiteX2" fmla="*/ 0 w 65264"/>
                <a:gd name="connsiteY2" fmla="*/ 32632 h 65264"/>
                <a:gd name="connsiteX3" fmla="*/ 32632 w 65264"/>
                <a:gd name="connsiteY3" fmla="*/ 0 h 65264"/>
                <a:gd name="connsiteX4" fmla="*/ 65265 w 65264"/>
                <a:gd name="connsiteY4" fmla="*/ 32632 h 6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64" h="65264">
                  <a:moveTo>
                    <a:pt x="65265" y="32632"/>
                  </a:moveTo>
                  <a:cubicBezTo>
                    <a:pt x="65265" y="50655"/>
                    <a:pt x="50655" y="65265"/>
                    <a:pt x="32632" y="65265"/>
                  </a:cubicBezTo>
                  <a:cubicBezTo>
                    <a:pt x="14610" y="65265"/>
                    <a:pt x="0" y="50655"/>
                    <a:pt x="0" y="32632"/>
                  </a:cubicBezTo>
                  <a:cubicBezTo>
                    <a:pt x="0" y="14610"/>
                    <a:pt x="14610" y="0"/>
                    <a:pt x="32632" y="0"/>
                  </a:cubicBezTo>
                  <a:cubicBezTo>
                    <a:pt x="50655" y="0"/>
                    <a:pt x="65265" y="14610"/>
                    <a:pt x="65265" y="3263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: фигура 94">
              <a:extLst>
                <a:ext uri="{FF2B5EF4-FFF2-40B4-BE49-F238E27FC236}">
                  <a16:creationId xmlns:a16="http://schemas.microsoft.com/office/drawing/2014/main" id="{9331B4D5-9283-2B05-5F74-48E12CAA5A13}"/>
                </a:ext>
              </a:extLst>
            </p:cNvPr>
            <p:cNvSpPr/>
            <p:nvPr/>
          </p:nvSpPr>
          <p:spPr>
            <a:xfrm rot="10800000">
              <a:off x="11878700" y="10021688"/>
              <a:ext cx="130854" cy="130854"/>
            </a:xfrm>
            <a:custGeom>
              <a:avLst/>
              <a:gdLst>
                <a:gd name="connsiteX0" fmla="*/ 65427 w 130854"/>
                <a:gd name="connsiteY0" fmla="*/ 0 h 130854"/>
                <a:gd name="connsiteX1" fmla="*/ 130854 w 130854"/>
                <a:gd name="connsiteY1" fmla="*/ 65427 h 130854"/>
                <a:gd name="connsiteX2" fmla="*/ 65427 w 130854"/>
                <a:gd name="connsiteY2" fmla="*/ 130854 h 130854"/>
                <a:gd name="connsiteX3" fmla="*/ 0 w 130854"/>
                <a:gd name="connsiteY3" fmla="*/ 65427 h 130854"/>
                <a:gd name="connsiteX4" fmla="*/ 65427 w 130854"/>
                <a:gd name="connsiteY4" fmla="*/ 0 h 130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854" h="130854">
                  <a:moveTo>
                    <a:pt x="65427" y="0"/>
                  </a:moveTo>
                  <a:cubicBezTo>
                    <a:pt x="101550" y="0"/>
                    <a:pt x="130854" y="29304"/>
                    <a:pt x="130854" y="65427"/>
                  </a:cubicBezTo>
                  <a:cubicBezTo>
                    <a:pt x="130854" y="101550"/>
                    <a:pt x="101550" y="130854"/>
                    <a:pt x="65427" y="130854"/>
                  </a:cubicBezTo>
                  <a:cubicBezTo>
                    <a:pt x="29304" y="130854"/>
                    <a:pt x="0" y="101550"/>
                    <a:pt x="0" y="65427"/>
                  </a:cubicBezTo>
                  <a:cubicBezTo>
                    <a:pt x="0" y="29304"/>
                    <a:pt x="29304" y="0"/>
                    <a:pt x="65427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: фигура 95">
              <a:extLst>
                <a:ext uri="{FF2B5EF4-FFF2-40B4-BE49-F238E27FC236}">
                  <a16:creationId xmlns:a16="http://schemas.microsoft.com/office/drawing/2014/main" id="{E35528FE-6403-4840-2D27-BAF179014903}"/>
                </a:ext>
              </a:extLst>
            </p:cNvPr>
            <p:cNvSpPr/>
            <p:nvPr/>
          </p:nvSpPr>
          <p:spPr>
            <a:xfrm rot="10800000">
              <a:off x="12528831" y="9591623"/>
              <a:ext cx="200177" cy="200177"/>
            </a:xfrm>
            <a:custGeom>
              <a:avLst/>
              <a:gdLst>
                <a:gd name="connsiteX0" fmla="*/ 200177 w 200177"/>
                <a:gd name="connsiteY0" fmla="*/ 100089 h 200177"/>
                <a:gd name="connsiteX1" fmla="*/ 100089 w 200177"/>
                <a:gd name="connsiteY1" fmla="*/ 200178 h 200177"/>
                <a:gd name="connsiteX2" fmla="*/ 0 w 200177"/>
                <a:gd name="connsiteY2" fmla="*/ 100089 h 200177"/>
                <a:gd name="connsiteX3" fmla="*/ 100089 w 200177"/>
                <a:gd name="connsiteY3" fmla="*/ 0 h 200177"/>
                <a:gd name="connsiteX4" fmla="*/ 200177 w 200177"/>
                <a:gd name="connsiteY4" fmla="*/ 100089 h 2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177" h="200177">
                  <a:moveTo>
                    <a:pt x="200177" y="100089"/>
                  </a:moveTo>
                  <a:cubicBezTo>
                    <a:pt x="200177" y="155366"/>
                    <a:pt x="155366" y="200178"/>
                    <a:pt x="100089" y="200178"/>
                  </a:cubicBezTo>
                  <a:cubicBezTo>
                    <a:pt x="44811" y="200178"/>
                    <a:pt x="0" y="155366"/>
                    <a:pt x="0" y="100089"/>
                  </a:cubicBezTo>
                  <a:cubicBezTo>
                    <a:pt x="0" y="44811"/>
                    <a:pt x="44811" y="0"/>
                    <a:pt x="100089" y="0"/>
                  </a:cubicBezTo>
                  <a:cubicBezTo>
                    <a:pt x="155366" y="0"/>
                    <a:pt x="200177" y="44811"/>
                    <a:pt x="200177" y="10008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: фигура 96">
              <a:extLst>
                <a:ext uri="{FF2B5EF4-FFF2-40B4-BE49-F238E27FC236}">
                  <a16:creationId xmlns:a16="http://schemas.microsoft.com/office/drawing/2014/main" id="{DE26A8BA-8DE8-A293-8870-E8000A25A845}"/>
                </a:ext>
              </a:extLst>
            </p:cNvPr>
            <p:cNvSpPr/>
            <p:nvPr/>
          </p:nvSpPr>
          <p:spPr>
            <a:xfrm rot="10800000">
              <a:off x="17409396" y="10073965"/>
              <a:ext cx="26138" cy="26138"/>
            </a:xfrm>
            <a:custGeom>
              <a:avLst/>
              <a:gdLst>
                <a:gd name="connsiteX0" fmla="*/ 26138 w 26138"/>
                <a:gd name="connsiteY0" fmla="*/ 13069 h 26138"/>
                <a:gd name="connsiteX1" fmla="*/ 13069 w 26138"/>
                <a:gd name="connsiteY1" fmla="*/ 26138 h 26138"/>
                <a:gd name="connsiteX2" fmla="*/ 0 w 26138"/>
                <a:gd name="connsiteY2" fmla="*/ 13069 h 26138"/>
                <a:gd name="connsiteX3" fmla="*/ 13069 w 26138"/>
                <a:gd name="connsiteY3" fmla="*/ 0 h 26138"/>
                <a:gd name="connsiteX4" fmla="*/ 26138 w 26138"/>
                <a:gd name="connsiteY4" fmla="*/ 13069 h 2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38" h="26138">
                  <a:moveTo>
                    <a:pt x="26138" y="13069"/>
                  </a:moveTo>
                  <a:cubicBezTo>
                    <a:pt x="26138" y="20294"/>
                    <a:pt x="20294" y="26138"/>
                    <a:pt x="13069" y="26138"/>
                  </a:cubicBezTo>
                  <a:cubicBezTo>
                    <a:pt x="5845" y="26138"/>
                    <a:pt x="0" y="20294"/>
                    <a:pt x="0" y="13069"/>
                  </a:cubicBezTo>
                  <a:cubicBezTo>
                    <a:pt x="0" y="5845"/>
                    <a:pt x="5845" y="0"/>
                    <a:pt x="13069" y="0"/>
                  </a:cubicBezTo>
                  <a:cubicBezTo>
                    <a:pt x="20294" y="0"/>
                    <a:pt x="26138" y="5845"/>
                    <a:pt x="26138" y="1306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97">
              <a:extLst>
                <a:ext uri="{FF2B5EF4-FFF2-40B4-BE49-F238E27FC236}">
                  <a16:creationId xmlns:a16="http://schemas.microsoft.com/office/drawing/2014/main" id="{ADE30B50-D83E-82DA-497A-9BDDD7708109}"/>
                </a:ext>
              </a:extLst>
            </p:cNvPr>
            <p:cNvSpPr/>
            <p:nvPr/>
          </p:nvSpPr>
          <p:spPr>
            <a:xfrm rot="10800000">
              <a:off x="16694975" y="9649013"/>
              <a:ext cx="85396" cy="85396"/>
            </a:xfrm>
            <a:custGeom>
              <a:avLst/>
              <a:gdLst>
                <a:gd name="connsiteX0" fmla="*/ 42698 w 85396"/>
                <a:gd name="connsiteY0" fmla="*/ 85396 h 85396"/>
                <a:gd name="connsiteX1" fmla="*/ 0 w 85396"/>
                <a:gd name="connsiteY1" fmla="*/ 42698 h 85396"/>
                <a:gd name="connsiteX2" fmla="*/ 42698 w 85396"/>
                <a:gd name="connsiteY2" fmla="*/ 0 h 85396"/>
                <a:gd name="connsiteX3" fmla="*/ 85396 w 85396"/>
                <a:gd name="connsiteY3" fmla="*/ 42698 h 85396"/>
                <a:gd name="connsiteX4" fmla="*/ 42698 w 85396"/>
                <a:gd name="connsiteY4" fmla="*/ 85396 h 85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396" h="85396">
                  <a:moveTo>
                    <a:pt x="42698" y="85396"/>
                  </a:moveTo>
                  <a:cubicBezTo>
                    <a:pt x="19157" y="85396"/>
                    <a:pt x="0" y="66320"/>
                    <a:pt x="0" y="42698"/>
                  </a:cubicBezTo>
                  <a:cubicBezTo>
                    <a:pt x="0" y="19157"/>
                    <a:pt x="19076" y="0"/>
                    <a:pt x="42698" y="0"/>
                  </a:cubicBezTo>
                  <a:cubicBezTo>
                    <a:pt x="66320" y="0"/>
                    <a:pt x="85396" y="19076"/>
                    <a:pt x="85396" y="42698"/>
                  </a:cubicBezTo>
                  <a:cubicBezTo>
                    <a:pt x="85396" y="66320"/>
                    <a:pt x="66320" y="85396"/>
                    <a:pt x="42698" y="8539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98">
              <a:extLst>
                <a:ext uri="{FF2B5EF4-FFF2-40B4-BE49-F238E27FC236}">
                  <a16:creationId xmlns:a16="http://schemas.microsoft.com/office/drawing/2014/main" id="{A3B201C5-595A-0DE8-7B29-456600D58A92}"/>
                </a:ext>
              </a:extLst>
            </p:cNvPr>
            <p:cNvSpPr/>
            <p:nvPr/>
          </p:nvSpPr>
          <p:spPr>
            <a:xfrm rot="10800000">
              <a:off x="15943944" y="9978098"/>
              <a:ext cx="217873" cy="217873"/>
            </a:xfrm>
            <a:custGeom>
              <a:avLst/>
              <a:gdLst>
                <a:gd name="connsiteX0" fmla="*/ 108937 w 217873"/>
                <a:gd name="connsiteY0" fmla="*/ 217874 h 217873"/>
                <a:gd name="connsiteX1" fmla="*/ 0 w 217873"/>
                <a:gd name="connsiteY1" fmla="*/ 108937 h 217873"/>
                <a:gd name="connsiteX2" fmla="*/ 108937 w 217873"/>
                <a:gd name="connsiteY2" fmla="*/ 0 h 217873"/>
                <a:gd name="connsiteX3" fmla="*/ 217874 w 217873"/>
                <a:gd name="connsiteY3" fmla="*/ 108937 h 217873"/>
                <a:gd name="connsiteX4" fmla="*/ 108937 w 217873"/>
                <a:gd name="connsiteY4" fmla="*/ 217874 h 21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873" h="217873">
                  <a:moveTo>
                    <a:pt x="108937" y="217874"/>
                  </a:moveTo>
                  <a:cubicBezTo>
                    <a:pt x="48786" y="217874"/>
                    <a:pt x="0" y="169088"/>
                    <a:pt x="0" y="108937"/>
                  </a:cubicBezTo>
                  <a:cubicBezTo>
                    <a:pt x="0" y="48786"/>
                    <a:pt x="48786" y="0"/>
                    <a:pt x="108937" y="0"/>
                  </a:cubicBezTo>
                  <a:cubicBezTo>
                    <a:pt x="169087" y="0"/>
                    <a:pt x="217874" y="48786"/>
                    <a:pt x="217874" y="108937"/>
                  </a:cubicBezTo>
                  <a:cubicBezTo>
                    <a:pt x="217874" y="169088"/>
                    <a:pt x="169087" y="217874"/>
                    <a:pt x="108937" y="21787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99">
              <a:extLst>
                <a:ext uri="{FF2B5EF4-FFF2-40B4-BE49-F238E27FC236}">
                  <a16:creationId xmlns:a16="http://schemas.microsoft.com/office/drawing/2014/main" id="{EE5B3C3D-5B67-8C92-A8B4-A5136CDAE7E7}"/>
                </a:ext>
              </a:extLst>
            </p:cNvPr>
            <p:cNvSpPr/>
            <p:nvPr/>
          </p:nvSpPr>
          <p:spPr>
            <a:xfrm rot="10800000">
              <a:off x="14617464" y="10021283"/>
              <a:ext cx="131665" cy="131665"/>
            </a:xfrm>
            <a:custGeom>
              <a:avLst/>
              <a:gdLst>
                <a:gd name="connsiteX0" fmla="*/ 65833 w 131665"/>
                <a:gd name="connsiteY0" fmla="*/ 131666 h 131665"/>
                <a:gd name="connsiteX1" fmla="*/ 0 w 131665"/>
                <a:gd name="connsiteY1" fmla="*/ 65833 h 131665"/>
                <a:gd name="connsiteX2" fmla="*/ 65833 w 131665"/>
                <a:gd name="connsiteY2" fmla="*/ 0 h 131665"/>
                <a:gd name="connsiteX3" fmla="*/ 131666 w 131665"/>
                <a:gd name="connsiteY3" fmla="*/ 65833 h 131665"/>
                <a:gd name="connsiteX4" fmla="*/ 65833 w 131665"/>
                <a:gd name="connsiteY4" fmla="*/ 131666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665" h="131665">
                  <a:moveTo>
                    <a:pt x="65833" y="131666"/>
                  </a:moveTo>
                  <a:cubicBezTo>
                    <a:pt x="29467" y="131666"/>
                    <a:pt x="0" y="102199"/>
                    <a:pt x="0" y="65833"/>
                  </a:cubicBezTo>
                  <a:cubicBezTo>
                    <a:pt x="0" y="29467"/>
                    <a:pt x="29467" y="0"/>
                    <a:pt x="65833" y="0"/>
                  </a:cubicBezTo>
                  <a:cubicBezTo>
                    <a:pt x="102199" y="0"/>
                    <a:pt x="131666" y="29467"/>
                    <a:pt x="131666" y="65833"/>
                  </a:cubicBezTo>
                  <a:cubicBezTo>
                    <a:pt x="131666" y="102199"/>
                    <a:pt x="102199" y="131666"/>
                    <a:pt x="65833" y="13166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100">
              <a:extLst>
                <a:ext uri="{FF2B5EF4-FFF2-40B4-BE49-F238E27FC236}">
                  <a16:creationId xmlns:a16="http://schemas.microsoft.com/office/drawing/2014/main" id="{DA59A1DD-EDAD-356A-CCF0-3646010A8C05}"/>
                </a:ext>
              </a:extLst>
            </p:cNvPr>
            <p:cNvSpPr/>
            <p:nvPr/>
          </p:nvSpPr>
          <p:spPr>
            <a:xfrm rot="10800000">
              <a:off x="13923580" y="9616787"/>
              <a:ext cx="149848" cy="149849"/>
            </a:xfrm>
            <a:custGeom>
              <a:avLst/>
              <a:gdLst>
                <a:gd name="connsiteX0" fmla="*/ 74924 w 149848"/>
                <a:gd name="connsiteY0" fmla="*/ 0 h 149849"/>
                <a:gd name="connsiteX1" fmla="*/ 149849 w 149848"/>
                <a:gd name="connsiteY1" fmla="*/ 74925 h 149849"/>
                <a:gd name="connsiteX2" fmla="*/ 74924 w 149848"/>
                <a:gd name="connsiteY2" fmla="*/ 149849 h 149849"/>
                <a:gd name="connsiteX3" fmla="*/ 0 w 149848"/>
                <a:gd name="connsiteY3" fmla="*/ 74925 h 149849"/>
                <a:gd name="connsiteX4" fmla="*/ 74924 w 149848"/>
                <a:gd name="connsiteY4" fmla="*/ 0 h 14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848" h="149849">
                  <a:moveTo>
                    <a:pt x="74924" y="0"/>
                  </a:moveTo>
                  <a:cubicBezTo>
                    <a:pt x="116323" y="0"/>
                    <a:pt x="149849" y="33525"/>
                    <a:pt x="149849" y="74925"/>
                  </a:cubicBezTo>
                  <a:cubicBezTo>
                    <a:pt x="149849" y="116324"/>
                    <a:pt x="116323" y="149849"/>
                    <a:pt x="74924" y="149849"/>
                  </a:cubicBezTo>
                  <a:cubicBezTo>
                    <a:pt x="33525" y="149849"/>
                    <a:pt x="0" y="116324"/>
                    <a:pt x="0" y="74925"/>
                  </a:cubicBezTo>
                  <a:cubicBezTo>
                    <a:pt x="0" y="33525"/>
                    <a:pt x="33525" y="0"/>
                    <a:pt x="74924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101">
              <a:extLst>
                <a:ext uri="{FF2B5EF4-FFF2-40B4-BE49-F238E27FC236}">
                  <a16:creationId xmlns:a16="http://schemas.microsoft.com/office/drawing/2014/main" id="{A09168FD-E052-8940-343E-78DF141ACBB8}"/>
                </a:ext>
              </a:extLst>
            </p:cNvPr>
            <p:cNvSpPr/>
            <p:nvPr/>
          </p:nvSpPr>
          <p:spPr>
            <a:xfrm rot="10800000">
              <a:off x="13228072" y="10001394"/>
              <a:ext cx="171279" cy="171279"/>
            </a:xfrm>
            <a:custGeom>
              <a:avLst/>
              <a:gdLst>
                <a:gd name="connsiteX0" fmla="*/ 171279 w 171279"/>
                <a:gd name="connsiteY0" fmla="*/ 85640 h 171279"/>
                <a:gd name="connsiteX1" fmla="*/ 85640 w 171279"/>
                <a:gd name="connsiteY1" fmla="*/ 171279 h 171279"/>
                <a:gd name="connsiteX2" fmla="*/ 0 w 171279"/>
                <a:gd name="connsiteY2" fmla="*/ 85640 h 171279"/>
                <a:gd name="connsiteX3" fmla="*/ 85640 w 171279"/>
                <a:gd name="connsiteY3" fmla="*/ 0 h 171279"/>
                <a:gd name="connsiteX4" fmla="*/ 171279 w 171279"/>
                <a:gd name="connsiteY4" fmla="*/ 85640 h 171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279" h="171279">
                  <a:moveTo>
                    <a:pt x="171279" y="85640"/>
                  </a:moveTo>
                  <a:cubicBezTo>
                    <a:pt x="171279" y="132965"/>
                    <a:pt x="132883" y="171279"/>
                    <a:pt x="85640" y="171279"/>
                  </a:cubicBezTo>
                  <a:cubicBezTo>
                    <a:pt x="38396" y="171279"/>
                    <a:pt x="0" y="132883"/>
                    <a:pt x="0" y="85640"/>
                  </a:cubicBezTo>
                  <a:cubicBezTo>
                    <a:pt x="0" y="38315"/>
                    <a:pt x="38396" y="0"/>
                    <a:pt x="85640" y="0"/>
                  </a:cubicBezTo>
                  <a:cubicBezTo>
                    <a:pt x="132965" y="0"/>
                    <a:pt x="171279" y="38396"/>
                    <a:pt x="171279" y="8564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102">
              <a:extLst>
                <a:ext uri="{FF2B5EF4-FFF2-40B4-BE49-F238E27FC236}">
                  <a16:creationId xmlns:a16="http://schemas.microsoft.com/office/drawing/2014/main" id="{6606A678-DAE7-B561-0EC3-FA571ADB9C0F}"/>
                </a:ext>
              </a:extLst>
            </p:cNvPr>
            <p:cNvSpPr/>
            <p:nvPr/>
          </p:nvSpPr>
          <p:spPr>
            <a:xfrm rot="10800000">
              <a:off x="17322782" y="3844433"/>
              <a:ext cx="956728" cy="1938621"/>
            </a:xfrm>
            <a:custGeom>
              <a:avLst/>
              <a:gdLst>
                <a:gd name="connsiteX0" fmla="*/ 119084 w 956728"/>
                <a:gd name="connsiteY0" fmla="*/ 1937566 h 1938621"/>
                <a:gd name="connsiteX1" fmla="*/ 117298 w 956728"/>
                <a:gd name="connsiteY1" fmla="*/ 1938621 h 1938621"/>
                <a:gd name="connsiteX2" fmla="*/ 0 w 956728"/>
                <a:gd name="connsiteY2" fmla="*/ 1870841 h 1938621"/>
                <a:gd name="connsiteX3" fmla="*/ 0 w 956728"/>
                <a:gd name="connsiteY3" fmla="*/ 1862479 h 1938621"/>
                <a:gd name="connsiteX4" fmla="*/ 117298 w 956728"/>
                <a:gd name="connsiteY4" fmla="*/ 1930179 h 1938621"/>
                <a:gd name="connsiteX5" fmla="*/ 949423 w 956728"/>
                <a:gd name="connsiteY5" fmla="*/ 1449705 h 1938621"/>
                <a:gd name="connsiteX6" fmla="*/ 949423 w 956728"/>
                <a:gd name="connsiteY6" fmla="*/ 488836 h 1938621"/>
                <a:gd name="connsiteX7" fmla="*/ 117298 w 956728"/>
                <a:gd name="connsiteY7" fmla="*/ 8361 h 1938621"/>
                <a:gd name="connsiteX8" fmla="*/ 0 w 956728"/>
                <a:gd name="connsiteY8" fmla="*/ 76061 h 1938621"/>
                <a:gd name="connsiteX9" fmla="*/ 0 w 956728"/>
                <a:gd name="connsiteY9" fmla="*/ 67700 h 1938621"/>
                <a:gd name="connsiteX10" fmla="*/ 115512 w 956728"/>
                <a:gd name="connsiteY10" fmla="*/ 974 h 1938621"/>
                <a:gd name="connsiteX11" fmla="*/ 117298 w 956728"/>
                <a:gd name="connsiteY11" fmla="*/ 0 h 1938621"/>
                <a:gd name="connsiteX12" fmla="*/ 954861 w 956728"/>
                <a:gd name="connsiteY12" fmla="*/ 483560 h 1938621"/>
                <a:gd name="connsiteX13" fmla="*/ 956729 w 956728"/>
                <a:gd name="connsiteY13" fmla="*/ 484615 h 1938621"/>
                <a:gd name="connsiteX14" fmla="*/ 956729 w 956728"/>
                <a:gd name="connsiteY14" fmla="*/ 1453926 h 1938621"/>
                <a:gd name="connsiteX15" fmla="*/ 119084 w 956728"/>
                <a:gd name="connsiteY15" fmla="*/ 1937566 h 193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6728" h="1938621">
                  <a:moveTo>
                    <a:pt x="119084" y="1937566"/>
                  </a:moveTo>
                  <a:lnTo>
                    <a:pt x="117298" y="1938621"/>
                  </a:lnTo>
                  <a:lnTo>
                    <a:pt x="0" y="1870841"/>
                  </a:lnTo>
                  <a:lnTo>
                    <a:pt x="0" y="1862479"/>
                  </a:lnTo>
                  <a:lnTo>
                    <a:pt x="117298" y="1930179"/>
                  </a:lnTo>
                  <a:lnTo>
                    <a:pt x="949423" y="1449705"/>
                  </a:lnTo>
                  <a:lnTo>
                    <a:pt x="949423" y="488836"/>
                  </a:lnTo>
                  <a:lnTo>
                    <a:pt x="117298" y="8361"/>
                  </a:lnTo>
                  <a:lnTo>
                    <a:pt x="0" y="76061"/>
                  </a:lnTo>
                  <a:lnTo>
                    <a:pt x="0" y="67700"/>
                  </a:lnTo>
                  <a:lnTo>
                    <a:pt x="115512" y="974"/>
                  </a:lnTo>
                  <a:lnTo>
                    <a:pt x="117298" y="0"/>
                  </a:lnTo>
                  <a:lnTo>
                    <a:pt x="954861" y="483560"/>
                  </a:lnTo>
                  <a:lnTo>
                    <a:pt x="956729" y="484615"/>
                  </a:lnTo>
                  <a:lnTo>
                    <a:pt x="956729" y="1453926"/>
                  </a:lnTo>
                  <a:lnTo>
                    <a:pt x="119084" y="193756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103">
              <a:extLst>
                <a:ext uri="{FF2B5EF4-FFF2-40B4-BE49-F238E27FC236}">
                  <a16:creationId xmlns:a16="http://schemas.microsoft.com/office/drawing/2014/main" id="{BEDEF290-973D-9286-925C-BB3494507DE5}"/>
                </a:ext>
              </a:extLst>
            </p:cNvPr>
            <p:cNvSpPr/>
            <p:nvPr/>
          </p:nvSpPr>
          <p:spPr>
            <a:xfrm rot="10800000">
              <a:off x="18158560" y="5706994"/>
              <a:ext cx="120950" cy="1108931"/>
            </a:xfrm>
            <a:custGeom>
              <a:avLst/>
              <a:gdLst>
                <a:gd name="connsiteX0" fmla="*/ 0 w 120950"/>
                <a:gd name="connsiteY0" fmla="*/ 1108932 h 1108931"/>
                <a:gd name="connsiteX1" fmla="*/ 0 w 120950"/>
                <a:gd name="connsiteY1" fmla="*/ 1100571 h 1108931"/>
                <a:gd name="connsiteX2" fmla="*/ 113645 w 120950"/>
                <a:gd name="connsiteY2" fmla="*/ 1034900 h 1108931"/>
                <a:gd name="connsiteX3" fmla="*/ 113645 w 120950"/>
                <a:gd name="connsiteY3" fmla="*/ 74032 h 1108931"/>
                <a:gd name="connsiteX4" fmla="*/ 0 w 120950"/>
                <a:gd name="connsiteY4" fmla="*/ 8361 h 1108931"/>
                <a:gd name="connsiteX5" fmla="*/ 0 w 120950"/>
                <a:gd name="connsiteY5" fmla="*/ 0 h 1108931"/>
                <a:gd name="connsiteX6" fmla="*/ 119084 w 120950"/>
                <a:gd name="connsiteY6" fmla="*/ 68755 h 1108931"/>
                <a:gd name="connsiteX7" fmla="*/ 120951 w 120950"/>
                <a:gd name="connsiteY7" fmla="*/ 69811 h 1108931"/>
                <a:gd name="connsiteX8" fmla="*/ 120951 w 120950"/>
                <a:gd name="connsiteY8" fmla="*/ 1039121 h 1108931"/>
                <a:gd name="connsiteX9" fmla="*/ 0 w 120950"/>
                <a:gd name="connsiteY9" fmla="*/ 1108932 h 110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950" h="1108931">
                  <a:moveTo>
                    <a:pt x="0" y="1108932"/>
                  </a:moveTo>
                  <a:lnTo>
                    <a:pt x="0" y="1100571"/>
                  </a:lnTo>
                  <a:lnTo>
                    <a:pt x="113645" y="1034900"/>
                  </a:lnTo>
                  <a:lnTo>
                    <a:pt x="113645" y="74032"/>
                  </a:lnTo>
                  <a:lnTo>
                    <a:pt x="0" y="8361"/>
                  </a:lnTo>
                  <a:lnTo>
                    <a:pt x="0" y="0"/>
                  </a:lnTo>
                  <a:lnTo>
                    <a:pt x="119084" y="68755"/>
                  </a:lnTo>
                  <a:lnTo>
                    <a:pt x="120951" y="69811"/>
                  </a:lnTo>
                  <a:lnTo>
                    <a:pt x="120951" y="1039121"/>
                  </a:lnTo>
                  <a:lnTo>
                    <a:pt x="0" y="1108932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104">
              <a:extLst>
                <a:ext uri="{FF2B5EF4-FFF2-40B4-BE49-F238E27FC236}">
                  <a16:creationId xmlns:a16="http://schemas.microsoft.com/office/drawing/2014/main" id="{27F9830F-F395-ADF4-E9D3-FC83013224F3}"/>
                </a:ext>
              </a:extLst>
            </p:cNvPr>
            <p:cNvSpPr/>
            <p:nvPr/>
          </p:nvSpPr>
          <p:spPr>
            <a:xfrm rot="10800000">
              <a:off x="16487004" y="5292108"/>
              <a:ext cx="1678780" cy="1938702"/>
            </a:xfrm>
            <a:custGeom>
              <a:avLst/>
              <a:gdLst>
                <a:gd name="connsiteX0" fmla="*/ 1676994 w 1678780"/>
                <a:gd name="connsiteY0" fmla="*/ 483641 h 1938702"/>
                <a:gd name="connsiteX1" fmla="*/ 1678780 w 1678780"/>
                <a:gd name="connsiteY1" fmla="*/ 484696 h 1938702"/>
                <a:gd name="connsiteX2" fmla="*/ 1678780 w 1678780"/>
                <a:gd name="connsiteY2" fmla="*/ 1454007 h 1938702"/>
                <a:gd name="connsiteX3" fmla="*/ 841135 w 1678780"/>
                <a:gd name="connsiteY3" fmla="*/ 1937647 h 1938702"/>
                <a:gd name="connsiteX4" fmla="*/ 839350 w 1678780"/>
                <a:gd name="connsiteY4" fmla="*/ 1938703 h 1938702"/>
                <a:gd name="connsiteX5" fmla="*/ 1786 w 1678780"/>
                <a:gd name="connsiteY5" fmla="*/ 1455062 h 1938702"/>
                <a:gd name="connsiteX6" fmla="*/ 0 w 1678780"/>
                <a:gd name="connsiteY6" fmla="*/ 1454007 h 1938702"/>
                <a:gd name="connsiteX7" fmla="*/ 0 w 1678780"/>
                <a:gd name="connsiteY7" fmla="*/ 484696 h 1938702"/>
                <a:gd name="connsiteX8" fmla="*/ 837564 w 1678780"/>
                <a:gd name="connsiteY8" fmla="*/ 1055 h 1938702"/>
                <a:gd name="connsiteX9" fmla="*/ 839350 w 1678780"/>
                <a:gd name="connsiteY9" fmla="*/ 0 h 1938702"/>
                <a:gd name="connsiteX10" fmla="*/ 1676994 w 1678780"/>
                <a:gd name="connsiteY10" fmla="*/ 483641 h 1938702"/>
                <a:gd name="connsiteX11" fmla="*/ 7225 w 1678780"/>
                <a:gd name="connsiteY11" fmla="*/ 1449785 h 1938702"/>
                <a:gd name="connsiteX12" fmla="*/ 839350 w 1678780"/>
                <a:gd name="connsiteY12" fmla="*/ 1930260 h 1938702"/>
                <a:gd name="connsiteX13" fmla="*/ 1671556 w 1678780"/>
                <a:gd name="connsiteY13" fmla="*/ 1449785 h 1938702"/>
                <a:gd name="connsiteX14" fmla="*/ 1671556 w 1678780"/>
                <a:gd name="connsiteY14" fmla="*/ 488836 h 1938702"/>
                <a:gd name="connsiteX15" fmla="*/ 839350 w 1678780"/>
                <a:gd name="connsiteY15" fmla="*/ 8361 h 1938702"/>
                <a:gd name="connsiteX16" fmla="*/ 7225 w 1678780"/>
                <a:gd name="connsiteY16" fmla="*/ 488836 h 1938702"/>
                <a:gd name="connsiteX17" fmla="*/ 7225 w 1678780"/>
                <a:gd name="connsiteY17" fmla="*/ 1449785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780" h="1938702">
                  <a:moveTo>
                    <a:pt x="1676994" y="483641"/>
                  </a:moveTo>
                  <a:lnTo>
                    <a:pt x="1678780" y="484696"/>
                  </a:lnTo>
                  <a:lnTo>
                    <a:pt x="1678780" y="1454007"/>
                  </a:lnTo>
                  <a:cubicBezTo>
                    <a:pt x="1678780" y="1454007"/>
                    <a:pt x="841135" y="1937647"/>
                    <a:pt x="841135" y="1937647"/>
                  </a:cubicBezTo>
                  <a:lnTo>
                    <a:pt x="839350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564" y="1055"/>
                    <a:pt x="837564" y="1055"/>
                  </a:cubicBezTo>
                  <a:lnTo>
                    <a:pt x="839350" y="0"/>
                  </a:lnTo>
                  <a:lnTo>
                    <a:pt x="1676994" y="483641"/>
                  </a:lnTo>
                  <a:close/>
                  <a:moveTo>
                    <a:pt x="7225" y="1449785"/>
                  </a:moveTo>
                  <a:lnTo>
                    <a:pt x="839350" y="1930260"/>
                  </a:lnTo>
                  <a:lnTo>
                    <a:pt x="1671556" y="1449785"/>
                  </a:lnTo>
                  <a:lnTo>
                    <a:pt x="1671556" y="488836"/>
                  </a:lnTo>
                  <a:cubicBezTo>
                    <a:pt x="1671556" y="488836"/>
                    <a:pt x="839350" y="8361"/>
                    <a:pt x="839350" y="8361"/>
                  </a:cubicBezTo>
                  <a:lnTo>
                    <a:pt x="7225" y="488836"/>
                  </a:lnTo>
                  <a:lnTo>
                    <a:pt x="7225" y="144978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: фигура 105">
              <a:extLst>
                <a:ext uri="{FF2B5EF4-FFF2-40B4-BE49-F238E27FC236}">
                  <a16:creationId xmlns:a16="http://schemas.microsoft.com/office/drawing/2014/main" id="{781E9254-7B09-A665-4910-9775BD4C7B0F}"/>
                </a:ext>
              </a:extLst>
            </p:cNvPr>
            <p:cNvSpPr/>
            <p:nvPr/>
          </p:nvSpPr>
          <p:spPr>
            <a:xfrm rot="10800000">
              <a:off x="14815368" y="5292108"/>
              <a:ext cx="1678861" cy="1938702"/>
            </a:xfrm>
            <a:custGeom>
              <a:avLst/>
              <a:gdLst>
                <a:gd name="connsiteX0" fmla="*/ 1677076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7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6 w 1678861"/>
                <a:gd name="connsiteY10" fmla="*/ 483641 h 1938702"/>
                <a:gd name="connsiteX11" fmla="*/ 7225 w 1678861"/>
                <a:gd name="connsiteY11" fmla="*/ 1449785 h 1938702"/>
                <a:gd name="connsiteX12" fmla="*/ 839431 w 1678861"/>
                <a:gd name="connsiteY12" fmla="*/ 1930260 h 1938702"/>
                <a:gd name="connsiteX13" fmla="*/ 1671637 w 1678861"/>
                <a:gd name="connsiteY13" fmla="*/ 1449785 h 1938702"/>
                <a:gd name="connsiteX14" fmla="*/ 1671637 w 1678861"/>
                <a:gd name="connsiteY14" fmla="*/ 488836 h 1938702"/>
                <a:gd name="connsiteX15" fmla="*/ 839431 w 1678861"/>
                <a:gd name="connsiteY15" fmla="*/ 8361 h 1938702"/>
                <a:gd name="connsiteX16" fmla="*/ 7225 w 1678861"/>
                <a:gd name="connsiteY16" fmla="*/ 488836 h 1938702"/>
                <a:gd name="connsiteX17" fmla="*/ 7225 w 1678861"/>
                <a:gd name="connsiteY17" fmla="*/ 1449785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6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7" y="1937647"/>
                    <a:pt x="841217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6" y="483641"/>
                  </a:lnTo>
                  <a:close/>
                  <a:moveTo>
                    <a:pt x="7225" y="1449785"/>
                  </a:moveTo>
                  <a:lnTo>
                    <a:pt x="839431" y="1930260"/>
                  </a:lnTo>
                  <a:lnTo>
                    <a:pt x="1671637" y="1449785"/>
                  </a:lnTo>
                  <a:lnTo>
                    <a:pt x="1671637" y="488836"/>
                  </a:lnTo>
                  <a:cubicBezTo>
                    <a:pt x="1671637" y="488836"/>
                    <a:pt x="839431" y="8361"/>
                    <a:pt x="839431" y="8361"/>
                  </a:cubicBezTo>
                  <a:lnTo>
                    <a:pt x="7225" y="488836"/>
                  </a:lnTo>
                  <a:lnTo>
                    <a:pt x="7225" y="144978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: фигура 106">
              <a:extLst>
                <a:ext uri="{FF2B5EF4-FFF2-40B4-BE49-F238E27FC236}">
                  <a16:creationId xmlns:a16="http://schemas.microsoft.com/office/drawing/2014/main" id="{026372F7-90A2-2DE4-491D-07FDA7540374}"/>
                </a:ext>
              </a:extLst>
            </p:cNvPr>
            <p:cNvSpPr/>
            <p:nvPr/>
          </p:nvSpPr>
          <p:spPr>
            <a:xfrm rot="10800000">
              <a:off x="13143731" y="5292108"/>
              <a:ext cx="1678861" cy="1938702"/>
            </a:xfrm>
            <a:custGeom>
              <a:avLst/>
              <a:gdLst>
                <a:gd name="connsiteX0" fmla="*/ 1677076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7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6 w 1678861"/>
                <a:gd name="connsiteY10" fmla="*/ 483641 h 1938702"/>
                <a:gd name="connsiteX11" fmla="*/ 7225 w 1678861"/>
                <a:gd name="connsiteY11" fmla="*/ 1449785 h 1938702"/>
                <a:gd name="connsiteX12" fmla="*/ 839431 w 1678861"/>
                <a:gd name="connsiteY12" fmla="*/ 1930260 h 1938702"/>
                <a:gd name="connsiteX13" fmla="*/ 1671637 w 1678861"/>
                <a:gd name="connsiteY13" fmla="*/ 1449785 h 1938702"/>
                <a:gd name="connsiteX14" fmla="*/ 1671637 w 1678861"/>
                <a:gd name="connsiteY14" fmla="*/ 488836 h 1938702"/>
                <a:gd name="connsiteX15" fmla="*/ 839431 w 1678861"/>
                <a:gd name="connsiteY15" fmla="*/ 8361 h 1938702"/>
                <a:gd name="connsiteX16" fmla="*/ 7225 w 1678861"/>
                <a:gd name="connsiteY16" fmla="*/ 488836 h 1938702"/>
                <a:gd name="connsiteX17" fmla="*/ 7225 w 1678861"/>
                <a:gd name="connsiteY17" fmla="*/ 1449785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6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7" y="1937647"/>
                    <a:pt x="841217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6" y="483641"/>
                  </a:lnTo>
                  <a:close/>
                  <a:moveTo>
                    <a:pt x="7225" y="1449785"/>
                  </a:moveTo>
                  <a:lnTo>
                    <a:pt x="839431" y="1930260"/>
                  </a:lnTo>
                  <a:lnTo>
                    <a:pt x="1671637" y="1449785"/>
                  </a:lnTo>
                  <a:lnTo>
                    <a:pt x="1671637" y="488836"/>
                  </a:lnTo>
                  <a:cubicBezTo>
                    <a:pt x="1671637" y="488836"/>
                    <a:pt x="839431" y="8361"/>
                    <a:pt x="839431" y="8361"/>
                  </a:cubicBezTo>
                  <a:lnTo>
                    <a:pt x="7225" y="488836"/>
                  </a:lnTo>
                  <a:lnTo>
                    <a:pt x="7225" y="144978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107">
              <a:extLst>
                <a:ext uri="{FF2B5EF4-FFF2-40B4-BE49-F238E27FC236}">
                  <a16:creationId xmlns:a16="http://schemas.microsoft.com/office/drawing/2014/main" id="{3EA9F793-8A96-8E08-92AD-15F0A30CF010}"/>
                </a:ext>
              </a:extLst>
            </p:cNvPr>
            <p:cNvSpPr/>
            <p:nvPr/>
          </p:nvSpPr>
          <p:spPr>
            <a:xfrm rot="10800000">
              <a:off x="17322782" y="6739783"/>
              <a:ext cx="956728" cy="1938621"/>
            </a:xfrm>
            <a:custGeom>
              <a:avLst/>
              <a:gdLst>
                <a:gd name="connsiteX0" fmla="*/ 119084 w 956728"/>
                <a:gd name="connsiteY0" fmla="*/ 1937566 h 1938621"/>
                <a:gd name="connsiteX1" fmla="*/ 117298 w 956728"/>
                <a:gd name="connsiteY1" fmla="*/ 1938621 h 1938621"/>
                <a:gd name="connsiteX2" fmla="*/ 0 w 956728"/>
                <a:gd name="connsiteY2" fmla="*/ 1870840 h 1938621"/>
                <a:gd name="connsiteX3" fmla="*/ 0 w 956728"/>
                <a:gd name="connsiteY3" fmla="*/ 1862479 h 1938621"/>
                <a:gd name="connsiteX4" fmla="*/ 117298 w 956728"/>
                <a:gd name="connsiteY4" fmla="*/ 1930179 h 1938621"/>
                <a:gd name="connsiteX5" fmla="*/ 949423 w 956728"/>
                <a:gd name="connsiteY5" fmla="*/ 1449704 h 1938621"/>
                <a:gd name="connsiteX6" fmla="*/ 949423 w 956728"/>
                <a:gd name="connsiteY6" fmla="*/ 488836 h 1938621"/>
                <a:gd name="connsiteX7" fmla="*/ 117298 w 956728"/>
                <a:gd name="connsiteY7" fmla="*/ 8361 h 1938621"/>
                <a:gd name="connsiteX8" fmla="*/ 0 w 956728"/>
                <a:gd name="connsiteY8" fmla="*/ 76061 h 1938621"/>
                <a:gd name="connsiteX9" fmla="*/ 0 w 956728"/>
                <a:gd name="connsiteY9" fmla="*/ 67700 h 1938621"/>
                <a:gd name="connsiteX10" fmla="*/ 115512 w 956728"/>
                <a:gd name="connsiteY10" fmla="*/ 974 h 1938621"/>
                <a:gd name="connsiteX11" fmla="*/ 117298 w 956728"/>
                <a:gd name="connsiteY11" fmla="*/ 0 h 1938621"/>
                <a:gd name="connsiteX12" fmla="*/ 954861 w 956728"/>
                <a:gd name="connsiteY12" fmla="*/ 483559 h 1938621"/>
                <a:gd name="connsiteX13" fmla="*/ 956729 w 956728"/>
                <a:gd name="connsiteY13" fmla="*/ 484615 h 1938621"/>
                <a:gd name="connsiteX14" fmla="*/ 956729 w 956728"/>
                <a:gd name="connsiteY14" fmla="*/ 1453925 h 1938621"/>
                <a:gd name="connsiteX15" fmla="*/ 119084 w 956728"/>
                <a:gd name="connsiteY15" fmla="*/ 1937566 h 193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6728" h="1938621">
                  <a:moveTo>
                    <a:pt x="119084" y="1937566"/>
                  </a:moveTo>
                  <a:lnTo>
                    <a:pt x="117298" y="1938621"/>
                  </a:lnTo>
                  <a:lnTo>
                    <a:pt x="0" y="1870840"/>
                  </a:lnTo>
                  <a:lnTo>
                    <a:pt x="0" y="1862479"/>
                  </a:lnTo>
                  <a:lnTo>
                    <a:pt x="117298" y="1930179"/>
                  </a:lnTo>
                  <a:lnTo>
                    <a:pt x="949423" y="1449704"/>
                  </a:lnTo>
                  <a:lnTo>
                    <a:pt x="949423" y="488836"/>
                  </a:lnTo>
                  <a:lnTo>
                    <a:pt x="117298" y="8361"/>
                  </a:lnTo>
                  <a:lnTo>
                    <a:pt x="0" y="76061"/>
                  </a:lnTo>
                  <a:lnTo>
                    <a:pt x="0" y="67700"/>
                  </a:lnTo>
                  <a:lnTo>
                    <a:pt x="115512" y="974"/>
                  </a:lnTo>
                  <a:lnTo>
                    <a:pt x="117298" y="0"/>
                  </a:lnTo>
                  <a:lnTo>
                    <a:pt x="954861" y="483559"/>
                  </a:lnTo>
                  <a:lnTo>
                    <a:pt x="956729" y="484615"/>
                  </a:lnTo>
                  <a:lnTo>
                    <a:pt x="956729" y="1453925"/>
                  </a:lnTo>
                  <a:lnTo>
                    <a:pt x="119084" y="193756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Полилиния: фигура 108">
              <a:extLst>
                <a:ext uri="{FF2B5EF4-FFF2-40B4-BE49-F238E27FC236}">
                  <a16:creationId xmlns:a16="http://schemas.microsoft.com/office/drawing/2014/main" id="{2ADABF19-7BDB-276A-5F5B-42D86DAC2969}"/>
                </a:ext>
              </a:extLst>
            </p:cNvPr>
            <p:cNvSpPr/>
            <p:nvPr/>
          </p:nvSpPr>
          <p:spPr>
            <a:xfrm rot="10800000">
              <a:off x="15651227" y="6739783"/>
              <a:ext cx="1678861" cy="1938702"/>
            </a:xfrm>
            <a:custGeom>
              <a:avLst/>
              <a:gdLst>
                <a:gd name="connsiteX0" fmla="*/ 1677075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6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5 w 1678861"/>
                <a:gd name="connsiteY10" fmla="*/ 483641 h 1938702"/>
                <a:gd name="connsiteX11" fmla="*/ 7306 w 1678861"/>
                <a:gd name="connsiteY11" fmla="*/ 1449786 h 1938702"/>
                <a:gd name="connsiteX12" fmla="*/ 839512 w 1678861"/>
                <a:gd name="connsiteY12" fmla="*/ 1930260 h 1938702"/>
                <a:gd name="connsiteX13" fmla="*/ 1671718 w 1678861"/>
                <a:gd name="connsiteY13" fmla="*/ 1449786 h 1938702"/>
                <a:gd name="connsiteX14" fmla="*/ 1671718 w 1678861"/>
                <a:gd name="connsiteY14" fmla="*/ 488836 h 1938702"/>
                <a:gd name="connsiteX15" fmla="*/ 839512 w 1678861"/>
                <a:gd name="connsiteY15" fmla="*/ 8361 h 1938702"/>
                <a:gd name="connsiteX16" fmla="*/ 7306 w 1678861"/>
                <a:gd name="connsiteY16" fmla="*/ 488836 h 1938702"/>
                <a:gd name="connsiteX17" fmla="*/ 7306 w 1678861"/>
                <a:gd name="connsiteY17" fmla="*/ 1449786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5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6" y="1937647"/>
                    <a:pt x="841216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5" y="483641"/>
                  </a:lnTo>
                  <a:close/>
                  <a:moveTo>
                    <a:pt x="7306" y="1449786"/>
                  </a:moveTo>
                  <a:lnTo>
                    <a:pt x="839512" y="1930260"/>
                  </a:lnTo>
                  <a:lnTo>
                    <a:pt x="1671718" y="1449786"/>
                  </a:lnTo>
                  <a:lnTo>
                    <a:pt x="1671718" y="488836"/>
                  </a:lnTo>
                  <a:cubicBezTo>
                    <a:pt x="1671718" y="488836"/>
                    <a:pt x="839512" y="8361"/>
                    <a:pt x="839512" y="8361"/>
                  </a:cubicBezTo>
                  <a:lnTo>
                    <a:pt x="7306" y="488836"/>
                  </a:lnTo>
                  <a:lnTo>
                    <a:pt x="7306" y="14497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: фигура 109">
              <a:extLst>
                <a:ext uri="{FF2B5EF4-FFF2-40B4-BE49-F238E27FC236}">
                  <a16:creationId xmlns:a16="http://schemas.microsoft.com/office/drawing/2014/main" id="{43C752AC-9103-41C6-4C02-9C0CF22E0C4C}"/>
                </a:ext>
              </a:extLst>
            </p:cNvPr>
            <p:cNvSpPr/>
            <p:nvPr/>
          </p:nvSpPr>
          <p:spPr>
            <a:xfrm rot="10800000">
              <a:off x="13979590" y="6739783"/>
              <a:ext cx="1678861" cy="1938702"/>
            </a:xfrm>
            <a:custGeom>
              <a:avLst/>
              <a:gdLst>
                <a:gd name="connsiteX0" fmla="*/ 1677075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6 w 1678861"/>
                <a:gd name="connsiteY3" fmla="*/ 1937647 h 1938702"/>
                <a:gd name="connsiteX4" fmla="*/ 839430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0 w 1678861"/>
                <a:gd name="connsiteY9" fmla="*/ 0 h 1938702"/>
                <a:gd name="connsiteX10" fmla="*/ 1677075 w 1678861"/>
                <a:gd name="connsiteY10" fmla="*/ 483641 h 1938702"/>
                <a:gd name="connsiteX11" fmla="*/ 7306 w 1678861"/>
                <a:gd name="connsiteY11" fmla="*/ 1449786 h 1938702"/>
                <a:gd name="connsiteX12" fmla="*/ 839512 w 1678861"/>
                <a:gd name="connsiteY12" fmla="*/ 1930260 h 1938702"/>
                <a:gd name="connsiteX13" fmla="*/ 1671718 w 1678861"/>
                <a:gd name="connsiteY13" fmla="*/ 1449786 h 1938702"/>
                <a:gd name="connsiteX14" fmla="*/ 1671718 w 1678861"/>
                <a:gd name="connsiteY14" fmla="*/ 488836 h 1938702"/>
                <a:gd name="connsiteX15" fmla="*/ 839512 w 1678861"/>
                <a:gd name="connsiteY15" fmla="*/ 8361 h 1938702"/>
                <a:gd name="connsiteX16" fmla="*/ 7306 w 1678861"/>
                <a:gd name="connsiteY16" fmla="*/ 488836 h 1938702"/>
                <a:gd name="connsiteX17" fmla="*/ 7306 w 1678861"/>
                <a:gd name="connsiteY17" fmla="*/ 1449786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5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6" y="1937647"/>
                    <a:pt x="841216" y="1937647"/>
                  </a:cubicBezTo>
                  <a:lnTo>
                    <a:pt x="839430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0" y="0"/>
                  </a:lnTo>
                  <a:lnTo>
                    <a:pt x="1677075" y="483641"/>
                  </a:lnTo>
                  <a:close/>
                  <a:moveTo>
                    <a:pt x="7306" y="1449786"/>
                  </a:moveTo>
                  <a:lnTo>
                    <a:pt x="839512" y="1930260"/>
                  </a:lnTo>
                  <a:lnTo>
                    <a:pt x="1671718" y="1449786"/>
                  </a:lnTo>
                  <a:lnTo>
                    <a:pt x="1671718" y="488836"/>
                  </a:lnTo>
                  <a:cubicBezTo>
                    <a:pt x="1671718" y="488836"/>
                    <a:pt x="839512" y="8361"/>
                    <a:pt x="839512" y="8361"/>
                  </a:cubicBezTo>
                  <a:lnTo>
                    <a:pt x="7306" y="488836"/>
                  </a:lnTo>
                  <a:lnTo>
                    <a:pt x="7306" y="14497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: фигура 110">
              <a:extLst>
                <a:ext uri="{FF2B5EF4-FFF2-40B4-BE49-F238E27FC236}">
                  <a16:creationId xmlns:a16="http://schemas.microsoft.com/office/drawing/2014/main" id="{C6EAC97F-1D84-9BD3-A67F-ADCBC2B75524}"/>
                </a:ext>
              </a:extLst>
            </p:cNvPr>
            <p:cNvSpPr/>
            <p:nvPr/>
          </p:nvSpPr>
          <p:spPr>
            <a:xfrm rot="10800000">
              <a:off x="18158560" y="8602344"/>
              <a:ext cx="120950" cy="1108931"/>
            </a:xfrm>
            <a:custGeom>
              <a:avLst/>
              <a:gdLst>
                <a:gd name="connsiteX0" fmla="*/ 0 w 120950"/>
                <a:gd name="connsiteY0" fmla="*/ 1108932 h 1108931"/>
                <a:gd name="connsiteX1" fmla="*/ 0 w 120950"/>
                <a:gd name="connsiteY1" fmla="*/ 1100571 h 1108931"/>
                <a:gd name="connsiteX2" fmla="*/ 113645 w 120950"/>
                <a:gd name="connsiteY2" fmla="*/ 1034900 h 1108931"/>
                <a:gd name="connsiteX3" fmla="*/ 113645 w 120950"/>
                <a:gd name="connsiteY3" fmla="*/ 74032 h 1108931"/>
                <a:gd name="connsiteX4" fmla="*/ 0 w 120950"/>
                <a:gd name="connsiteY4" fmla="*/ 8361 h 1108931"/>
                <a:gd name="connsiteX5" fmla="*/ 0 w 120950"/>
                <a:gd name="connsiteY5" fmla="*/ 0 h 1108931"/>
                <a:gd name="connsiteX6" fmla="*/ 119084 w 120950"/>
                <a:gd name="connsiteY6" fmla="*/ 68755 h 1108931"/>
                <a:gd name="connsiteX7" fmla="*/ 120951 w 120950"/>
                <a:gd name="connsiteY7" fmla="*/ 69811 h 1108931"/>
                <a:gd name="connsiteX8" fmla="*/ 120951 w 120950"/>
                <a:gd name="connsiteY8" fmla="*/ 1039121 h 1108931"/>
                <a:gd name="connsiteX9" fmla="*/ 0 w 120950"/>
                <a:gd name="connsiteY9" fmla="*/ 1108932 h 110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950" h="1108931">
                  <a:moveTo>
                    <a:pt x="0" y="1108932"/>
                  </a:moveTo>
                  <a:lnTo>
                    <a:pt x="0" y="1100571"/>
                  </a:lnTo>
                  <a:lnTo>
                    <a:pt x="113645" y="1034900"/>
                  </a:lnTo>
                  <a:lnTo>
                    <a:pt x="113645" y="74032"/>
                  </a:lnTo>
                  <a:lnTo>
                    <a:pt x="0" y="8361"/>
                  </a:lnTo>
                  <a:lnTo>
                    <a:pt x="0" y="0"/>
                  </a:lnTo>
                  <a:lnTo>
                    <a:pt x="119084" y="68755"/>
                  </a:lnTo>
                  <a:lnTo>
                    <a:pt x="120951" y="69811"/>
                  </a:lnTo>
                  <a:lnTo>
                    <a:pt x="120951" y="1039121"/>
                  </a:lnTo>
                  <a:lnTo>
                    <a:pt x="0" y="1108932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: фигура 111">
              <a:extLst>
                <a:ext uri="{FF2B5EF4-FFF2-40B4-BE49-F238E27FC236}">
                  <a16:creationId xmlns:a16="http://schemas.microsoft.com/office/drawing/2014/main" id="{54645C7B-01CC-F222-C33D-4F9F0AC4885C}"/>
                </a:ext>
              </a:extLst>
            </p:cNvPr>
            <p:cNvSpPr/>
            <p:nvPr/>
          </p:nvSpPr>
          <p:spPr>
            <a:xfrm rot="10800000">
              <a:off x="16487004" y="8187458"/>
              <a:ext cx="1678780" cy="1938702"/>
            </a:xfrm>
            <a:custGeom>
              <a:avLst/>
              <a:gdLst>
                <a:gd name="connsiteX0" fmla="*/ 1676994 w 1678780"/>
                <a:gd name="connsiteY0" fmla="*/ 483641 h 1938702"/>
                <a:gd name="connsiteX1" fmla="*/ 1678780 w 1678780"/>
                <a:gd name="connsiteY1" fmla="*/ 484696 h 1938702"/>
                <a:gd name="connsiteX2" fmla="*/ 1678780 w 1678780"/>
                <a:gd name="connsiteY2" fmla="*/ 1454007 h 1938702"/>
                <a:gd name="connsiteX3" fmla="*/ 841135 w 1678780"/>
                <a:gd name="connsiteY3" fmla="*/ 1937647 h 1938702"/>
                <a:gd name="connsiteX4" fmla="*/ 839350 w 1678780"/>
                <a:gd name="connsiteY4" fmla="*/ 1938703 h 1938702"/>
                <a:gd name="connsiteX5" fmla="*/ 1786 w 1678780"/>
                <a:gd name="connsiteY5" fmla="*/ 1455062 h 1938702"/>
                <a:gd name="connsiteX6" fmla="*/ 0 w 1678780"/>
                <a:gd name="connsiteY6" fmla="*/ 1454007 h 1938702"/>
                <a:gd name="connsiteX7" fmla="*/ 0 w 1678780"/>
                <a:gd name="connsiteY7" fmla="*/ 484696 h 1938702"/>
                <a:gd name="connsiteX8" fmla="*/ 837564 w 1678780"/>
                <a:gd name="connsiteY8" fmla="*/ 1055 h 1938702"/>
                <a:gd name="connsiteX9" fmla="*/ 839350 w 1678780"/>
                <a:gd name="connsiteY9" fmla="*/ 0 h 1938702"/>
                <a:gd name="connsiteX10" fmla="*/ 1676994 w 1678780"/>
                <a:gd name="connsiteY10" fmla="*/ 483641 h 1938702"/>
                <a:gd name="connsiteX11" fmla="*/ 7225 w 1678780"/>
                <a:gd name="connsiteY11" fmla="*/ 1449786 h 1938702"/>
                <a:gd name="connsiteX12" fmla="*/ 839350 w 1678780"/>
                <a:gd name="connsiteY12" fmla="*/ 1930260 h 1938702"/>
                <a:gd name="connsiteX13" fmla="*/ 1671556 w 1678780"/>
                <a:gd name="connsiteY13" fmla="*/ 1449786 h 1938702"/>
                <a:gd name="connsiteX14" fmla="*/ 1671556 w 1678780"/>
                <a:gd name="connsiteY14" fmla="*/ 488836 h 1938702"/>
                <a:gd name="connsiteX15" fmla="*/ 839350 w 1678780"/>
                <a:gd name="connsiteY15" fmla="*/ 8361 h 1938702"/>
                <a:gd name="connsiteX16" fmla="*/ 7225 w 1678780"/>
                <a:gd name="connsiteY16" fmla="*/ 488917 h 1938702"/>
                <a:gd name="connsiteX17" fmla="*/ 7225 w 1678780"/>
                <a:gd name="connsiteY17" fmla="*/ 1449867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780" h="1938702">
                  <a:moveTo>
                    <a:pt x="1676994" y="483641"/>
                  </a:moveTo>
                  <a:lnTo>
                    <a:pt x="1678780" y="484696"/>
                  </a:lnTo>
                  <a:lnTo>
                    <a:pt x="1678780" y="1454007"/>
                  </a:lnTo>
                  <a:cubicBezTo>
                    <a:pt x="1678780" y="1454007"/>
                    <a:pt x="841135" y="1937647"/>
                    <a:pt x="841135" y="1937647"/>
                  </a:cubicBezTo>
                  <a:lnTo>
                    <a:pt x="839350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564" y="1055"/>
                    <a:pt x="837564" y="1055"/>
                  </a:cubicBezTo>
                  <a:lnTo>
                    <a:pt x="839350" y="0"/>
                  </a:lnTo>
                  <a:lnTo>
                    <a:pt x="1676994" y="483641"/>
                  </a:lnTo>
                  <a:close/>
                  <a:moveTo>
                    <a:pt x="7225" y="1449786"/>
                  </a:moveTo>
                  <a:lnTo>
                    <a:pt x="839350" y="1930260"/>
                  </a:lnTo>
                  <a:lnTo>
                    <a:pt x="1671556" y="1449786"/>
                  </a:lnTo>
                  <a:lnTo>
                    <a:pt x="1671556" y="488836"/>
                  </a:lnTo>
                  <a:cubicBezTo>
                    <a:pt x="1671556" y="488836"/>
                    <a:pt x="839350" y="8361"/>
                    <a:pt x="839350" y="8361"/>
                  </a:cubicBezTo>
                  <a:lnTo>
                    <a:pt x="7225" y="488917"/>
                  </a:lnTo>
                  <a:lnTo>
                    <a:pt x="7225" y="1449867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Полилиния: фигура 112">
              <a:extLst>
                <a:ext uri="{FF2B5EF4-FFF2-40B4-BE49-F238E27FC236}">
                  <a16:creationId xmlns:a16="http://schemas.microsoft.com/office/drawing/2014/main" id="{FFB9E56B-C9B7-F8DB-D689-FE80E4C2AA9F}"/>
                </a:ext>
              </a:extLst>
            </p:cNvPr>
            <p:cNvSpPr/>
            <p:nvPr/>
          </p:nvSpPr>
          <p:spPr>
            <a:xfrm rot="10800000">
              <a:off x="14815368" y="8187458"/>
              <a:ext cx="1678861" cy="1938702"/>
            </a:xfrm>
            <a:custGeom>
              <a:avLst/>
              <a:gdLst>
                <a:gd name="connsiteX0" fmla="*/ 1677076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7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6 w 1678861"/>
                <a:gd name="connsiteY10" fmla="*/ 483641 h 1938702"/>
                <a:gd name="connsiteX11" fmla="*/ 7225 w 1678861"/>
                <a:gd name="connsiteY11" fmla="*/ 1449786 h 1938702"/>
                <a:gd name="connsiteX12" fmla="*/ 839431 w 1678861"/>
                <a:gd name="connsiteY12" fmla="*/ 1930260 h 1938702"/>
                <a:gd name="connsiteX13" fmla="*/ 1671637 w 1678861"/>
                <a:gd name="connsiteY13" fmla="*/ 1449786 h 1938702"/>
                <a:gd name="connsiteX14" fmla="*/ 1671637 w 1678861"/>
                <a:gd name="connsiteY14" fmla="*/ 488836 h 1938702"/>
                <a:gd name="connsiteX15" fmla="*/ 839431 w 1678861"/>
                <a:gd name="connsiteY15" fmla="*/ 8361 h 1938702"/>
                <a:gd name="connsiteX16" fmla="*/ 7225 w 1678861"/>
                <a:gd name="connsiteY16" fmla="*/ 488836 h 1938702"/>
                <a:gd name="connsiteX17" fmla="*/ 7225 w 1678861"/>
                <a:gd name="connsiteY17" fmla="*/ 1449786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6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7" y="1937647"/>
                    <a:pt x="841217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6" y="483641"/>
                  </a:lnTo>
                  <a:close/>
                  <a:moveTo>
                    <a:pt x="7225" y="1449786"/>
                  </a:moveTo>
                  <a:lnTo>
                    <a:pt x="839431" y="1930260"/>
                  </a:lnTo>
                  <a:lnTo>
                    <a:pt x="1671637" y="1449786"/>
                  </a:lnTo>
                  <a:lnTo>
                    <a:pt x="1671637" y="488836"/>
                  </a:lnTo>
                  <a:cubicBezTo>
                    <a:pt x="1671637" y="488836"/>
                    <a:pt x="839431" y="8361"/>
                    <a:pt x="839431" y="8361"/>
                  </a:cubicBezTo>
                  <a:lnTo>
                    <a:pt x="7225" y="488836"/>
                  </a:lnTo>
                  <a:lnTo>
                    <a:pt x="7225" y="14497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Полилиния: фигура 113">
              <a:extLst>
                <a:ext uri="{FF2B5EF4-FFF2-40B4-BE49-F238E27FC236}">
                  <a16:creationId xmlns:a16="http://schemas.microsoft.com/office/drawing/2014/main" id="{00E20021-9735-7BAB-CFF5-9CCE5A9B8A77}"/>
                </a:ext>
              </a:extLst>
            </p:cNvPr>
            <p:cNvSpPr/>
            <p:nvPr/>
          </p:nvSpPr>
          <p:spPr>
            <a:xfrm rot="10800000">
              <a:off x="13143731" y="8187458"/>
              <a:ext cx="1678861" cy="1938702"/>
            </a:xfrm>
            <a:custGeom>
              <a:avLst/>
              <a:gdLst>
                <a:gd name="connsiteX0" fmla="*/ 1677076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7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6 w 1678861"/>
                <a:gd name="connsiteY10" fmla="*/ 483641 h 1938702"/>
                <a:gd name="connsiteX11" fmla="*/ 7225 w 1678861"/>
                <a:gd name="connsiteY11" fmla="*/ 1449786 h 1938702"/>
                <a:gd name="connsiteX12" fmla="*/ 839431 w 1678861"/>
                <a:gd name="connsiteY12" fmla="*/ 1930260 h 1938702"/>
                <a:gd name="connsiteX13" fmla="*/ 1671637 w 1678861"/>
                <a:gd name="connsiteY13" fmla="*/ 1449786 h 1938702"/>
                <a:gd name="connsiteX14" fmla="*/ 1671637 w 1678861"/>
                <a:gd name="connsiteY14" fmla="*/ 488836 h 1938702"/>
                <a:gd name="connsiteX15" fmla="*/ 839431 w 1678861"/>
                <a:gd name="connsiteY15" fmla="*/ 8361 h 1938702"/>
                <a:gd name="connsiteX16" fmla="*/ 7225 w 1678861"/>
                <a:gd name="connsiteY16" fmla="*/ 488836 h 1938702"/>
                <a:gd name="connsiteX17" fmla="*/ 7225 w 1678861"/>
                <a:gd name="connsiteY17" fmla="*/ 1449786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6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7" y="1937647"/>
                    <a:pt x="841217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6" y="483641"/>
                  </a:lnTo>
                  <a:close/>
                  <a:moveTo>
                    <a:pt x="7225" y="1449786"/>
                  </a:moveTo>
                  <a:lnTo>
                    <a:pt x="839431" y="1930260"/>
                  </a:lnTo>
                  <a:lnTo>
                    <a:pt x="1671637" y="1449786"/>
                  </a:lnTo>
                  <a:lnTo>
                    <a:pt x="1671637" y="488836"/>
                  </a:lnTo>
                  <a:cubicBezTo>
                    <a:pt x="1671637" y="488836"/>
                    <a:pt x="839431" y="8361"/>
                    <a:pt x="839431" y="8361"/>
                  </a:cubicBezTo>
                  <a:lnTo>
                    <a:pt x="7225" y="488836"/>
                  </a:lnTo>
                  <a:lnTo>
                    <a:pt x="7225" y="14497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: фигура 114">
              <a:extLst>
                <a:ext uri="{FF2B5EF4-FFF2-40B4-BE49-F238E27FC236}">
                  <a16:creationId xmlns:a16="http://schemas.microsoft.com/office/drawing/2014/main" id="{DC784825-3901-ECAB-6D09-8570A05D635D}"/>
                </a:ext>
              </a:extLst>
            </p:cNvPr>
            <p:cNvSpPr/>
            <p:nvPr/>
          </p:nvSpPr>
          <p:spPr>
            <a:xfrm rot="10800000">
              <a:off x="17322782" y="9635133"/>
              <a:ext cx="956728" cy="767590"/>
            </a:xfrm>
            <a:custGeom>
              <a:avLst/>
              <a:gdLst>
                <a:gd name="connsiteX0" fmla="*/ 119084 w 956728"/>
                <a:gd name="connsiteY0" fmla="*/ 766536 h 767590"/>
                <a:gd name="connsiteX1" fmla="*/ 117298 w 956728"/>
                <a:gd name="connsiteY1" fmla="*/ 767591 h 767590"/>
                <a:gd name="connsiteX2" fmla="*/ 0 w 956728"/>
                <a:gd name="connsiteY2" fmla="*/ 699810 h 767590"/>
                <a:gd name="connsiteX3" fmla="*/ 0 w 956728"/>
                <a:gd name="connsiteY3" fmla="*/ 691449 h 767590"/>
                <a:gd name="connsiteX4" fmla="*/ 117298 w 956728"/>
                <a:gd name="connsiteY4" fmla="*/ 759149 h 767590"/>
                <a:gd name="connsiteX5" fmla="*/ 949423 w 956728"/>
                <a:gd name="connsiteY5" fmla="*/ 278674 h 767590"/>
                <a:gd name="connsiteX6" fmla="*/ 949423 w 956728"/>
                <a:gd name="connsiteY6" fmla="*/ 0 h 767590"/>
                <a:gd name="connsiteX7" fmla="*/ 956729 w 956728"/>
                <a:gd name="connsiteY7" fmla="*/ 0 h 767590"/>
                <a:gd name="connsiteX8" fmla="*/ 956729 w 956728"/>
                <a:gd name="connsiteY8" fmla="*/ 282895 h 767590"/>
                <a:gd name="connsiteX9" fmla="*/ 119084 w 956728"/>
                <a:gd name="connsiteY9" fmla="*/ 766536 h 76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728" h="767590">
                  <a:moveTo>
                    <a:pt x="119084" y="766536"/>
                  </a:moveTo>
                  <a:lnTo>
                    <a:pt x="117298" y="767591"/>
                  </a:lnTo>
                  <a:lnTo>
                    <a:pt x="0" y="699810"/>
                  </a:lnTo>
                  <a:lnTo>
                    <a:pt x="0" y="691449"/>
                  </a:lnTo>
                  <a:lnTo>
                    <a:pt x="117298" y="759149"/>
                  </a:lnTo>
                  <a:lnTo>
                    <a:pt x="949423" y="278674"/>
                  </a:lnTo>
                  <a:lnTo>
                    <a:pt x="949423" y="0"/>
                  </a:lnTo>
                  <a:lnTo>
                    <a:pt x="956729" y="0"/>
                  </a:lnTo>
                  <a:lnTo>
                    <a:pt x="956729" y="282895"/>
                  </a:lnTo>
                  <a:lnTo>
                    <a:pt x="119084" y="76653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: фигура 115">
              <a:extLst>
                <a:ext uri="{FF2B5EF4-FFF2-40B4-BE49-F238E27FC236}">
                  <a16:creationId xmlns:a16="http://schemas.microsoft.com/office/drawing/2014/main" id="{72711B9A-A9D7-309C-AEA7-5C64182AE852}"/>
                </a:ext>
              </a:extLst>
            </p:cNvPr>
            <p:cNvSpPr/>
            <p:nvPr/>
          </p:nvSpPr>
          <p:spPr>
            <a:xfrm rot="10800000">
              <a:off x="15651146" y="9635133"/>
              <a:ext cx="1678942" cy="767590"/>
            </a:xfrm>
            <a:custGeom>
              <a:avLst/>
              <a:gdLst>
                <a:gd name="connsiteX0" fmla="*/ 7306 w 1678942"/>
                <a:gd name="connsiteY0" fmla="*/ 0 h 767590"/>
                <a:gd name="connsiteX1" fmla="*/ 7306 w 1678942"/>
                <a:gd name="connsiteY1" fmla="*/ 278674 h 767590"/>
                <a:gd name="connsiteX2" fmla="*/ 839512 w 1678942"/>
                <a:gd name="connsiteY2" fmla="*/ 759149 h 767590"/>
                <a:gd name="connsiteX3" fmla="*/ 1671637 w 1678942"/>
                <a:gd name="connsiteY3" fmla="*/ 278674 h 767590"/>
                <a:gd name="connsiteX4" fmla="*/ 1671637 w 1678942"/>
                <a:gd name="connsiteY4" fmla="*/ 0 h 767590"/>
                <a:gd name="connsiteX5" fmla="*/ 1678943 w 1678942"/>
                <a:gd name="connsiteY5" fmla="*/ 0 h 767590"/>
                <a:gd name="connsiteX6" fmla="*/ 1678943 w 1678942"/>
                <a:gd name="connsiteY6" fmla="*/ 282895 h 767590"/>
                <a:gd name="connsiteX7" fmla="*/ 841298 w 1678942"/>
                <a:gd name="connsiteY7" fmla="*/ 766536 h 767590"/>
                <a:gd name="connsiteX8" fmla="*/ 839512 w 1678942"/>
                <a:gd name="connsiteY8" fmla="*/ 767591 h 767590"/>
                <a:gd name="connsiteX9" fmla="*/ 1867 w 1678942"/>
                <a:gd name="connsiteY9" fmla="*/ 283950 h 767590"/>
                <a:gd name="connsiteX10" fmla="*/ 0 w 1678942"/>
                <a:gd name="connsiteY10" fmla="*/ 282895 h 767590"/>
                <a:gd name="connsiteX11" fmla="*/ 0 w 1678942"/>
                <a:gd name="connsiteY11" fmla="*/ 0 h 767590"/>
                <a:gd name="connsiteX12" fmla="*/ 7306 w 1678942"/>
                <a:gd name="connsiteY12" fmla="*/ 0 h 76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8942" h="767590">
                  <a:moveTo>
                    <a:pt x="7306" y="0"/>
                  </a:moveTo>
                  <a:lnTo>
                    <a:pt x="7306" y="278674"/>
                  </a:lnTo>
                  <a:lnTo>
                    <a:pt x="839512" y="759149"/>
                  </a:lnTo>
                  <a:lnTo>
                    <a:pt x="1671637" y="278674"/>
                  </a:lnTo>
                  <a:lnTo>
                    <a:pt x="1671637" y="0"/>
                  </a:lnTo>
                  <a:lnTo>
                    <a:pt x="1678943" y="0"/>
                  </a:lnTo>
                  <a:lnTo>
                    <a:pt x="1678943" y="282895"/>
                  </a:lnTo>
                  <a:lnTo>
                    <a:pt x="841298" y="766536"/>
                  </a:lnTo>
                  <a:lnTo>
                    <a:pt x="839512" y="767591"/>
                  </a:lnTo>
                  <a:lnTo>
                    <a:pt x="1867" y="283950"/>
                  </a:lnTo>
                  <a:lnTo>
                    <a:pt x="0" y="282895"/>
                  </a:lnTo>
                  <a:lnTo>
                    <a:pt x="0" y="0"/>
                  </a:lnTo>
                  <a:lnTo>
                    <a:pt x="730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: фигура 116">
              <a:extLst>
                <a:ext uri="{FF2B5EF4-FFF2-40B4-BE49-F238E27FC236}">
                  <a16:creationId xmlns:a16="http://schemas.microsoft.com/office/drawing/2014/main" id="{3D887CA6-757C-E31D-4888-EF7BDFB09CF0}"/>
                </a:ext>
              </a:extLst>
            </p:cNvPr>
            <p:cNvSpPr/>
            <p:nvPr/>
          </p:nvSpPr>
          <p:spPr>
            <a:xfrm rot="10800000">
              <a:off x="13979509" y="9635133"/>
              <a:ext cx="1678942" cy="767590"/>
            </a:xfrm>
            <a:custGeom>
              <a:avLst/>
              <a:gdLst>
                <a:gd name="connsiteX0" fmla="*/ 7306 w 1678942"/>
                <a:gd name="connsiteY0" fmla="*/ 0 h 767590"/>
                <a:gd name="connsiteX1" fmla="*/ 7306 w 1678942"/>
                <a:gd name="connsiteY1" fmla="*/ 278674 h 767590"/>
                <a:gd name="connsiteX2" fmla="*/ 839512 w 1678942"/>
                <a:gd name="connsiteY2" fmla="*/ 759149 h 767590"/>
                <a:gd name="connsiteX3" fmla="*/ 1671637 w 1678942"/>
                <a:gd name="connsiteY3" fmla="*/ 278674 h 767590"/>
                <a:gd name="connsiteX4" fmla="*/ 1671637 w 1678942"/>
                <a:gd name="connsiteY4" fmla="*/ 0 h 767590"/>
                <a:gd name="connsiteX5" fmla="*/ 1678942 w 1678942"/>
                <a:gd name="connsiteY5" fmla="*/ 0 h 767590"/>
                <a:gd name="connsiteX6" fmla="*/ 1678942 w 1678942"/>
                <a:gd name="connsiteY6" fmla="*/ 282895 h 767590"/>
                <a:gd name="connsiteX7" fmla="*/ 841298 w 1678942"/>
                <a:gd name="connsiteY7" fmla="*/ 766536 h 767590"/>
                <a:gd name="connsiteX8" fmla="*/ 839512 w 1678942"/>
                <a:gd name="connsiteY8" fmla="*/ 767591 h 767590"/>
                <a:gd name="connsiteX9" fmla="*/ 1867 w 1678942"/>
                <a:gd name="connsiteY9" fmla="*/ 283950 h 767590"/>
                <a:gd name="connsiteX10" fmla="*/ 0 w 1678942"/>
                <a:gd name="connsiteY10" fmla="*/ 282895 h 767590"/>
                <a:gd name="connsiteX11" fmla="*/ 0 w 1678942"/>
                <a:gd name="connsiteY11" fmla="*/ 0 h 767590"/>
                <a:gd name="connsiteX12" fmla="*/ 7306 w 1678942"/>
                <a:gd name="connsiteY12" fmla="*/ 0 h 76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8942" h="767590">
                  <a:moveTo>
                    <a:pt x="7306" y="0"/>
                  </a:moveTo>
                  <a:lnTo>
                    <a:pt x="7306" y="278674"/>
                  </a:lnTo>
                  <a:lnTo>
                    <a:pt x="839512" y="759149"/>
                  </a:lnTo>
                  <a:lnTo>
                    <a:pt x="1671637" y="278674"/>
                  </a:lnTo>
                  <a:lnTo>
                    <a:pt x="1671637" y="0"/>
                  </a:lnTo>
                  <a:lnTo>
                    <a:pt x="1678942" y="0"/>
                  </a:lnTo>
                  <a:lnTo>
                    <a:pt x="1678942" y="282895"/>
                  </a:lnTo>
                  <a:lnTo>
                    <a:pt x="841298" y="766536"/>
                  </a:lnTo>
                  <a:lnTo>
                    <a:pt x="839512" y="767591"/>
                  </a:lnTo>
                  <a:lnTo>
                    <a:pt x="1867" y="283950"/>
                  </a:lnTo>
                  <a:lnTo>
                    <a:pt x="0" y="282895"/>
                  </a:lnTo>
                  <a:lnTo>
                    <a:pt x="0" y="0"/>
                  </a:lnTo>
                  <a:lnTo>
                    <a:pt x="730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: фигура 117">
              <a:extLst>
                <a:ext uri="{FF2B5EF4-FFF2-40B4-BE49-F238E27FC236}">
                  <a16:creationId xmlns:a16="http://schemas.microsoft.com/office/drawing/2014/main" id="{1EE662BA-2CA7-B62B-7BEE-3969C52CF0BC}"/>
                </a:ext>
              </a:extLst>
            </p:cNvPr>
            <p:cNvSpPr/>
            <p:nvPr/>
          </p:nvSpPr>
          <p:spPr>
            <a:xfrm rot="10800000">
              <a:off x="12307872" y="9635133"/>
              <a:ext cx="1678942" cy="767590"/>
            </a:xfrm>
            <a:custGeom>
              <a:avLst/>
              <a:gdLst>
                <a:gd name="connsiteX0" fmla="*/ 7305 w 1678942"/>
                <a:gd name="connsiteY0" fmla="*/ 0 h 767590"/>
                <a:gd name="connsiteX1" fmla="*/ 7305 w 1678942"/>
                <a:gd name="connsiteY1" fmla="*/ 278674 h 767590"/>
                <a:gd name="connsiteX2" fmla="*/ 839512 w 1678942"/>
                <a:gd name="connsiteY2" fmla="*/ 759149 h 767590"/>
                <a:gd name="connsiteX3" fmla="*/ 1671637 w 1678942"/>
                <a:gd name="connsiteY3" fmla="*/ 278674 h 767590"/>
                <a:gd name="connsiteX4" fmla="*/ 1671637 w 1678942"/>
                <a:gd name="connsiteY4" fmla="*/ 0 h 767590"/>
                <a:gd name="connsiteX5" fmla="*/ 1678943 w 1678942"/>
                <a:gd name="connsiteY5" fmla="*/ 0 h 767590"/>
                <a:gd name="connsiteX6" fmla="*/ 1678943 w 1678942"/>
                <a:gd name="connsiteY6" fmla="*/ 282895 h 767590"/>
                <a:gd name="connsiteX7" fmla="*/ 841298 w 1678942"/>
                <a:gd name="connsiteY7" fmla="*/ 766536 h 767590"/>
                <a:gd name="connsiteX8" fmla="*/ 839512 w 1678942"/>
                <a:gd name="connsiteY8" fmla="*/ 767591 h 767590"/>
                <a:gd name="connsiteX9" fmla="*/ 1867 w 1678942"/>
                <a:gd name="connsiteY9" fmla="*/ 283950 h 767590"/>
                <a:gd name="connsiteX10" fmla="*/ 0 w 1678942"/>
                <a:gd name="connsiteY10" fmla="*/ 282895 h 767590"/>
                <a:gd name="connsiteX11" fmla="*/ 0 w 1678942"/>
                <a:gd name="connsiteY11" fmla="*/ 0 h 767590"/>
                <a:gd name="connsiteX12" fmla="*/ 7305 w 1678942"/>
                <a:gd name="connsiteY12" fmla="*/ 0 h 76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8942" h="767590">
                  <a:moveTo>
                    <a:pt x="7305" y="0"/>
                  </a:moveTo>
                  <a:lnTo>
                    <a:pt x="7305" y="278674"/>
                  </a:lnTo>
                  <a:lnTo>
                    <a:pt x="839512" y="759149"/>
                  </a:lnTo>
                  <a:lnTo>
                    <a:pt x="1671637" y="278674"/>
                  </a:lnTo>
                  <a:lnTo>
                    <a:pt x="1671637" y="0"/>
                  </a:lnTo>
                  <a:lnTo>
                    <a:pt x="1678943" y="0"/>
                  </a:lnTo>
                  <a:lnTo>
                    <a:pt x="1678943" y="282895"/>
                  </a:lnTo>
                  <a:lnTo>
                    <a:pt x="841298" y="766536"/>
                  </a:lnTo>
                  <a:lnTo>
                    <a:pt x="839512" y="767591"/>
                  </a:lnTo>
                  <a:lnTo>
                    <a:pt x="1867" y="283950"/>
                  </a:lnTo>
                  <a:lnTo>
                    <a:pt x="0" y="282895"/>
                  </a:lnTo>
                  <a:lnTo>
                    <a:pt x="0" y="0"/>
                  </a:lnTo>
                  <a:lnTo>
                    <a:pt x="7305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: фигура 118">
              <a:extLst>
                <a:ext uri="{FF2B5EF4-FFF2-40B4-BE49-F238E27FC236}">
                  <a16:creationId xmlns:a16="http://schemas.microsoft.com/office/drawing/2014/main" id="{5725C090-B3EC-F8F1-0DF7-858E0C1A83E0}"/>
                </a:ext>
              </a:extLst>
            </p:cNvPr>
            <p:cNvSpPr/>
            <p:nvPr/>
          </p:nvSpPr>
          <p:spPr>
            <a:xfrm rot="10800000">
              <a:off x="18154176" y="1654738"/>
              <a:ext cx="125334" cy="1424377"/>
            </a:xfrm>
            <a:custGeom>
              <a:avLst/>
              <a:gdLst>
                <a:gd name="connsiteX0" fmla="*/ 0 w 125334"/>
                <a:gd name="connsiteY0" fmla="*/ 1424378 h 1424377"/>
                <a:gd name="connsiteX1" fmla="*/ 0 w 125334"/>
                <a:gd name="connsiteY1" fmla="*/ 1380706 h 1424377"/>
                <a:gd name="connsiteX2" fmla="*/ 87507 w 125334"/>
                <a:gd name="connsiteY2" fmla="*/ 1330214 h 1424377"/>
                <a:gd name="connsiteX3" fmla="*/ 87507 w 125334"/>
                <a:gd name="connsiteY3" fmla="*/ 94244 h 1424377"/>
                <a:gd name="connsiteX4" fmla="*/ 0 w 125334"/>
                <a:gd name="connsiteY4" fmla="*/ 43672 h 1424377"/>
                <a:gd name="connsiteX5" fmla="*/ 0 w 125334"/>
                <a:gd name="connsiteY5" fmla="*/ 0 h 1424377"/>
                <a:gd name="connsiteX6" fmla="*/ 125334 w 125334"/>
                <a:gd name="connsiteY6" fmla="*/ 72408 h 1424377"/>
                <a:gd name="connsiteX7" fmla="*/ 125334 w 125334"/>
                <a:gd name="connsiteY7" fmla="*/ 1352051 h 1424377"/>
                <a:gd name="connsiteX8" fmla="*/ 0 w 125334"/>
                <a:gd name="connsiteY8" fmla="*/ 1424378 h 142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334" h="1424377">
                  <a:moveTo>
                    <a:pt x="0" y="1424378"/>
                  </a:moveTo>
                  <a:lnTo>
                    <a:pt x="0" y="1380706"/>
                  </a:lnTo>
                  <a:lnTo>
                    <a:pt x="87507" y="1330214"/>
                  </a:lnTo>
                  <a:lnTo>
                    <a:pt x="87507" y="94244"/>
                  </a:lnTo>
                  <a:lnTo>
                    <a:pt x="0" y="43672"/>
                  </a:lnTo>
                  <a:lnTo>
                    <a:pt x="0" y="0"/>
                  </a:lnTo>
                  <a:lnTo>
                    <a:pt x="125334" y="72408"/>
                  </a:lnTo>
                  <a:lnTo>
                    <a:pt x="125334" y="1352051"/>
                  </a:lnTo>
                  <a:lnTo>
                    <a:pt x="0" y="142437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: фигура 119">
              <a:extLst>
                <a:ext uri="{FF2B5EF4-FFF2-40B4-BE49-F238E27FC236}">
                  <a16:creationId xmlns:a16="http://schemas.microsoft.com/office/drawing/2014/main" id="{95C26F16-42CC-F0AC-0AC6-EBCF7BBE1F6A}"/>
                </a:ext>
              </a:extLst>
            </p:cNvPr>
            <p:cNvSpPr/>
            <p:nvPr/>
          </p:nvSpPr>
          <p:spPr>
            <a:xfrm rot="10800000">
              <a:off x="15975602" y="1087243"/>
              <a:ext cx="2216402" cy="2559285"/>
            </a:xfrm>
            <a:custGeom>
              <a:avLst/>
              <a:gdLst>
                <a:gd name="connsiteX0" fmla="*/ 2216402 w 2216402"/>
                <a:gd name="connsiteY0" fmla="*/ 639821 h 2559285"/>
                <a:gd name="connsiteX1" fmla="*/ 2216402 w 2216402"/>
                <a:gd name="connsiteY1" fmla="*/ 1919464 h 2559285"/>
                <a:gd name="connsiteX2" fmla="*/ 1108201 w 2216402"/>
                <a:gd name="connsiteY2" fmla="*/ 2559285 h 2559285"/>
                <a:gd name="connsiteX3" fmla="*/ 0 w 2216402"/>
                <a:gd name="connsiteY3" fmla="*/ 1919464 h 2559285"/>
                <a:gd name="connsiteX4" fmla="*/ 0 w 2216402"/>
                <a:gd name="connsiteY4" fmla="*/ 639821 h 2559285"/>
                <a:gd name="connsiteX5" fmla="*/ 1108201 w 2216402"/>
                <a:gd name="connsiteY5" fmla="*/ 0 h 2559285"/>
                <a:gd name="connsiteX6" fmla="*/ 2216402 w 2216402"/>
                <a:gd name="connsiteY6" fmla="*/ 639821 h 2559285"/>
                <a:gd name="connsiteX7" fmla="*/ 37828 w 2216402"/>
                <a:gd name="connsiteY7" fmla="*/ 1897628 h 2559285"/>
                <a:gd name="connsiteX8" fmla="*/ 1108201 w 2216402"/>
                <a:gd name="connsiteY8" fmla="*/ 2515613 h 2559285"/>
                <a:gd name="connsiteX9" fmla="*/ 2178575 w 2216402"/>
                <a:gd name="connsiteY9" fmla="*/ 1897628 h 2559285"/>
                <a:gd name="connsiteX10" fmla="*/ 2178575 w 2216402"/>
                <a:gd name="connsiteY10" fmla="*/ 661658 h 2559285"/>
                <a:gd name="connsiteX11" fmla="*/ 1108201 w 2216402"/>
                <a:gd name="connsiteY11" fmla="*/ 43672 h 2559285"/>
                <a:gd name="connsiteX12" fmla="*/ 37828 w 2216402"/>
                <a:gd name="connsiteY12" fmla="*/ 661658 h 2559285"/>
                <a:gd name="connsiteX13" fmla="*/ 37828 w 2216402"/>
                <a:gd name="connsiteY13" fmla="*/ 1897628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6402" h="2559285">
                  <a:moveTo>
                    <a:pt x="2216402" y="639821"/>
                  </a:moveTo>
                  <a:lnTo>
                    <a:pt x="2216402" y="1919464"/>
                  </a:lnTo>
                  <a:cubicBezTo>
                    <a:pt x="2216402" y="1919464"/>
                    <a:pt x="1108201" y="2559285"/>
                    <a:pt x="1108201" y="2559285"/>
                  </a:cubicBezTo>
                  <a:lnTo>
                    <a:pt x="0" y="1919464"/>
                  </a:lnTo>
                  <a:lnTo>
                    <a:pt x="0" y="639821"/>
                  </a:lnTo>
                  <a:cubicBezTo>
                    <a:pt x="0" y="639821"/>
                    <a:pt x="1108201" y="0"/>
                    <a:pt x="1108201" y="0"/>
                  </a:cubicBezTo>
                  <a:lnTo>
                    <a:pt x="2216402" y="639821"/>
                  </a:lnTo>
                  <a:close/>
                  <a:moveTo>
                    <a:pt x="37828" y="1897628"/>
                  </a:moveTo>
                  <a:lnTo>
                    <a:pt x="1108201" y="2515613"/>
                  </a:lnTo>
                  <a:lnTo>
                    <a:pt x="2178575" y="1897628"/>
                  </a:lnTo>
                  <a:lnTo>
                    <a:pt x="2178575" y="661658"/>
                  </a:lnTo>
                  <a:cubicBezTo>
                    <a:pt x="2178575" y="661658"/>
                    <a:pt x="1108201" y="43672"/>
                    <a:pt x="1108201" y="43672"/>
                  </a:cubicBezTo>
                  <a:lnTo>
                    <a:pt x="37828" y="661658"/>
                  </a:lnTo>
                  <a:lnTo>
                    <a:pt x="37828" y="18976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: фигура 120">
              <a:extLst>
                <a:ext uri="{FF2B5EF4-FFF2-40B4-BE49-F238E27FC236}">
                  <a16:creationId xmlns:a16="http://schemas.microsoft.com/office/drawing/2014/main" id="{ABB248A6-9D31-D1F4-5B60-CB0BAD73C8BB}"/>
                </a:ext>
              </a:extLst>
            </p:cNvPr>
            <p:cNvSpPr/>
            <p:nvPr/>
          </p:nvSpPr>
          <p:spPr>
            <a:xfrm rot="10800000">
              <a:off x="17064889" y="2973993"/>
              <a:ext cx="1214621" cy="2559285"/>
            </a:xfrm>
            <a:custGeom>
              <a:avLst/>
              <a:gdLst>
                <a:gd name="connsiteX0" fmla="*/ 106420 w 1214621"/>
                <a:gd name="connsiteY0" fmla="*/ 2559286 h 2559285"/>
                <a:gd name="connsiteX1" fmla="*/ 0 w 1214621"/>
                <a:gd name="connsiteY1" fmla="*/ 2497836 h 2559285"/>
                <a:gd name="connsiteX2" fmla="*/ 0 w 1214621"/>
                <a:gd name="connsiteY2" fmla="*/ 2454164 h 2559285"/>
                <a:gd name="connsiteX3" fmla="*/ 106420 w 1214621"/>
                <a:gd name="connsiteY3" fmla="*/ 2515614 h 2559285"/>
                <a:gd name="connsiteX4" fmla="*/ 1176794 w 1214621"/>
                <a:gd name="connsiteY4" fmla="*/ 1897628 h 2559285"/>
                <a:gd name="connsiteX5" fmla="*/ 1176794 w 1214621"/>
                <a:gd name="connsiteY5" fmla="*/ 661658 h 2559285"/>
                <a:gd name="connsiteX6" fmla="*/ 106420 w 1214621"/>
                <a:gd name="connsiteY6" fmla="*/ 43672 h 2559285"/>
                <a:gd name="connsiteX7" fmla="*/ 0 w 1214621"/>
                <a:gd name="connsiteY7" fmla="*/ 105122 h 2559285"/>
                <a:gd name="connsiteX8" fmla="*/ 0 w 1214621"/>
                <a:gd name="connsiteY8" fmla="*/ 61450 h 2559285"/>
                <a:gd name="connsiteX9" fmla="*/ 106420 w 1214621"/>
                <a:gd name="connsiteY9" fmla="*/ 0 h 2559285"/>
                <a:gd name="connsiteX10" fmla="*/ 1214622 w 1214621"/>
                <a:gd name="connsiteY10" fmla="*/ 639821 h 2559285"/>
                <a:gd name="connsiteX11" fmla="*/ 1214622 w 1214621"/>
                <a:gd name="connsiteY11" fmla="*/ 1919464 h 2559285"/>
                <a:gd name="connsiteX12" fmla="*/ 106420 w 1214621"/>
                <a:gd name="connsiteY12" fmla="*/ 2559286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4621" h="2559285">
                  <a:moveTo>
                    <a:pt x="106420" y="2559286"/>
                  </a:moveTo>
                  <a:lnTo>
                    <a:pt x="0" y="2497836"/>
                  </a:lnTo>
                  <a:lnTo>
                    <a:pt x="0" y="2454164"/>
                  </a:lnTo>
                  <a:lnTo>
                    <a:pt x="106420" y="2515614"/>
                  </a:lnTo>
                  <a:lnTo>
                    <a:pt x="1176794" y="1897628"/>
                  </a:lnTo>
                  <a:lnTo>
                    <a:pt x="1176794" y="661658"/>
                  </a:lnTo>
                  <a:lnTo>
                    <a:pt x="106420" y="43672"/>
                  </a:lnTo>
                  <a:lnTo>
                    <a:pt x="0" y="105122"/>
                  </a:lnTo>
                  <a:lnTo>
                    <a:pt x="0" y="61450"/>
                  </a:lnTo>
                  <a:lnTo>
                    <a:pt x="106420" y="0"/>
                  </a:lnTo>
                  <a:lnTo>
                    <a:pt x="1214622" y="639821"/>
                  </a:lnTo>
                  <a:lnTo>
                    <a:pt x="1214622" y="1919464"/>
                  </a:lnTo>
                  <a:lnTo>
                    <a:pt x="106420" y="25592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: фигура 121">
              <a:extLst>
                <a:ext uri="{FF2B5EF4-FFF2-40B4-BE49-F238E27FC236}">
                  <a16:creationId xmlns:a16="http://schemas.microsoft.com/office/drawing/2014/main" id="{932ADFB2-4096-BF10-1E7E-D70DED1E7BF1}"/>
                </a:ext>
              </a:extLst>
            </p:cNvPr>
            <p:cNvSpPr/>
            <p:nvPr/>
          </p:nvSpPr>
          <p:spPr>
            <a:xfrm rot="10800000">
              <a:off x="14886233" y="2973993"/>
              <a:ext cx="2216402" cy="2559285"/>
            </a:xfrm>
            <a:custGeom>
              <a:avLst/>
              <a:gdLst>
                <a:gd name="connsiteX0" fmla="*/ 2216402 w 2216402"/>
                <a:gd name="connsiteY0" fmla="*/ 639821 h 2559285"/>
                <a:gd name="connsiteX1" fmla="*/ 2216402 w 2216402"/>
                <a:gd name="connsiteY1" fmla="*/ 1919464 h 2559285"/>
                <a:gd name="connsiteX2" fmla="*/ 1108201 w 2216402"/>
                <a:gd name="connsiteY2" fmla="*/ 2559286 h 2559285"/>
                <a:gd name="connsiteX3" fmla="*/ 0 w 2216402"/>
                <a:gd name="connsiteY3" fmla="*/ 1919464 h 2559285"/>
                <a:gd name="connsiteX4" fmla="*/ 0 w 2216402"/>
                <a:gd name="connsiteY4" fmla="*/ 639821 h 2559285"/>
                <a:gd name="connsiteX5" fmla="*/ 1108201 w 2216402"/>
                <a:gd name="connsiteY5" fmla="*/ 0 h 2559285"/>
                <a:gd name="connsiteX6" fmla="*/ 2216402 w 2216402"/>
                <a:gd name="connsiteY6" fmla="*/ 639821 h 2559285"/>
                <a:gd name="connsiteX7" fmla="*/ 37746 w 2216402"/>
                <a:gd name="connsiteY7" fmla="*/ 1897628 h 2559285"/>
                <a:gd name="connsiteX8" fmla="*/ 1108120 w 2216402"/>
                <a:gd name="connsiteY8" fmla="*/ 2515614 h 2559285"/>
                <a:gd name="connsiteX9" fmla="*/ 2178494 w 2216402"/>
                <a:gd name="connsiteY9" fmla="*/ 1897628 h 2559285"/>
                <a:gd name="connsiteX10" fmla="*/ 2178494 w 2216402"/>
                <a:gd name="connsiteY10" fmla="*/ 661658 h 2559285"/>
                <a:gd name="connsiteX11" fmla="*/ 1108120 w 2216402"/>
                <a:gd name="connsiteY11" fmla="*/ 43672 h 2559285"/>
                <a:gd name="connsiteX12" fmla="*/ 37746 w 2216402"/>
                <a:gd name="connsiteY12" fmla="*/ 661658 h 2559285"/>
                <a:gd name="connsiteX13" fmla="*/ 37746 w 2216402"/>
                <a:gd name="connsiteY13" fmla="*/ 1897628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6402" h="2559285">
                  <a:moveTo>
                    <a:pt x="2216402" y="639821"/>
                  </a:moveTo>
                  <a:lnTo>
                    <a:pt x="2216402" y="1919464"/>
                  </a:lnTo>
                  <a:cubicBezTo>
                    <a:pt x="2216402" y="1919464"/>
                    <a:pt x="1108201" y="2559286"/>
                    <a:pt x="1108201" y="2559286"/>
                  </a:cubicBezTo>
                  <a:lnTo>
                    <a:pt x="0" y="1919464"/>
                  </a:lnTo>
                  <a:lnTo>
                    <a:pt x="0" y="639821"/>
                  </a:lnTo>
                  <a:cubicBezTo>
                    <a:pt x="0" y="639821"/>
                    <a:pt x="1108201" y="0"/>
                    <a:pt x="1108201" y="0"/>
                  </a:cubicBezTo>
                  <a:lnTo>
                    <a:pt x="2216402" y="639821"/>
                  </a:lnTo>
                  <a:close/>
                  <a:moveTo>
                    <a:pt x="37746" y="1897628"/>
                  </a:moveTo>
                  <a:lnTo>
                    <a:pt x="1108120" y="2515614"/>
                  </a:lnTo>
                  <a:lnTo>
                    <a:pt x="2178494" y="1897628"/>
                  </a:lnTo>
                  <a:lnTo>
                    <a:pt x="2178494" y="661658"/>
                  </a:lnTo>
                  <a:cubicBezTo>
                    <a:pt x="2178494" y="661658"/>
                    <a:pt x="1108120" y="43672"/>
                    <a:pt x="1108120" y="43672"/>
                  </a:cubicBezTo>
                  <a:lnTo>
                    <a:pt x="37746" y="661658"/>
                  </a:lnTo>
                  <a:lnTo>
                    <a:pt x="37746" y="18976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: фигура 122">
              <a:extLst>
                <a:ext uri="{FF2B5EF4-FFF2-40B4-BE49-F238E27FC236}">
                  <a16:creationId xmlns:a16="http://schemas.microsoft.com/office/drawing/2014/main" id="{388B71F1-7E2D-3A96-2801-2CAC14509AE0}"/>
                </a:ext>
              </a:extLst>
            </p:cNvPr>
            <p:cNvSpPr/>
            <p:nvPr/>
          </p:nvSpPr>
          <p:spPr>
            <a:xfrm rot="10800000">
              <a:off x="18154176" y="5428158"/>
              <a:ext cx="125334" cy="1424377"/>
            </a:xfrm>
            <a:custGeom>
              <a:avLst/>
              <a:gdLst>
                <a:gd name="connsiteX0" fmla="*/ 0 w 125334"/>
                <a:gd name="connsiteY0" fmla="*/ 1424378 h 1424377"/>
                <a:gd name="connsiteX1" fmla="*/ 0 w 125334"/>
                <a:gd name="connsiteY1" fmla="*/ 1380706 h 1424377"/>
                <a:gd name="connsiteX2" fmla="*/ 87507 w 125334"/>
                <a:gd name="connsiteY2" fmla="*/ 1330215 h 1424377"/>
                <a:gd name="connsiteX3" fmla="*/ 87507 w 125334"/>
                <a:gd name="connsiteY3" fmla="*/ 94244 h 1424377"/>
                <a:gd name="connsiteX4" fmla="*/ 0 w 125334"/>
                <a:gd name="connsiteY4" fmla="*/ 43672 h 1424377"/>
                <a:gd name="connsiteX5" fmla="*/ 0 w 125334"/>
                <a:gd name="connsiteY5" fmla="*/ 0 h 1424377"/>
                <a:gd name="connsiteX6" fmla="*/ 125334 w 125334"/>
                <a:gd name="connsiteY6" fmla="*/ 72408 h 1424377"/>
                <a:gd name="connsiteX7" fmla="*/ 125334 w 125334"/>
                <a:gd name="connsiteY7" fmla="*/ 1352051 h 1424377"/>
                <a:gd name="connsiteX8" fmla="*/ 0 w 125334"/>
                <a:gd name="connsiteY8" fmla="*/ 1424378 h 142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334" h="1424377">
                  <a:moveTo>
                    <a:pt x="0" y="1424378"/>
                  </a:moveTo>
                  <a:lnTo>
                    <a:pt x="0" y="1380706"/>
                  </a:lnTo>
                  <a:lnTo>
                    <a:pt x="87507" y="1330215"/>
                  </a:lnTo>
                  <a:lnTo>
                    <a:pt x="87507" y="94244"/>
                  </a:lnTo>
                  <a:lnTo>
                    <a:pt x="0" y="43672"/>
                  </a:lnTo>
                  <a:lnTo>
                    <a:pt x="0" y="0"/>
                  </a:lnTo>
                  <a:lnTo>
                    <a:pt x="125334" y="72408"/>
                  </a:lnTo>
                  <a:lnTo>
                    <a:pt x="125334" y="1352051"/>
                  </a:lnTo>
                  <a:lnTo>
                    <a:pt x="0" y="142437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: фигура 123">
              <a:extLst>
                <a:ext uri="{FF2B5EF4-FFF2-40B4-BE49-F238E27FC236}">
                  <a16:creationId xmlns:a16="http://schemas.microsoft.com/office/drawing/2014/main" id="{30A324BC-5B0A-8688-70EC-4C46317EBBC8}"/>
                </a:ext>
              </a:extLst>
            </p:cNvPr>
            <p:cNvSpPr/>
            <p:nvPr/>
          </p:nvSpPr>
          <p:spPr>
            <a:xfrm rot="10800000">
              <a:off x="15975602" y="4860663"/>
              <a:ext cx="2216402" cy="2559285"/>
            </a:xfrm>
            <a:custGeom>
              <a:avLst/>
              <a:gdLst>
                <a:gd name="connsiteX0" fmla="*/ 2216402 w 2216402"/>
                <a:gd name="connsiteY0" fmla="*/ 639821 h 2559285"/>
                <a:gd name="connsiteX1" fmla="*/ 2216402 w 2216402"/>
                <a:gd name="connsiteY1" fmla="*/ 1919464 h 2559285"/>
                <a:gd name="connsiteX2" fmla="*/ 1108201 w 2216402"/>
                <a:gd name="connsiteY2" fmla="*/ 2559286 h 2559285"/>
                <a:gd name="connsiteX3" fmla="*/ 0 w 2216402"/>
                <a:gd name="connsiteY3" fmla="*/ 1919464 h 2559285"/>
                <a:gd name="connsiteX4" fmla="*/ 0 w 2216402"/>
                <a:gd name="connsiteY4" fmla="*/ 639821 h 2559285"/>
                <a:gd name="connsiteX5" fmla="*/ 1108201 w 2216402"/>
                <a:gd name="connsiteY5" fmla="*/ 0 h 2559285"/>
                <a:gd name="connsiteX6" fmla="*/ 2216402 w 2216402"/>
                <a:gd name="connsiteY6" fmla="*/ 639821 h 2559285"/>
                <a:gd name="connsiteX7" fmla="*/ 37828 w 2216402"/>
                <a:gd name="connsiteY7" fmla="*/ 1897628 h 2559285"/>
                <a:gd name="connsiteX8" fmla="*/ 1108201 w 2216402"/>
                <a:gd name="connsiteY8" fmla="*/ 2515613 h 2559285"/>
                <a:gd name="connsiteX9" fmla="*/ 2178575 w 2216402"/>
                <a:gd name="connsiteY9" fmla="*/ 1897628 h 2559285"/>
                <a:gd name="connsiteX10" fmla="*/ 2178575 w 2216402"/>
                <a:gd name="connsiteY10" fmla="*/ 661658 h 2559285"/>
                <a:gd name="connsiteX11" fmla="*/ 1108201 w 2216402"/>
                <a:gd name="connsiteY11" fmla="*/ 43672 h 2559285"/>
                <a:gd name="connsiteX12" fmla="*/ 37828 w 2216402"/>
                <a:gd name="connsiteY12" fmla="*/ 661658 h 2559285"/>
                <a:gd name="connsiteX13" fmla="*/ 37828 w 2216402"/>
                <a:gd name="connsiteY13" fmla="*/ 1897628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6402" h="2559285">
                  <a:moveTo>
                    <a:pt x="2216402" y="639821"/>
                  </a:moveTo>
                  <a:lnTo>
                    <a:pt x="2216402" y="1919464"/>
                  </a:lnTo>
                  <a:cubicBezTo>
                    <a:pt x="2216402" y="1919464"/>
                    <a:pt x="1108201" y="2559286"/>
                    <a:pt x="1108201" y="2559286"/>
                  </a:cubicBezTo>
                  <a:lnTo>
                    <a:pt x="0" y="1919464"/>
                  </a:lnTo>
                  <a:lnTo>
                    <a:pt x="0" y="639821"/>
                  </a:lnTo>
                  <a:cubicBezTo>
                    <a:pt x="0" y="639821"/>
                    <a:pt x="1108201" y="0"/>
                    <a:pt x="1108201" y="0"/>
                  </a:cubicBezTo>
                  <a:lnTo>
                    <a:pt x="2216402" y="639821"/>
                  </a:lnTo>
                  <a:close/>
                  <a:moveTo>
                    <a:pt x="37828" y="1897628"/>
                  </a:moveTo>
                  <a:lnTo>
                    <a:pt x="1108201" y="2515613"/>
                  </a:lnTo>
                  <a:lnTo>
                    <a:pt x="2178575" y="1897628"/>
                  </a:lnTo>
                  <a:lnTo>
                    <a:pt x="2178575" y="661658"/>
                  </a:lnTo>
                  <a:cubicBezTo>
                    <a:pt x="2178575" y="661658"/>
                    <a:pt x="1108201" y="43672"/>
                    <a:pt x="1108201" y="43672"/>
                  </a:cubicBezTo>
                  <a:lnTo>
                    <a:pt x="37828" y="661658"/>
                  </a:lnTo>
                  <a:lnTo>
                    <a:pt x="37828" y="18976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: фигура 124">
              <a:extLst>
                <a:ext uri="{FF2B5EF4-FFF2-40B4-BE49-F238E27FC236}">
                  <a16:creationId xmlns:a16="http://schemas.microsoft.com/office/drawing/2014/main" id="{9571102A-95BB-A594-C526-F97E42C87A3F}"/>
                </a:ext>
              </a:extLst>
            </p:cNvPr>
            <p:cNvSpPr/>
            <p:nvPr/>
          </p:nvSpPr>
          <p:spPr>
            <a:xfrm rot="10800000">
              <a:off x="17064889" y="6747413"/>
              <a:ext cx="1214621" cy="2559285"/>
            </a:xfrm>
            <a:custGeom>
              <a:avLst/>
              <a:gdLst>
                <a:gd name="connsiteX0" fmla="*/ 106420 w 1214621"/>
                <a:gd name="connsiteY0" fmla="*/ 2559286 h 2559285"/>
                <a:gd name="connsiteX1" fmla="*/ 0 w 1214621"/>
                <a:gd name="connsiteY1" fmla="*/ 2497836 h 2559285"/>
                <a:gd name="connsiteX2" fmla="*/ 0 w 1214621"/>
                <a:gd name="connsiteY2" fmla="*/ 2454164 h 2559285"/>
                <a:gd name="connsiteX3" fmla="*/ 106420 w 1214621"/>
                <a:gd name="connsiteY3" fmla="*/ 2515613 h 2559285"/>
                <a:gd name="connsiteX4" fmla="*/ 1176794 w 1214621"/>
                <a:gd name="connsiteY4" fmla="*/ 1897628 h 2559285"/>
                <a:gd name="connsiteX5" fmla="*/ 1176794 w 1214621"/>
                <a:gd name="connsiteY5" fmla="*/ 661658 h 2559285"/>
                <a:gd name="connsiteX6" fmla="*/ 106420 w 1214621"/>
                <a:gd name="connsiteY6" fmla="*/ 43672 h 2559285"/>
                <a:gd name="connsiteX7" fmla="*/ 0 w 1214621"/>
                <a:gd name="connsiteY7" fmla="*/ 105122 h 2559285"/>
                <a:gd name="connsiteX8" fmla="*/ 0 w 1214621"/>
                <a:gd name="connsiteY8" fmla="*/ 61450 h 2559285"/>
                <a:gd name="connsiteX9" fmla="*/ 106420 w 1214621"/>
                <a:gd name="connsiteY9" fmla="*/ 0 h 2559285"/>
                <a:gd name="connsiteX10" fmla="*/ 1214622 w 1214621"/>
                <a:gd name="connsiteY10" fmla="*/ 639821 h 2559285"/>
                <a:gd name="connsiteX11" fmla="*/ 1214622 w 1214621"/>
                <a:gd name="connsiteY11" fmla="*/ 1919464 h 2559285"/>
                <a:gd name="connsiteX12" fmla="*/ 106420 w 1214621"/>
                <a:gd name="connsiteY12" fmla="*/ 2559286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4621" h="2559285">
                  <a:moveTo>
                    <a:pt x="106420" y="2559286"/>
                  </a:moveTo>
                  <a:lnTo>
                    <a:pt x="0" y="2497836"/>
                  </a:lnTo>
                  <a:lnTo>
                    <a:pt x="0" y="2454164"/>
                  </a:lnTo>
                  <a:lnTo>
                    <a:pt x="106420" y="2515613"/>
                  </a:lnTo>
                  <a:lnTo>
                    <a:pt x="1176794" y="1897628"/>
                  </a:lnTo>
                  <a:lnTo>
                    <a:pt x="1176794" y="661658"/>
                  </a:lnTo>
                  <a:lnTo>
                    <a:pt x="106420" y="43672"/>
                  </a:lnTo>
                  <a:lnTo>
                    <a:pt x="0" y="105122"/>
                  </a:lnTo>
                  <a:lnTo>
                    <a:pt x="0" y="61450"/>
                  </a:lnTo>
                  <a:lnTo>
                    <a:pt x="106420" y="0"/>
                  </a:lnTo>
                  <a:lnTo>
                    <a:pt x="1214622" y="639821"/>
                  </a:lnTo>
                  <a:lnTo>
                    <a:pt x="1214622" y="1919464"/>
                  </a:lnTo>
                  <a:lnTo>
                    <a:pt x="106420" y="25592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25">
              <a:extLst>
                <a:ext uri="{FF2B5EF4-FFF2-40B4-BE49-F238E27FC236}">
                  <a16:creationId xmlns:a16="http://schemas.microsoft.com/office/drawing/2014/main" id="{EFB6B96B-D6F3-2FB2-0C12-4A97F7400D51}"/>
                </a:ext>
              </a:extLst>
            </p:cNvPr>
            <p:cNvSpPr/>
            <p:nvPr/>
          </p:nvSpPr>
          <p:spPr>
            <a:xfrm rot="10800000">
              <a:off x="14886233" y="6747413"/>
              <a:ext cx="2216402" cy="2559285"/>
            </a:xfrm>
            <a:custGeom>
              <a:avLst/>
              <a:gdLst>
                <a:gd name="connsiteX0" fmla="*/ 2216402 w 2216402"/>
                <a:gd name="connsiteY0" fmla="*/ 639821 h 2559285"/>
                <a:gd name="connsiteX1" fmla="*/ 2216402 w 2216402"/>
                <a:gd name="connsiteY1" fmla="*/ 1919464 h 2559285"/>
                <a:gd name="connsiteX2" fmla="*/ 1108201 w 2216402"/>
                <a:gd name="connsiteY2" fmla="*/ 2559286 h 2559285"/>
                <a:gd name="connsiteX3" fmla="*/ 0 w 2216402"/>
                <a:gd name="connsiteY3" fmla="*/ 1919464 h 2559285"/>
                <a:gd name="connsiteX4" fmla="*/ 0 w 2216402"/>
                <a:gd name="connsiteY4" fmla="*/ 639821 h 2559285"/>
                <a:gd name="connsiteX5" fmla="*/ 1108201 w 2216402"/>
                <a:gd name="connsiteY5" fmla="*/ 0 h 2559285"/>
                <a:gd name="connsiteX6" fmla="*/ 2216402 w 2216402"/>
                <a:gd name="connsiteY6" fmla="*/ 639821 h 2559285"/>
                <a:gd name="connsiteX7" fmla="*/ 37746 w 2216402"/>
                <a:gd name="connsiteY7" fmla="*/ 1897628 h 2559285"/>
                <a:gd name="connsiteX8" fmla="*/ 1108120 w 2216402"/>
                <a:gd name="connsiteY8" fmla="*/ 2515613 h 2559285"/>
                <a:gd name="connsiteX9" fmla="*/ 2178494 w 2216402"/>
                <a:gd name="connsiteY9" fmla="*/ 1897628 h 2559285"/>
                <a:gd name="connsiteX10" fmla="*/ 2178494 w 2216402"/>
                <a:gd name="connsiteY10" fmla="*/ 661658 h 2559285"/>
                <a:gd name="connsiteX11" fmla="*/ 1108120 w 2216402"/>
                <a:gd name="connsiteY11" fmla="*/ 43672 h 2559285"/>
                <a:gd name="connsiteX12" fmla="*/ 37746 w 2216402"/>
                <a:gd name="connsiteY12" fmla="*/ 661658 h 2559285"/>
                <a:gd name="connsiteX13" fmla="*/ 37746 w 2216402"/>
                <a:gd name="connsiteY13" fmla="*/ 1897628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6402" h="2559285">
                  <a:moveTo>
                    <a:pt x="2216402" y="639821"/>
                  </a:moveTo>
                  <a:lnTo>
                    <a:pt x="2216402" y="1919464"/>
                  </a:lnTo>
                  <a:cubicBezTo>
                    <a:pt x="2216402" y="1919464"/>
                    <a:pt x="1108201" y="2559286"/>
                    <a:pt x="1108201" y="2559286"/>
                  </a:cubicBezTo>
                  <a:lnTo>
                    <a:pt x="0" y="1919464"/>
                  </a:lnTo>
                  <a:lnTo>
                    <a:pt x="0" y="639821"/>
                  </a:lnTo>
                  <a:cubicBezTo>
                    <a:pt x="0" y="639821"/>
                    <a:pt x="1108201" y="0"/>
                    <a:pt x="1108201" y="0"/>
                  </a:cubicBezTo>
                  <a:lnTo>
                    <a:pt x="2216402" y="639821"/>
                  </a:lnTo>
                  <a:close/>
                  <a:moveTo>
                    <a:pt x="37746" y="1897628"/>
                  </a:moveTo>
                  <a:lnTo>
                    <a:pt x="1108120" y="2515613"/>
                  </a:lnTo>
                  <a:lnTo>
                    <a:pt x="2178494" y="1897628"/>
                  </a:lnTo>
                  <a:lnTo>
                    <a:pt x="2178494" y="661658"/>
                  </a:lnTo>
                  <a:cubicBezTo>
                    <a:pt x="2178494" y="661658"/>
                    <a:pt x="1108120" y="43672"/>
                    <a:pt x="1108120" y="43672"/>
                  </a:cubicBezTo>
                  <a:lnTo>
                    <a:pt x="37746" y="661658"/>
                  </a:lnTo>
                  <a:lnTo>
                    <a:pt x="37746" y="18976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26">
              <a:extLst>
                <a:ext uri="{FF2B5EF4-FFF2-40B4-BE49-F238E27FC236}">
                  <a16:creationId xmlns:a16="http://schemas.microsoft.com/office/drawing/2014/main" id="{6E331653-B4B4-ADA8-33BE-0B81F69E0CFA}"/>
                </a:ext>
              </a:extLst>
            </p:cNvPr>
            <p:cNvSpPr/>
            <p:nvPr/>
          </p:nvSpPr>
          <p:spPr>
            <a:xfrm rot="10800000">
              <a:off x="18154176" y="9201577"/>
              <a:ext cx="125334" cy="1201146"/>
            </a:xfrm>
            <a:custGeom>
              <a:avLst/>
              <a:gdLst>
                <a:gd name="connsiteX0" fmla="*/ 0 w 125334"/>
                <a:gd name="connsiteY0" fmla="*/ 1201147 h 1201146"/>
                <a:gd name="connsiteX1" fmla="*/ 0 w 125334"/>
                <a:gd name="connsiteY1" fmla="*/ 1157474 h 1201146"/>
                <a:gd name="connsiteX2" fmla="*/ 87507 w 125334"/>
                <a:gd name="connsiteY2" fmla="*/ 1106984 h 1201146"/>
                <a:gd name="connsiteX3" fmla="*/ 87507 w 125334"/>
                <a:gd name="connsiteY3" fmla="*/ 0 h 1201146"/>
                <a:gd name="connsiteX4" fmla="*/ 125334 w 125334"/>
                <a:gd name="connsiteY4" fmla="*/ 0 h 1201146"/>
                <a:gd name="connsiteX5" fmla="*/ 125334 w 125334"/>
                <a:gd name="connsiteY5" fmla="*/ 1128820 h 1201146"/>
                <a:gd name="connsiteX6" fmla="*/ 0 w 125334"/>
                <a:gd name="connsiteY6" fmla="*/ 1201147 h 120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5334" h="1201146">
                  <a:moveTo>
                    <a:pt x="0" y="1201147"/>
                  </a:moveTo>
                  <a:lnTo>
                    <a:pt x="0" y="1157474"/>
                  </a:lnTo>
                  <a:lnTo>
                    <a:pt x="87507" y="1106984"/>
                  </a:lnTo>
                  <a:lnTo>
                    <a:pt x="87507" y="0"/>
                  </a:lnTo>
                  <a:lnTo>
                    <a:pt x="125334" y="0"/>
                  </a:lnTo>
                  <a:lnTo>
                    <a:pt x="125334" y="1128820"/>
                  </a:lnTo>
                  <a:lnTo>
                    <a:pt x="0" y="1201147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27">
              <a:extLst>
                <a:ext uri="{FF2B5EF4-FFF2-40B4-BE49-F238E27FC236}">
                  <a16:creationId xmlns:a16="http://schemas.microsoft.com/office/drawing/2014/main" id="{9E1CB012-4E48-FFC6-E6B9-28D76E91F79C}"/>
                </a:ext>
              </a:extLst>
            </p:cNvPr>
            <p:cNvSpPr/>
            <p:nvPr/>
          </p:nvSpPr>
          <p:spPr>
            <a:xfrm rot="10800000">
              <a:off x="15975602" y="8634083"/>
              <a:ext cx="2216402" cy="1768640"/>
            </a:xfrm>
            <a:custGeom>
              <a:avLst/>
              <a:gdLst>
                <a:gd name="connsiteX0" fmla="*/ 37828 w 2216402"/>
                <a:gd name="connsiteY0" fmla="*/ 0 h 1768640"/>
                <a:gd name="connsiteX1" fmla="*/ 37828 w 2216402"/>
                <a:gd name="connsiteY1" fmla="*/ 1106984 h 1768640"/>
                <a:gd name="connsiteX2" fmla="*/ 1108201 w 2216402"/>
                <a:gd name="connsiteY2" fmla="*/ 1724969 h 1768640"/>
                <a:gd name="connsiteX3" fmla="*/ 2178575 w 2216402"/>
                <a:gd name="connsiteY3" fmla="*/ 1106984 h 1768640"/>
                <a:gd name="connsiteX4" fmla="*/ 2178575 w 2216402"/>
                <a:gd name="connsiteY4" fmla="*/ 0 h 1768640"/>
                <a:gd name="connsiteX5" fmla="*/ 2216402 w 2216402"/>
                <a:gd name="connsiteY5" fmla="*/ 0 h 1768640"/>
                <a:gd name="connsiteX6" fmla="*/ 2216402 w 2216402"/>
                <a:gd name="connsiteY6" fmla="*/ 1128820 h 1768640"/>
                <a:gd name="connsiteX7" fmla="*/ 1108201 w 2216402"/>
                <a:gd name="connsiteY7" fmla="*/ 1768641 h 1768640"/>
                <a:gd name="connsiteX8" fmla="*/ 0 w 2216402"/>
                <a:gd name="connsiteY8" fmla="*/ 1128820 h 1768640"/>
                <a:gd name="connsiteX9" fmla="*/ 0 w 2216402"/>
                <a:gd name="connsiteY9" fmla="*/ 0 h 1768640"/>
                <a:gd name="connsiteX10" fmla="*/ 37828 w 2216402"/>
                <a:gd name="connsiteY10" fmla="*/ 0 h 176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16402" h="1768640">
                  <a:moveTo>
                    <a:pt x="37828" y="0"/>
                  </a:moveTo>
                  <a:lnTo>
                    <a:pt x="37828" y="1106984"/>
                  </a:lnTo>
                  <a:lnTo>
                    <a:pt x="1108201" y="1724969"/>
                  </a:lnTo>
                  <a:lnTo>
                    <a:pt x="2178575" y="1106984"/>
                  </a:lnTo>
                  <a:lnTo>
                    <a:pt x="2178575" y="0"/>
                  </a:lnTo>
                  <a:lnTo>
                    <a:pt x="2216402" y="0"/>
                  </a:lnTo>
                  <a:lnTo>
                    <a:pt x="2216402" y="1128820"/>
                  </a:lnTo>
                  <a:lnTo>
                    <a:pt x="1108201" y="1768641"/>
                  </a:lnTo>
                  <a:lnTo>
                    <a:pt x="0" y="1128820"/>
                  </a:lnTo>
                  <a:lnTo>
                    <a:pt x="0" y="0"/>
                  </a:lnTo>
                  <a:lnTo>
                    <a:pt x="3782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28">
              <a:extLst>
                <a:ext uri="{FF2B5EF4-FFF2-40B4-BE49-F238E27FC236}">
                  <a16:creationId xmlns:a16="http://schemas.microsoft.com/office/drawing/2014/main" id="{E87600FA-31D7-7F10-E79F-086A697D58AD}"/>
                </a:ext>
              </a:extLst>
            </p:cNvPr>
            <p:cNvSpPr/>
            <p:nvPr/>
          </p:nvSpPr>
          <p:spPr>
            <a:xfrm rot="10800000">
              <a:off x="13796946" y="8634083"/>
              <a:ext cx="2216483" cy="1768640"/>
            </a:xfrm>
            <a:custGeom>
              <a:avLst/>
              <a:gdLst>
                <a:gd name="connsiteX0" fmla="*/ 37828 w 2216483"/>
                <a:gd name="connsiteY0" fmla="*/ 0 h 1768640"/>
                <a:gd name="connsiteX1" fmla="*/ 37828 w 2216483"/>
                <a:gd name="connsiteY1" fmla="*/ 1106984 h 1768640"/>
                <a:gd name="connsiteX2" fmla="*/ 1108282 w 2216483"/>
                <a:gd name="connsiteY2" fmla="*/ 1724969 h 1768640"/>
                <a:gd name="connsiteX3" fmla="*/ 2178656 w 2216483"/>
                <a:gd name="connsiteY3" fmla="*/ 1106984 h 1768640"/>
                <a:gd name="connsiteX4" fmla="*/ 2178656 w 2216483"/>
                <a:gd name="connsiteY4" fmla="*/ 0 h 1768640"/>
                <a:gd name="connsiteX5" fmla="*/ 2216484 w 2216483"/>
                <a:gd name="connsiteY5" fmla="*/ 0 h 1768640"/>
                <a:gd name="connsiteX6" fmla="*/ 2216484 w 2216483"/>
                <a:gd name="connsiteY6" fmla="*/ 1128820 h 1768640"/>
                <a:gd name="connsiteX7" fmla="*/ 1108282 w 2216483"/>
                <a:gd name="connsiteY7" fmla="*/ 1768641 h 1768640"/>
                <a:gd name="connsiteX8" fmla="*/ 0 w 2216483"/>
                <a:gd name="connsiteY8" fmla="*/ 1128820 h 1768640"/>
                <a:gd name="connsiteX9" fmla="*/ 0 w 2216483"/>
                <a:gd name="connsiteY9" fmla="*/ 0 h 1768640"/>
                <a:gd name="connsiteX10" fmla="*/ 37828 w 2216483"/>
                <a:gd name="connsiteY10" fmla="*/ 0 h 176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16483" h="1768640">
                  <a:moveTo>
                    <a:pt x="37828" y="0"/>
                  </a:moveTo>
                  <a:lnTo>
                    <a:pt x="37828" y="1106984"/>
                  </a:lnTo>
                  <a:lnTo>
                    <a:pt x="1108282" y="1724969"/>
                  </a:lnTo>
                  <a:lnTo>
                    <a:pt x="2178656" y="1106984"/>
                  </a:lnTo>
                  <a:lnTo>
                    <a:pt x="2178656" y="0"/>
                  </a:lnTo>
                  <a:lnTo>
                    <a:pt x="2216484" y="0"/>
                  </a:lnTo>
                  <a:lnTo>
                    <a:pt x="2216484" y="1128820"/>
                  </a:lnTo>
                  <a:lnTo>
                    <a:pt x="1108282" y="1768641"/>
                  </a:lnTo>
                  <a:lnTo>
                    <a:pt x="0" y="1128820"/>
                  </a:lnTo>
                  <a:lnTo>
                    <a:pt x="0" y="0"/>
                  </a:lnTo>
                  <a:lnTo>
                    <a:pt x="3782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129">
              <a:extLst>
                <a:ext uri="{FF2B5EF4-FFF2-40B4-BE49-F238E27FC236}">
                  <a16:creationId xmlns:a16="http://schemas.microsoft.com/office/drawing/2014/main" id="{8EDEC520-FF73-13E4-D909-045062C8FA8E}"/>
                </a:ext>
              </a:extLst>
            </p:cNvPr>
            <p:cNvSpPr/>
            <p:nvPr/>
          </p:nvSpPr>
          <p:spPr>
            <a:xfrm rot="10800000">
              <a:off x="11618372" y="8634083"/>
              <a:ext cx="2216402" cy="1768640"/>
            </a:xfrm>
            <a:custGeom>
              <a:avLst/>
              <a:gdLst>
                <a:gd name="connsiteX0" fmla="*/ 37828 w 2216402"/>
                <a:gd name="connsiteY0" fmla="*/ 0 h 1768640"/>
                <a:gd name="connsiteX1" fmla="*/ 37828 w 2216402"/>
                <a:gd name="connsiteY1" fmla="*/ 1106984 h 1768640"/>
                <a:gd name="connsiteX2" fmla="*/ 1108201 w 2216402"/>
                <a:gd name="connsiteY2" fmla="*/ 1724969 h 1768640"/>
                <a:gd name="connsiteX3" fmla="*/ 2178575 w 2216402"/>
                <a:gd name="connsiteY3" fmla="*/ 1106984 h 1768640"/>
                <a:gd name="connsiteX4" fmla="*/ 2178575 w 2216402"/>
                <a:gd name="connsiteY4" fmla="*/ 0 h 1768640"/>
                <a:gd name="connsiteX5" fmla="*/ 2216403 w 2216402"/>
                <a:gd name="connsiteY5" fmla="*/ 0 h 1768640"/>
                <a:gd name="connsiteX6" fmla="*/ 2216403 w 2216402"/>
                <a:gd name="connsiteY6" fmla="*/ 1128820 h 1768640"/>
                <a:gd name="connsiteX7" fmla="*/ 1108201 w 2216402"/>
                <a:gd name="connsiteY7" fmla="*/ 1768641 h 1768640"/>
                <a:gd name="connsiteX8" fmla="*/ 0 w 2216402"/>
                <a:gd name="connsiteY8" fmla="*/ 1128820 h 1768640"/>
                <a:gd name="connsiteX9" fmla="*/ 0 w 2216402"/>
                <a:gd name="connsiteY9" fmla="*/ 0 h 1768640"/>
                <a:gd name="connsiteX10" fmla="*/ 37828 w 2216402"/>
                <a:gd name="connsiteY10" fmla="*/ 0 h 176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16402" h="1768640">
                  <a:moveTo>
                    <a:pt x="37828" y="0"/>
                  </a:moveTo>
                  <a:lnTo>
                    <a:pt x="37828" y="1106984"/>
                  </a:lnTo>
                  <a:lnTo>
                    <a:pt x="1108201" y="1724969"/>
                  </a:lnTo>
                  <a:lnTo>
                    <a:pt x="2178575" y="1106984"/>
                  </a:lnTo>
                  <a:lnTo>
                    <a:pt x="2178575" y="0"/>
                  </a:lnTo>
                  <a:lnTo>
                    <a:pt x="2216403" y="0"/>
                  </a:lnTo>
                  <a:lnTo>
                    <a:pt x="2216403" y="1128820"/>
                  </a:lnTo>
                  <a:lnTo>
                    <a:pt x="1108201" y="1768641"/>
                  </a:lnTo>
                  <a:lnTo>
                    <a:pt x="0" y="1128820"/>
                  </a:lnTo>
                  <a:lnTo>
                    <a:pt x="0" y="0"/>
                  </a:lnTo>
                  <a:lnTo>
                    <a:pt x="3782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130">
              <a:extLst>
                <a:ext uri="{FF2B5EF4-FFF2-40B4-BE49-F238E27FC236}">
                  <a16:creationId xmlns:a16="http://schemas.microsoft.com/office/drawing/2014/main" id="{E071B94D-6113-7B1F-4CBE-0538E32D3D4F}"/>
                </a:ext>
              </a:extLst>
            </p:cNvPr>
            <p:cNvSpPr/>
            <p:nvPr/>
          </p:nvSpPr>
          <p:spPr>
            <a:xfrm rot="10800000">
              <a:off x="9439798" y="8634083"/>
              <a:ext cx="2216401" cy="1768640"/>
            </a:xfrm>
            <a:custGeom>
              <a:avLst/>
              <a:gdLst>
                <a:gd name="connsiteX0" fmla="*/ 37828 w 2216401"/>
                <a:gd name="connsiteY0" fmla="*/ 0 h 1768640"/>
                <a:gd name="connsiteX1" fmla="*/ 37828 w 2216401"/>
                <a:gd name="connsiteY1" fmla="*/ 1106984 h 1768640"/>
                <a:gd name="connsiteX2" fmla="*/ 1108201 w 2216401"/>
                <a:gd name="connsiteY2" fmla="*/ 1724969 h 1768640"/>
                <a:gd name="connsiteX3" fmla="*/ 2178575 w 2216401"/>
                <a:gd name="connsiteY3" fmla="*/ 1106984 h 1768640"/>
                <a:gd name="connsiteX4" fmla="*/ 2178575 w 2216401"/>
                <a:gd name="connsiteY4" fmla="*/ 0 h 1768640"/>
                <a:gd name="connsiteX5" fmla="*/ 2216402 w 2216401"/>
                <a:gd name="connsiteY5" fmla="*/ 0 h 1768640"/>
                <a:gd name="connsiteX6" fmla="*/ 2216402 w 2216401"/>
                <a:gd name="connsiteY6" fmla="*/ 1128820 h 1768640"/>
                <a:gd name="connsiteX7" fmla="*/ 1108201 w 2216401"/>
                <a:gd name="connsiteY7" fmla="*/ 1768641 h 1768640"/>
                <a:gd name="connsiteX8" fmla="*/ 0 w 2216401"/>
                <a:gd name="connsiteY8" fmla="*/ 1128820 h 1768640"/>
                <a:gd name="connsiteX9" fmla="*/ 0 w 2216401"/>
                <a:gd name="connsiteY9" fmla="*/ 0 h 1768640"/>
                <a:gd name="connsiteX10" fmla="*/ 37828 w 2216401"/>
                <a:gd name="connsiteY10" fmla="*/ 0 h 176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16401" h="1768640">
                  <a:moveTo>
                    <a:pt x="37828" y="0"/>
                  </a:moveTo>
                  <a:lnTo>
                    <a:pt x="37828" y="1106984"/>
                  </a:lnTo>
                  <a:lnTo>
                    <a:pt x="1108201" y="1724969"/>
                  </a:lnTo>
                  <a:lnTo>
                    <a:pt x="2178575" y="1106984"/>
                  </a:lnTo>
                  <a:lnTo>
                    <a:pt x="2178575" y="0"/>
                  </a:lnTo>
                  <a:lnTo>
                    <a:pt x="2216402" y="0"/>
                  </a:lnTo>
                  <a:lnTo>
                    <a:pt x="2216402" y="1128820"/>
                  </a:lnTo>
                  <a:lnTo>
                    <a:pt x="1108201" y="1768641"/>
                  </a:lnTo>
                  <a:lnTo>
                    <a:pt x="0" y="1128820"/>
                  </a:lnTo>
                  <a:lnTo>
                    <a:pt x="0" y="0"/>
                  </a:lnTo>
                  <a:lnTo>
                    <a:pt x="3782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131">
              <a:extLst>
                <a:ext uri="{FF2B5EF4-FFF2-40B4-BE49-F238E27FC236}">
                  <a16:creationId xmlns:a16="http://schemas.microsoft.com/office/drawing/2014/main" id="{E129874A-A7D9-7F84-69EA-935514B1516F}"/>
                </a:ext>
              </a:extLst>
            </p:cNvPr>
            <p:cNvSpPr/>
            <p:nvPr/>
          </p:nvSpPr>
          <p:spPr>
            <a:xfrm rot="10800000">
              <a:off x="17271724" y="4276528"/>
              <a:ext cx="109423" cy="109423"/>
            </a:xfrm>
            <a:custGeom>
              <a:avLst/>
              <a:gdLst>
                <a:gd name="connsiteX0" fmla="*/ 0 w 109423"/>
                <a:gd name="connsiteY0" fmla="*/ 54712 h 109423"/>
                <a:gd name="connsiteX1" fmla="*/ 54712 w 109423"/>
                <a:gd name="connsiteY1" fmla="*/ 0 h 109423"/>
                <a:gd name="connsiteX2" fmla="*/ 109424 w 109423"/>
                <a:gd name="connsiteY2" fmla="*/ 54712 h 109423"/>
                <a:gd name="connsiteX3" fmla="*/ 54712 w 109423"/>
                <a:gd name="connsiteY3" fmla="*/ 109424 h 109423"/>
                <a:gd name="connsiteX4" fmla="*/ 0 w 109423"/>
                <a:gd name="connsiteY4" fmla="*/ 54712 h 10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423" h="109423">
                  <a:moveTo>
                    <a:pt x="0" y="54712"/>
                  </a:moveTo>
                  <a:cubicBezTo>
                    <a:pt x="0" y="24515"/>
                    <a:pt x="24515" y="0"/>
                    <a:pt x="54712" y="0"/>
                  </a:cubicBezTo>
                  <a:cubicBezTo>
                    <a:pt x="84909" y="0"/>
                    <a:pt x="109424" y="24515"/>
                    <a:pt x="109424" y="54712"/>
                  </a:cubicBezTo>
                  <a:cubicBezTo>
                    <a:pt x="109424" y="84909"/>
                    <a:pt x="84909" y="109424"/>
                    <a:pt x="54712" y="109424"/>
                  </a:cubicBezTo>
                  <a:cubicBezTo>
                    <a:pt x="24515" y="109424"/>
                    <a:pt x="0" y="84909"/>
                    <a:pt x="0" y="5471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132">
              <a:extLst>
                <a:ext uri="{FF2B5EF4-FFF2-40B4-BE49-F238E27FC236}">
                  <a16:creationId xmlns:a16="http://schemas.microsoft.com/office/drawing/2014/main" id="{230DA3E7-9567-413D-EC07-0530DCA6AE9F}"/>
                </a:ext>
              </a:extLst>
            </p:cNvPr>
            <p:cNvSpPr/>
            <p:nvPr/>
          </p:nvSpPr>
          <p:spPr>
            <a:xfrm rot="10800000">
              <a:off x="18055630" y="3742071"/>
              <a:ext cx="213165" cy="213165"/>
            </a:xfrm>
            <a:custGeom>
              <a:avLst/>
              <a:gdLst>
                <a:gd name="connsiteX0" fmla="*/ 106583 w 213165"/>
                <a:gd name="connsiteY0" fmla="*/ 0 h 213165"/>
                <a:gd name="connsiteX1" fmla="*/ 213166 w 213165"/>
                <a:gd name="connsiteY1" fmla="*/ 106583 h 213165"/>
                <a:gd name="connsiteX2" fmla="*/ 106583 w 213165"/>
                <a:gd name="connsiteY2" fmla="*/ 213165 h 213165"/>
                <a:gd name="connsiteX3" fmla="*/ 0 w 213165"/>
                <a:gd name="connsiteY3" fmla="*/ 106583 h 213165"/>
                <a:gd name="connsiteX4" fmla="*/ 106583 w 213165"/>
                <a:gd name="connsiteY4" fmla="*/ 0 h 213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165" h="213165">
                  <a:moveTo>
                    <a:pt x="106583" y="0"/>
                  </a:moveTo>
                  <a:cubicBezTo>
                    <a:pt x="165435" y="0"/>
                    <a:pt x="213166" y="47731"/>
                    <a:pt x="213166" y="106583"/>
                  </a:cubicBezTo>
                  <a:cubicBezTo>
                    <a:pt x="213166" y="165435"/>
                    <a:pt x="165435" y="213165"/>
                    <a:pt x="106583" y="213165"/>
                  </a:cubicBezTo>
                  <a:cubicBezTo>
                    <a:pt x="47731" y="213165"/>
                    <a:pt x="0" y="165435"/>
                    <a:pt x="0" y="106583"/>
                  </a:cubicBezTo>
                  <a:cubicBezTo>
                    <a:pt x="0" y="47731"/>
                    <a:pt x="47731" y="0"/>
                    <a:pt x="106583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133">
              <a:extLst>
                <a:ext uri="{FF2B5EF4-FFF2-40B4-BE49-F238E27FC236}">
                  <a16:creationId xmlns:a16="http://schemas.microsoft.com/office/drawing/2014/main" id="{B47913D9-E567-DF2D-3050-44DE8B06517F}"/>
                </a:ext>
              </a:extLst>
            </p:cNvPr>
            <p:cNvSpPr/>
            <p:nvPr/>
          </p:nvSpPr>
          <p:spPr>
            <a:xfrm rot="10800000">
              <a:off x="17235925" y="5205900"/>
              <a:ext cx="181020" cy="181020"/>
            </a:xfrm>
            <a:custGeom>
              <a:avLst/>
              <a:gdLst>
                <a:gd name="connsiteX0" fmla="*/ 90510 w 181020"/>
                <a:gd name="connsiteY0" fmla="*/ 0 h 181020"/>
                <a:gd name="connsiteX1" fmla="*/ 181020 w 181020"/>
                <a:gd name="connsiteY1" fmla="*/ 90510 h 181020"/>
                <a:gd name="connsiteX2" fmla="*/ 90510 w 181020"/>
                <a:gd name="connsiteY2" fmla="*/ 181020 h 181020"/>
                <a:gd name="connsiteX3" fmla="*/ 0 w 181020"/>
                <a:gd name="connsiteY3" fmla="*/ 90510 h 181020"/>
                <a:gd name="connsiteX4" fmla="*/ 90510 w 181020"/>
                <a:gd name="connsiteY4" fmla="*/ 0 h 181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020" h="181020">
                  <a:moveTo>
                    <a:pt x="90510" y="0"/>
                  </a:moveTo>
                  <a:cubicBezTo>
                    <a:pt x="140514" y="0"/>
                    <a:pt x="181020" y="40506"/>
                    <a:pt x="181020" y="90510"/>
                  </a:cubicBezTo>
                  <a:cubicBezTo>
                    <a:pt x="181020" y="140514"/>
                    <a:pt x="140514" y="181020"/>
                    <a:pt x="90510" y="181020"/>
                  </a:cubicBezTo>
                  <a:cubicBezTo>
                    <a:pt x="40506" y="181020"/>
                    <a:pt x="0" y="140514"/>
                    <a:pt x="0" y="90510"/>
                  </a:cubicBezTo>
                  <a:cubicBezTo>
                    <a:pt x="0" y="40506"/>
                    <a:pt x="40506" y="0"/>
                    <a:pt x="90510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134">
              <a:extLst>
                <a:ext uri="{FF2B5EF4-FFF2-40B4-BE49-F238E27FC236}">
                  <a16:creationId xmlns:a16="http://schemas.microsoft.com/office/drawing/2014/main" id="{96BD391E-43F8-9D8E-2AB0-C6CF60CCE0C0}"/>
                </a:ext>
              </a:extLst>
            </p:cNvPr>
            <p:cNvSpPr/>
            <p:nvPr/>
          </p:nvSpPr>
          <p:spPr>
            <a:xfrm rot="10800000">
              <a:off x="15611776" y="5253306"/>
              <a:ext cx="86045" cy="86045"/>
            </a:xfrm>
            <a:custGeom>
              <a:avLst/>
              <a:gdLst>
                <a:gd name="connsiteX0" fmla="*/ 86046 w 86045"/>
                <a:gd name="connsiteY0" fmla="*/ 43023 h 86045"/>
                <a:gd name="connsiteX1" fmla="*/ 43023 w 86045"/>
                <a:gd name="connsiteY1" fmla="*/ 86045 h 86045"/>
                <a:gd name="connsiteX2" fmla="*/ 0 w 86045"/>
                <a:gd name="connsiteY2" fmla="*/ 43023 h 86045"/>
                <a:gd name="connsiteX3" fmla="*/ 43023 w 86045"/>
                <a:gd name="connsiteY3" fmla="*/ 0 h 86045"/>
                <a:gd name="connsiteX4" fmla="*/ 86046 w 86045"/>
                <a:gd name="connsiteY4" fmla="*/ 43023 h 8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045" h="86045">
                  <a:moveTo>
                    <a:pt x="86046" y="43023"/>
                  </a:moveTo>
                  <a:cubicBezTo>
                    <a:pt x="86046" y="66807"/>
                    <a:pt x="66807" y="86045"/>
                    <a:pt x="43023" y="86045"/>
                  </a:cubicBezTo>
                  <a:cubicBezTo>
                    <a:pt x="19238" y="86045"/>
                    <a:pt x="0" y="66807"/>
                    <a:pt x="0" y="43023"/>
                  </a:cubicBezTo>
                  <a:cubicBezTo>
                    <a:pt x="0" y="19238"/>
                    <a:pt x="19238" y="0"/>
                    <a:pt x="43023" y="0"/>
                  </a:cubicBezTo>
                  <a:cubicBezTo>
                    <a:pt x="66807" y="0"/>
                    <a:pt x="86046" y="19238"/>
                    <a:pt x="86046" y="4302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135">
              <a:extLst>
                <a:ext uri="{FF2B5EF4-FFF2-40B4-BE49-F238E27FC236}">
                  <a16:creationId xmlns:a16="http://schemas.microsoft.com/office/drawing/2014/main" id="{807D4F6E-9246-2CCC-1655-704FE98747B0}"/>
                </a:ext>
              </a:extLst>
            </p:cNvPr>
            <p:cNvSpPr/>
            <p:nvPr/>
          </p:nvSpPr>
          <p:spPr>
            <a:xfrm rot="10800000">
              <a:off x="14735736" y="5695710"/>
              <a:ext cx="166408" cy="166408"/>
            </a:xfrm>
            <a:custGeom>
              <a:avLst/>
              <a:gdLst>
                <a:gd name="connsiteX0" fmla="*/ 166409 w 166408"/>
                <a:gd name="connsiteY0" fmla="*/ 83204 h 166408"/>
                <a:gd name="connsiteX1" fmla="*/ 83204 w 166408"/>
                <a:gd name="connsiteY1" fmla="*/ 166409 h 166408"/>
                <a:gd name="connsiteX2" fmla="*/ 0 w 166408"/>
                <a:gd name="connsiteY2" fmla="*/ 83204 h 166408"/>
                <a:gd name="connsiteX3" fmla="*/ 83204 w 166408"/>
                <a:gd name="connsiteY3" fmla="*/ 0 h 166408"/>
                <a:gd name="connsiteX4" fmla="*/ 166409 w 166408"/>
                <a:gd name="connsiteY4" fmla="*/ 83204 h 166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408" h="166408">
                  <a:moveTo>
                    <a:pt x="166409" y="83204"/>
                  </a:moveTo>
                  <a:cubicBezTo>
                    <a:pt x="166409" y="129157"/>
                    <a:pt x="129157" y="166409"/>
                    <a:pt x="83204" y="166409"/>
                  </a:cubicBezTo>
                  <a:cubicBezTo>
                    <a:pt x="37252" y="166409"/>
                    <a:pt x="0" y="129157"/>
                    <a:pt x="0" y="83204"/>
                  </a:cubicBezTo>
                  <a:cubicBezTo>
                    <a:pt x="0" y="37252"/>
                    <a:pt x="37252" y="0"/>
                    <a:pt x="83204" y="0"/>
                  </a:cubicBezTo>
                  <a:cubicBezTo>
                    <a:pt x="129157" y="0"/>
                    <a:pt x="166409" y="37252"/>
                    <a:pt x="166409" y="8320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136">
              <a:extLst>
                <a:ext uri="{FF2B5EF4-FFF2-40B4-BE49-F238E27FC236}">
                  <a16:creationId xmlns:a16="http://schemas.microsoft.com/office/drawing/2014/main" id="{871B0011-8B0D-EC31-FE86-D35DBF8562C3}"/>
                </a:ext>
              </a:extLst>
            </p:cNvPr>
            <p:cNvSpPr/>
            <p:nvPr/>
          </p:nvSpPr>
          <p:spPr>
            <a:xfrm rot="10800000">
              <a:off x="13902799" y="5215966"/>
              <a:ext cx="160726" cy="160726"/>
            </a:xfrm>
            <a:custGeom>
              <a:avLst/>
              <a:gdLst>
                <a:gd name="connsiteX0" fmla="*/ 160726 w 160726"/>
                <a:gd name="connsiteY0" fmla="*/ 80363 h 160726"/>
                <a:gd name="connsiteX1" fmla="*/ 80363 w 160726"/>
                <a:gd name="connsiteY1" fmla="*/ 160727 h 160726"/>
                <a:gd name="connsiteX2" fmla="*/ 0 w 160726"/>
                <a:gd name="connsiteY2" fmla="*/ 80363 h 160726"/>
                <a:gd name="connsiteX3" fmla="*/ 80363 w 160726"/>
                <a:gd name="connsiteY3" fmla="*/ 0 h 160726"/>
                <a:gd name="connsiteX4" fmla="*/ 160726 w 160726"/>
                <a:gd name="connsiteY4" fmla="*/ 80363 h 160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26" h="160726">
                  <a:moveTo>
                    <a:pt x="160726" y="80363"/>
                  </a:moveTo>
                  <a:cubicBezTo>
                    <a:pt x="160726" y="124766"/>
                    <a:pt x="124766" y="160727"/>
                    <a:pt x="80363" y="160727"/>
                  </a:cubicBezTo>
                  <a:cubicBezTo>
                    <a:pt x="35960" y="160727"/>
                    <a:pt x="0" y="124766"/>
                    <a:pt x="0" y="80363"/>
                  </a:cubicBezTo>
                  <a:cubicBezTo>
                    <a:pt x="0" y="35960"/>
                    <a:pt x="35960" y="0"/>
                    <a:pt x="80363" y="0"/>
                  </a:cubicBezTo>
                  <a:cubicBezTo>
                    <a:pt x="124766" y="0"/>
                    <a:pt x="160726" y="35960"/>
                    <a:pt x="160726" y="8036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137">
              <a:extLst>
                <a:ext uri="{FF2B5EF4-FFF2-40B4-BE49-F238E27FC236}">
                  <a16:creationId xmlns:a16="http://schemas.microsoft.com/office/drawing/2014/main" id="{6E763BAE-63CB-8FCC-3AA5-ABFC66DE923D}"/>
                </a:ext>
              </a:extLst>
            </p:cNvPr>
            <p:cNvSpPr/>
            <p:nvPr/>
          </p:nvSpPr>
          <p:spPr>
            <a:xfrm rot="10800000">
              <a:off x="13053221" y="5684833"/>
              <a:ext cx="188163" cy="188163"/>
            </a:xfrm>
            <a:custGeom>
              <a:avLst/>
              <a:gdLst>
                <a:gd name="connsiteX0" fmla="*/ 188164 w 188163"/>
                <a:gd name="connsiteY0" fmla="*/ 94082 h 188163"/>
                <a:gd name="connsiteX1" fmla="*/ 94082 w 188163"/>
                <a:gd name="connsiteY1" fmla="*/ 188164 h 188163"/>
                <a:gd name="connsiteX2" fmla="*/ 0 w 188163"/>
                <a:gd name="connsiteY2" fmla="*/ 94082 h 188163"/>
                <a:gd name="connsiteX3" fmla="*/ 94082 w 188163"/>
                <a:gd name="connsiteY3" fmla="*/ 0 h 188163"/>
                <a:gd name="connsiteX4" fmla="*/ 188164 w 188163"/>
                <a:gd name="connsiteY4" fmla="*/ 94082 h 18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163" h="188163">
                  <a:moveTo>
                    <a:pt x="188164" y="94082"/>
                  </a:moveTo>
                  <a:cubicBezTo>
                    <a:pt x="188164" y="146042"/>
                    <a:pt x="146042" y="188164"/>
                    <a:pt x="94082" y="188164"/>
                  </a:cubicBezTo>
                  <a:cubicBezTo>
                    <a:pt x="42122" y="188164"/>
                    <a:pt x="0" y="146042"/>
                    <a:pt x="0" y="94082"/>
                  </a:cubicBezTo>
                  <a:cubicBezTo>
                    <a:pt x="0" y="42122"/>
                    <a:pt x="42122" y="0"/>
                    <a:pt x="94082" y="0"/>
                  </a:cubicBezTo>
                  <a:cubicBezTo>
                    <a:pt x="146042" y="0"/>
                    <a:pt x="188164" y="42122"/>
                    <a:pt x="188164" y="9408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138">
              <a:extLst>
                <a:ext uri="{FF2B5EF4-FFF2-40B4-BE49-F238E27FC236}">
                  <a16:creationId xmlns:a16="http://schemas.microsoft.com/office/drawing/2014/main" id="{F8079C5B-06E9-41E2-9B05-0DF221C20BA1}"/>
                </a:ext>
              </a:extLst>
            </p:cNvPr>
            <p:cNvSpPr/>
            <p:nvPr/>
          </p:nvSpPr>
          <p:spPr>
            <a:xfrm rot="10800000">
              <a:off x="18092159" y="6673950"/>
              <a:ext cx="140108" cy="140108"/>
            </a:xfrm>
            <a:custGeom>
              <a:avLst/>
              <a:gdLst>
                <a:gd name="connsiteX0" fmla="*/ 0 w 140108"/>
                <a:gd name="connsiteY0" fmla="*/ 70054 h 140108"/>
                <a:gd name="connsiteX1" fmla="*/ 70054 w 140108"/>
                <a:gd name="connsiteY1" fmla="*/ 0 h 140108"/>
                <a:gd name="connsiteX2" fmla="*/ 140108 w 140108"/>
                <a:gd name="connsiteY2" fmla="*/ 70054 h 140108"/>
                <a:gd name="connsiteX3" fmla="*/ 70054 w 140108"/>
                <a:gd name="connsiteY3" fmla="*/ 140108 h 140108"/>
                <a:gd name="connsiteX4" fmla="*/ 0 w 140108"/>
                <a:gd name="connsiteY4" fmla="*/ 70054 h 14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108" h="140108">
                  <a:moveTo>
                    <a:pt x="0" y="70054"/>
                  </a:moveTo>
                  <a:cubicBezTo>
                    <a:pt x="0" y="31333"/>
                    <a:pt x="31334" y="0"/>
                    <a:pt x="70054" y="0"/>
                  </a:cubicBezTo>
                  <a:cubicBezTo>
                    <a:pt x="108774" y="0"/>
                    <a:pt x="140108" y="31333"/>
                    <a:pt x="140108" y="70054"/>
                  </a:cubicBezTo>
                  <a:cubicBezTo>
                    <a:pt x="140108" y="108774"/>
                    <a:pt x="108774" y="140108"/>
                    <a:pt x="70054" y="140108"/>
                  </a:cubicBezTo>
                  <a:cubicBezTo>
                    <a:pt x="31334" y="140108"/>
                    <a:pt x="0" y="108774"/>
                    <a:pt x="0" y="7005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139">
              <a:extLst>
                <a:ext uri="{FF2B5EF4-FFF2-40B4-BE49-F238E27FC236}">
                  <a16:creationId xmlns:a16="http://schemas.microsoft.com/office/drawing/2014/main" id="{FF940E4F-5D6A-A310-F42A-C22C04758A30}"/>
                </a:ext>
              </a:extLst>
            </p:cNvPr>
            <p:cNvSpPr/>
            <p:nvPr/>
          </p:nvSpPr>
          <p:spPr>
            <a:xfrm rot="10800000">
              <a:off x="18114238" y="5730860"/>
              <a:ext cx="96111" cy="96110"/>
            </a:xfrm>
            <a:custGeom>
              <a:avLst/>
              <a:gdLst>
                <a:gd name="connsiteX0" fmla="*/ 96111 w 96111"/>
                <a:gd name="connsiteY0" fmla="*/ 48055 h 96110"/>
                <a:gd name="connsiteX1" fmla="*/ 48056 w 96111"/>
                <a:gd name="connsiteY1" fmla="*/ 96111 h 96110"/>
                <a:gd name="connsiteX2" fmla="*/ 0 w 96111"/>
                <a:gd name="connsiteY2" fmla="*/ 48055 h 96110"/>
                <a:gd name="connsiteX3" fmla="*/ 48056 w 96111"/>
                <a:gd name="connsiteY3" fmla="*/ 0 h 96110"/>
                <a:gd name="connsiteX4" fmla="*/ 96111 w 96111"/>
                <a:gd name="connsiteY4" fmla="*/ 48055 h 96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111" h="96110">
                  <a:moveTo>
                    <a:pt x="96111" y="48055"/>
                  </a:moveTo>
                  <a:cubicBezTo>
                    <a:pt x="96111" y="74600"/>
                    <a:pt x="74600" y="96111"/>
                    <a:pt x="48056" y="96111"/>
                  </a:cubicBezTo>
                  <a:cubicBezTo>
                    <a:pt x="21511" y="96111"/>
                    <a:pt x="0" y="74600"/>
                    <a:pt x="0" y="48055"/>
                  </a:cubicBezTo>
                  <a:cubicBezTo>
                    <a:pt x="0" y="21511"/>
                    <a:pt x="21511" y="0"/>
                    <a:pt x="48056" y="0"/>
                  </a:cubicBezTo>
                  <a:cubicBezTo>
                    <a:pt x="74600" y="0"/>
                    <a:pt x="96111" y="21511"/>
                    <a:pt x="96111" y="48055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140">
              <a:extLst>
                <a:ext uri="{FF2B5EF4-FFF2-40B4-BE49-F238E27FC236}">
                  <a16:creationId xmlns:a16="http://schemas.microsoft.com/office/drawing/2014/main" id="{5E24A503-40D5-8F7D-8779-FF3139FB6F95}"/>
                </a:ext>
              </a:extLst>
            </p:cNvPr>
            <p:cNvSpPr/>
            <p:nvPr/>
          </p:nvSpPr>
          <p:spPr>
            <a:xfrm rot="10800000">
              <a:off x="16451207" y="5739545"/>
              <a:ext cx="78739" cy="78739"/>
            </a:xfrm>
            <a:custGeom>
              <a:avLst/>
              <a:gdLst>
                <a:gd name="connsiteX0" fmla="*/ 78740 w 78739"/>
                <a:gd name="connsiteY0" fmla="*/ 39370 h 78739"/>
                <a:gd name="connsiteX1" fmla="*/ 39370 w 78739"/>
                <a:gd name="connsiteY1" fmla="*/ 78739 h 78739"/>
                <a:gd name="connsiteX2" fmla="*/ 0 w 78739"/>
                <a:gd name="connsiteY2" fmla="*/ 39370 h 78739"/>
                <a:gd name="connsiteX3" fmla="*/ 39370 w 78739"/>
                <a:gd name="connsiteY3" fmla="*/ 0 h 78739"/>
                <a:gd name="connsiteX4" fmla="*/ 78740 w 78739"/>
                <a:gd name="connsiteY4" fmla="*/ 39370 h 7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739" h="78739">
                  <a:moveTo>
                    <a:pt x="78740" y="39370"/>
                  </a:moveTo>
                  <a:cubicBezTo>
                    <a:pt x="78740" y="61113"/>
                    <a:pt x="61113" y="78739"/>
                    <a:pt x="39370" y="78739"/>
                  </a:cubicBezTo>
                  <a:cubicBezTo>
                    <a:pt x="17626" y="78739"/>
                    <a:pt x="0" y="61113"/>
                    <a:pt x="0" y="39370"/>
                  </a:cubicBezTo>
                  <a:cubicBezTo>
                    <a:pt x="0" y="17626"/>
                    <a:pt x="17626" y="0"/>
                    <a:pt x="39370" y="0"/>
                  </a:cubicBezTo>
                  <a:cubicBezTo>
                    <a:pt x="61113" y="0"/>
                    <a:pt x="78740" y="17627"/>
                    <a:pt x="78740" y="3937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2" name="Полилиния: фигура 141">
              <a:extLst>
                <a:ext uri="{FF2B5EF4-FFF2-40B4-BE49-F238E27FC236}">
                  <a16:creationId xmlns:a16="http://schemas.microsoft.com/office/drawing/2014/main" id="{122291FF-86C1-6C07-4B23-66A3F3B12FCB}"/>
                </a:ext>
              </a:extLst>
            </p:cNvPr>
            <p:cNvSpPr/>
            <p:nvPr/>
          </p:nvSpPr>
          <p:spPr>
            <a:xfrm rot="10800000">
              <a:off x="15588641" y="7160432"/>
              <a:ext cx="132315" cy="132315"/>
            </a:xfrm>
            <a:custGeom>
              <a:avLst/>
              <a:gdLst>
                <a:gd name="connsiteX0" fmla="*/ 0 w 132315"/>
                <a:gd name="connsiteY0" fmla="*/ 66158 h 132315"/>
                <a:gd name="connsiteX1" fmla="*/ 66158 w 132315"/>
                <a:gd name="connsiteY1" fmla="*/ 0 h 132315"/>
                <a:gd name="connsiteX2" fmla="*/ 132315 w 132315"/>
                <a:gd name="connsiteY2" fmla="*/ 66158 h 132315"/>
                <a:gd name="connsiteX3" fmla="*/ 66158 w 132315"/>
                <a:gd name="connsiteY3" fmla="*/ 132315 h 132315"/>
                <a:gd name="connsiteX4" fmla="*/ 0 w 132315"/>
                <a:gd name="connsiteY4" fmla="*/ 66158 h 132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315" h="132315">
                  <a:moveTo>
                    <a:pt x="0" y="66158"/>
                  </a:moveTo>
                  <a:cubicBezTo>
                    <a:pt x="0" y="29629"/>
                    <a:pt x="29629" y="0"/>
                    <a:pt x="66158" y="0"/>
                  </a:cubicBezTo>
                  <a:cubicBezTo>
                    <a:pt x="102686" y="0"/>
                    <a:pt x="132315" y="29629"/>
                    <a:pt x="132315" y="66158"/>
                  </a:cubicBezTo>
                  <a:cubicBezTo>
                    <a:pt x="132315" y="102686"/>
                    <a:pt x="102686" y="132315"/>
                    <a:pt x="66158" y="132315"/>
                  </a:cubicBezTo>
                  <a:cubicBezTo>
                    <a:pt x="29629" y="132315"/>
                    <a:pt x="0" y="102686"/>
                    <a:pt x="0" y="6615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3" name="Полилиния: фигура 142">
              <a:extLst>
                <a:ext uri="{FF2B5EF4-FFF2-40B4-BE49-F238E27FC236}">
                  <a16:creationId xmlns:a16="http://schemas.microsoft.com/office/drawing/2014/main" id="{678F5F34-C17B-7FA8-0CDF-23D8BED84E08}"/>
                </a:ext>
              </a:extLst>
            </p:cNvPr>
            <p:cNvSpPr/>
            <p:nvPr/>
          </p:nvSpPr>
          <p:spPr>
            <a:xfrm rot="10800000">
              <a:off x="16395196" y="6648623"/>
              <a:ext cx="190761" cy="190761"/>
            </a:xfrm>
            <a:custGeom>
              <a:avLst/>
              <a:gdLst>
                <a:gd name="connsiteX0" fmla="*/ 95381 w 190761"/>
                <a:gd name="connsiteY0" fmla="*/ 190761 h 190761"/>
                <a:gd name="connsiteX1" fmla="*/ 0 w 190761"/>
                <a:gd name="connsiteY1" fmla="*/ 95381 h 190761"/>
                <a:gd name="connsiteX2" fmla="*/ 95381 w 190761"/>
                <a:gd name="connsiteY2" fmla="*/ 0 h 190761"/>
                <a:gd name="connsiteX3" fmla="*/ 190761 w 190761"/>
                <a:gd name="connsiteY3" fmla="*/ 95381 h 190761"/>
                <a:gd name="connsiteX4" fmla="*/ 95381 w 190761"/>
                <a:gd name="connsiteY4" fmla="*/ 190761 h 19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761" h="190761">
                  <a:moveTo>
                    <a:pt x="95381" y="190761"/>
                  </a:moveTo>
                  <a:cubicBezTo>
                    <a:pt x="42698" y="190761"/>
                    <a:pt x="0" y="148063"/>
                    <a:pt x="0" y="95381"/>
                  </a:cubicBezTo>
                  <a:cubicBezTo>
                    <a:pt x="0" y="42698"/>
                    <a:pt x="42698" y="0"/>
                    <a:pt x="95381" y="0"/>
                  </a:cubicBezTo>
                  <a:cubicBezTo>
                    <a:pt x="148063" y="0"/>
                    <a:pt x="190761" y="42698"/>
                    <a:pt x="190761" y="95381"/>
                  </a:cubicBezTo>
                  <a:cubicBezTo>
                    <a:pt x="190761" y="148063"/>
                    <a:pt x="148063" y="190761"/>
                    <a:pt x="95381" y="190761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143">
              <a:extLst>
                <a:ext uri="{FF2B5EF4-FFF2-40B4-BE49-F238E27FC236}">
                  <a16:creationId xmlns:a16="http://schemas.microsoft.com/office/drawing/2014/main" id="{1A47157A-DD49-0EA7-2C29-315CD91D7A7D}"/>
                </a:ext>
              </a:extLst>
            </p:cNvPr>
            <p:cNvSpPr/>
            <p:nvPr/>
          </p:nvSpPr>
          <p:spPr>
            <a:xfrm rot="10800000">
              <a:off x="13044454" y="6641155"/>
              <a:ext cx="205697" cy="205697"/>
            </a:xfrm>
            <a:custGeom>
              <a:avLst/>
              <a:gdLst>
                <a:gd name="connsiteX0" fmla="*/ 205697 w 205697"/>
                <a:gd name="connsiteY0" fmla="*/ 102849 h 205697"/>
                <a:gd name="connsiteX1" fmla="*/ 102849 w 205697"/>
                <a:gd name="connsiteY1" fmla="*/ 205698 h 205697"/>
                <a:gd name="connsiteX2" fmla="*/ 0 w 205697"/>
                <a:gd name="connsiteY2" fmla="*/ 102849 h 205697"/>
                <a:gd name="connsiteX3" fmla="*/ 102849 w 205697"/>
                <a:gd name="connsiteY3" fmla="*/ 0 h 205697"/>
                <a:gd name="connsiteX4" fmla="*/ 205697 w 205697"/>
                <a:gd name="connsiteY4" fmla="*/ 102849 h 20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97" h="205697">
                  <a:moveTo>
                    <a:pt x="205697" y="102849"/>
                  </a:moveTo>
                  <a:cubicBezTo>
                    <a:pt x="205697" y="159650"/>
                    <a:pt x="159650" y="205698"/>
                    <a:pt x="102849" y="205698"/>
                  </a:cubicBezTo>
                  <a:cubicBezTo>
                    <a:pt x="46047" y="205698"/>
                    <a:pt x="0" y="159651"/>
                    <a:pt x="0" y="102849"/>
                  </a:cubicBezTo>
                  <a:cubicBezTo>
                    <a:pt x="0" y="46047"/>
                    <a:pt x="46047" y="0"/>
                    <a:pt x="102849" y="0"/>
                  </a:cubicBezTo>
                  <a:cubicBezTo>
                    <a:pt x="159650" y="0"/>
                    <a:pt x="205697" y="46047"/>
                    <a:pt x="205697" y="10284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: фигура 144">
              <a:extLst>
                <a:ext uri="{FF2B5EF4-FFF2-40B4-BE49-F238E27FC236}">
                  <a16:creationId xmlns:a16="http://schemas.microsoft.com/office/drawing/2014/main" id="{66244724-A52E-366B-4989-CCED139E65E7}"/>
                </a:ext>
              </a:extLst>
            </p:cNvPr>
            <p:cNvSpPr/>
            <p:nvPr/>
          </p:nvSpPr>
          <p:spPr>
            <a:xfrm rot="5947201">
              <a:off x="17263119" y="7163205"/>
              <a:ext cx="126633" cy="126633"/>
            </a:xfrm>
            <a:custGeom>
              <a:avLst/>
              <a:gdLst>
                <a:gd name="connsiteX0" fmla="*/ 126633 w 126633"/>
                <a:gd name="connsiteY0" fmla="*/ 63316 h 126633"/>
                <a:gd name="connsiteX1" fmla="*/ 63316 w 126633"/>
                <a:gd name="connsiteY1" fmla="*/ 126633 h 126633"/>
                <a:gd name="connsiteX2" fmla="*/ 0 w 126633"/>
                <a:gd name="connsiteY2" fmla="*/ 63316 h 126633"/>
                <a:gd name="connsiteX3" fmla="*/ 63316 w 126633"/>
                <a:gd name="connsiteY3" fmla="*/ 0 h 126633"/>
                <a:gd name="connsiteX4" fmla="*/ 126633 w 126633"/>
                <a:gd name="connsiteY4" fmla="*/ 63316 h 12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33" h="126633">
                  <a:moveTo>
                    <a:pt x="126633" y="63316"/>
                  </a:moveTo>
                  <a:cubicBezTo>
                    <a:pt x="126633" y="98285"/>
                    <a:pt x="98285" y="126633"/>
                    <a:pt x="63316" y="126633"/>
                  </a:cubicBezTo>
                  <a:cubicBezTo>
                    <a:pt x="28348" y="126633"/>
                    <a:pt x="0" y="98285"/>
                    <a:pt x="0" y="63316"/>
                  </a:cubicBezTo>
                  <a:cubicBezTo>
                    <a:pt x="0" y="28348"/>
                    <a:pt x="28348" y="0"/>
                    <a:pt x="63316" y="0"/>
                  </a:cubicBezTo>
                  <a:cubicBezTo>
                    <a:pt x="98285" y="0"/>
                    <a:pt x="126633" y="28348"/>
                    <a:pt x="126633" y="6331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: фигура 145">
              <a:extLst>
                <a:ext uri="{FF2B5EF4-FFF2-40B4-BE49-F238E27FC236}">
                  <a16:creationId xmlns:a16="http://schemas.microsoft.com/office/drawing/2014/main" id="{4ABF229D-0EE9-2966-CD54-66B85E835F92}"/>
                </a:ext>
              </a:extLst>
            </p:cNvPr>
            <p:cNvSpPr/>
            <p:nvPr/>
          </p:nvSpPr>
          <p:spPr>
            <a:xfrm rot="10800000">
              <a:off x="17222775" y="8088018"/>
              <a:ext cx="207320" cy="207321"/>
            </a:xfrm>
            <a:custGeom>
              <a:avLst/>
              <a:gdLst>
                <a:gd name="connsiteX0" fmla="*/ 103661 w 207320"/>
                <a:gd name="connsiteY0" fmla="*/ 0 h 207321"/>
                <a:gd name="connsiteX1" fmla="*/ 207321 w 207320"/>
                <a:gd name="connsiteY1" fmla="*/ 103661 h 207321"/>
                <a:gd name="connsiteX2" fmla="*/ 103661 w 207320"/>
                <a:gd name="connsiteY2" fmla="*/ 207321 h 207321"/>
                <a:gd name="connsiteX3" fmla="*/ 0 w 207320"/>
                <a:gd name="connsiteY3" fmla="*/ 103661 h 207321"/>
                <a:gd name="connsiteX4" fmla="*/ 103661 w 207320"/>
                <a:gd name="connsiteY4" fmla="*/ 0 h 207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320" h="207321">
                  <a:moveTo>
                    <a:pt x="103661" y="0"/>
                  </a:moveTo>
                  <a:cubicBezTo>
                    <a:pt x="160889" y="0"/>
                    <a:pt x="207321" y="46432"/>
                    <a:pt x="207321" y="103661"/>
                  </a:cubicBezTo>
                  <a:cubicBezTo>
                    <a:pt x="207321" y="160889"/>
                    <a:pt x="160889" y="207321"/>
                    <a:pt x="103661" y="207321"/>
                  </a:cubicBezTo>
                  <a:cubicBezTo>
                    <a:pt x="46432" y="207321"/>
                    <a:pt x="0" y="160889"/>
                    <a:pt x="0" y="103661"/>
                  </a:cubicBezTo>
                  <a:cubicBezTo>
                    <a:pt x="0" y="46432"/>
                    <a:pt x="46432" y="0"/>
                    <a:pt x="10366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7" name="Полилиния: фигура 146">
              <a:extLst>
                <a:ext uri="{FF2B5EF4-FFF2-40B4-BE49-F238E27FC236}">
                  <a16:creationId xmlns:a16="http://schemas.microsoft.com/office/drawing/2014/main" id="{AE4C9CFA-6DA1-A72B-C321-C2ABB114E2B3}"/>
                </a:ext>
              </a:extLst>
            </p:cNvPr>
            <p:cNvSpPr/>
            <p:nvPr/>
          </p:nvSpPr>
          <p:spPr>
            <a:xfrm rot="10800000">
              <a:off x="14710653" y="6635717"/>
              <a:ext cx="216574" cy="216574"/>
            </a:xfrm>
            <a:custGeom>
              <a:avLst/>
              <a:gdLst>
                <a:gd name="connsiteX0" fmla="*/ 216575 w 216574"/>
                <a:gd name="connsiteY0" fmla="*/ 108288 h 216574"/>
                <a:gd name="connsiteX1" fmla="*/ 108287 w 216574"/>
                <a:gd name="connsiteY1" fmla="*/ 216575 h 216574"/>
                <a:gd name="connsiteX2" fmla="*/ 0 w 216574"/>
                <a:gd name="connsiteY2" fmla="*/ 108288 h 216574"/>
                <a:gd name="connsiteX3" fmla="*/ 108287 w 216574"/>
                <a:gd name="connsiteY3" fmla="*/ 0 h 216574"/>
                <a:gd name="connsiteX4" fmla="*/ 216575 w 216574"/>
                <a:gd name="connsiteY4" fmla="*/ 108288 h 216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574" h="216574">
                  <a:moveTo>
                    <a:pt x="216575" y="108288"/>
                  </a:moveTo>
                  <a:cubicBezTo>
                    <a:pt x="216575" y="168093"/>
                    <a:pt x="168093" y="216575"/>
                    <a:pt x="108287" y="216575"/>
                  </a:cubicBezTo>
                  <a:cubicBezTo>
                    <a:pt x="48482" y="216575"/>
                    <a:pt x="0" y="168093"/>
                    <a:pt x="0" y="108288"/>
                  </a:cubicBezTo>
                  <a:cubicBezTo>
                    <a:pt x="0" y="48482"/>
                    <a:pt x="48482" y="0"/>
                    <a:pt x="108287" y="0"/>
                  </a:cubicBezTo>
                  <a:cubicBezTo>
                    <a:pt x="168093" y="0"/>
                    <a:pt x="216575" y="48482"/>
                    <a:pt x="216575" y="10828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8" name="Полилиния: фигура 147">
              <a:extLst>
                <a:ext uri="{FF2B5EF4-FFF2-40B4-BE49-F238E27FC236}">
                  <a16:creationId xmlns:a16="http://schemas.microsoft.com/office/drawing/2014/main" id="{E6DAC447-D313-BD7E-1ED5-3AC0912CCF99}"/>
                </a:ext>
              </a:extLst>
            </p:cNvPr>
            <p:cNvSpPr/>
            <p:nvPr/>
          </p:nvSpPr>
          <p:spPr>
            <a:xfrm rot="10800000">
              <a:off x="13943306" y="7186733"/>
              <a:ext cx="79713" cy="79713"/>
            </a:xfrm>
            <a:custGeom>
              <a:avLst/>
              <a:gdLst>
                <a:gd name="connsiteX0" fmla="*/ 0 w 79713"/>
                <a:gd name="connsiteY0" fmla="*/ 39857 h 79713"/>
                <a:gd name="connsiteX1" fmla="*/ 39857 w 79713"/>
                <a:gd name="connsiteY1" fmla="*/ 0 h 79713"/>
                <a:gd name="connsiteX2" fmla="*/ 79714 w 79713"/>
                <a:gd name="connsiteY2" fmla="*/ 39857 h 79713"/>
                <a:gd name="connsiteX3" fmla="*/ 39857 w 79713"/>
                <a:gd name="connsiteY3" fmla="*/ 79714 h 79713"/>
                <a:gd name="connsiteX4" fmla="*/ 0 w 79713"/>
                <a:gd name="connsiteY4" fmla="*/ 39857 h 7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13" h="79713">
                  <a:moveTo>
                    <a:pt x="0" y="39857"/>
                  </a:moveTo>
                  <a:cubicBezTo>
                    <a:pt x="0" y="17859"/>
                    <a:pt x="17859" y="0"/>
                    <a:pt x="39857" y="0"/>
                  </a:cubicBezTo>
                  <a:cubicBezTo>
                    <a:pt x="61855" y="0"/>
                    <a:pt x="79714" y="17859"/>
                    <a:pt x="79714" y="39857"/>
                  </a:cubicBezTo>
                  <a:cubicBezTo>
                    <a:pt x="79714" y="61855"/>
                    <a:pt x="61855" y="79714"/>
                    <a:pt x="39857" y="79714"/>
                  </a:cubicBezTo>
                  <a:cubicBezTo>
                    <a:pt x="17859" y="79714"/>
                    <a:pt x="0" y="61855"/>
                    <a:pt x="0" y="39857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: фигура 148">
              <a:extLst>
                <a:ext uri="{FF2B5EF4-FFF2-40B4-BE49-F238E27FC236}">
                  <a16:creationId xmlns:a16="http://schemas.microsoft.com/office/drawing/2014/main" id="{1B5F1F90-FE4E-6258-55DD-987FCD6AC82E}"/>
                </a:ext>
              </a:extLst>
            </p:cNvPr>
            <p:cNvSpPr/>
            <p:nvPr/>
          </p:nvSpPr>
          <p:spPr>
            <a:xfrm rot="10800000">
              <a:off x="13067427" y="8594388"/>
              <a:ext cx="159752" cy="159752"/>
            </a:xfrm>
            <a:custGeom>
              <a:avLst/>
              <a:gdLst>
                <a:gd name="connsiteX0" fmla="*/ 159753 w 159752"/>
                <a:gd name="connsiteY0" fmla="*/ 79876 h 159752"/>
                <a:gd name="connsiteX1" fmla="*/ 79876 w 159752"/>
                <a:gd name="connsiteY1" fmla="*/ 159752 h 159752"/>
                <a:gd name="connsiteX2" fmla="*/ 0 w 159752"/>
                <a:gd name="connsiteY2" fmla="*/ 79876 h 159752"/>
                <a:gd name="connsiteX3" fmla="*/ 79876 w 159752"/>
                <a:gd name="connsiteY3" fmla="*/ 0 h 159752"/>
                <a:gd name="connsiteX4" fmla="*/ 159753 w 159752"/>
                <a:gd name="connsiteY4" fmla="*/ 79876 h 159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52" h="159752">
                  <a:moveTo>
                    <a:pt x="159753" y="79876"/>
                  </a:moveTo>
                  <a:cubicBezTo>
                    <a:pt x="159753" y="123991"/>
                    <a:pt x="123991" y="159752"/>
                    <a:pt x="79876" y="159752"/>
                  </a:cubicBezTo>
                  <a:cubicBezTo>
                    <a:pt x="35761" y="159752"/>
                    <a:pt x="0" y="123991"/>
                    <a:pt x="0" y="79876"/>
                  </a:cubicBezTo>
                  <a:cubicBezTo>
                    <a:pt x="0" y="35762"/>
                    <a:pt x="35761" y="0"/>
                    <a:pt x="79876" y="0"/>
                  </a:cubicBezTo>
                  <a:cubicBezTo>
                    <a:pt x="123991" y="0"/>
                    <a:pt x="159753" y="35762"/>
                    <a:pt x="159753" y="7987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0" name="Полилиния: фигура 149">
              <a:extLst>
                <a:ext uri="{FF2B5EF4-FFF2-40B4-BE49-F238E27FC236}">
                  <a16:creationId xmlns:a16="http://schemas.microsoft.com/office/drawing/2014/main" id="{A11F0768-EB06-BF07-8674-61E007D58C6B}"/>
                </a:ext>
              </a:extLst>
            </p:cNvPr>
            <p:cNvSpPr/>
            <p:nvPr/>
          </p:nvSpPr>
          <p:spPr>
            <a:xfrm rot="10800000">
              <a:off x="13860994" y="8069592"/>
              <a:ext cx="244255" cy="244255"/>
            </a:xfrm>
            <a:custGeom>
              <a:avLst/>
              <a:gdLst>
                <a:gd name="connsiteX0" fmla="*/ 122088 w 244255"/>
                <a:gd name="connsiteY0" fmla="*/ 244256 h 244255"/>
                <a:gd name="connsiteX1" fmla="*/ 0 w 244255"/>
                <a:gd name="connsiteY1" fmla="*/ 122087 h 244255"/>
                <a:gd name="connsiteX2" fmla="*/ 122088 w 244255"/>
                <a:gd name="connsiteY2" fmla="*/ 0 h 244255"/>
                <a:gd name="connsiteX3" fmla="*/ 244256 w 244255"/>
                <a:gd name="connsiteY3" fmla="*/ 122087 h 244255"/>
                <a:gd name="connsiteX4" fmla="*/ 122088 w 244255"/>
                <a:gd name="connsiteY4" fmla="*/ 244256 h 24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255" h="244255">
                  <a:moveTo>
                    <a:pt x="122088" y="244256"/>
                  </a:moveTo>
                  <a:cubicBezTo>
                    <a:pt x="54631" y="244256"/>
                    <a:pt x="0" y="189544"/>
                    <a:pt x="0" y="122087"/>
                  </a:cubicBezTo>
                  <a:cubicBezTo>
                    <a:pt x="0" y="54631"/>
                    <a:pt x="54712" y="0"/>
                    <a:pt x="122088" y="0"/>
                  </a:cubicBezTo>
                  <a:cubicBezTo>
                    <a:pt x="189544" y="0"/>
                    <a:pt x="244256" y="54712"/>
                    <a:pt x="244256" y="122087"/>
                  </a:cubicBezTo>
                  <a:cubicBezTo>
                    <a:pt x="244256" y="189544"/>
                    <a:pt x="189544" y="244256"/>
                    <a:pt x="122088" y="24425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50">
              <a:extLst>
                <a:ext uri="{FF2B5EF4-FFF2-40B4-BE49-F238E27FC236}">
                  <a16:creationId xmlns:a16="http://schemas.microsoft.com/office/drawing/2014/main" id="{8522DFE4-B5C6-723C-9A6A-712F3694088D}"/>
                </a:ext>
              </a:extLst>
            </p:cNvPr>
            <p:cNvSpPr/>
            <p:nvPr/>
          </p:nvSpPr>
          <p:spPr>
            <a:xfrm rot="10800000">
              <a:off x="18029248" y="8541219"/>
              <a:ext cx="250262" cy="266010"/>
            </a:xfrm>
            <a:custGeom>
              <a:avLst/>
              <a:gdLst>
                <a:gd name="connsiteX0" fmla="*/ 117298 w 250262"/>
                <a:gd name="connsiteY0" fmla="*/ 266011 h 266010"/>
                <a:gd name="connsiteX1" fmla="*/ 0 w 250262"/>
                <a:gd name="connsiteY1" fmla="*/ 194495 h 266010"/>
                <a:gd name="connsiteX2" fmla="*/ 0 w 250262"/>
                <a:gd name="connsiteY2" fmla="*/ 71515 h 266010"/>
                <a:gd name="connsiteX3" fmla="*/ 117298 w 250262"/>
                <a:gd name="connsiteY3" fmla="*/ 0 h 266010"/>
                <a:gd name="connsiteX4" fmla="*/ 250263 w 250262"/>
                <a:gd name="connsiteY4" fmla="*/ 132965 h 266010"/>
                <a:gd name="connsiteX5" fmla="*/ 117298 w 250262"/>
                <a:gd name="connsiteY5" fmla="*/ 265929 h 26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0262" h="266010">
                  <a:moveTo>
                    <a:pt x="117298" y="266011"/>
                  </a:moveTo>
                  <a:cubicBezTo>
                    <a:pt x="66158" y="266011"/>
                    <a:pt x="22242" y="236788"/>
                    <a:pt x="0" y="194495"/>
                  </a:cubicBezTo>
                  <a:lnTo>
                    <a:pt x="0" y="71515"/>
                  </a:lnTo>
                  <a:cubicBezTo>
                    <a:pt x="22242" y="29223"/>
                    <a:pt x="66158" y="0"/>
                    <a:pt x="117298" y="0"/>
                  </a:cubicBezTo>
                  <a:cubicBezTo>
                    <a:pt x="190761" y="0"/>
                    <a:pt x="250263" y="59583"/>
                    <a:pt x="250263" y="132965"/>
                  </a:cubicBezTo>
                  <a:cubicBezTo>
                    <a:pt x="250263" y="206428"/>
                    <a:pt x="190680" y="265929"/>
                    <a:pt x="117298" y="26592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51">
              <a:extLst>
                <a:ext uri="{FF2B5EF4-FFF2-40B4-BE49-F238E27FC236}">
                  <a16:creationId xmlns:a16="http://schemas.microsoft.com/office/drawing/2014/main" id="{F9BB97FD-FB3A-A568-E119-FF5889A7C983}"/>
                </a:ext>
              </a:extLst>
            </p:cNvPr>
            <p:cNvSpPr/>
            <p:nvPr/>
          </p:nvSpPr>
          <p:spPr>
            <a:xfrm rot="10800000">
              <a:off x="17269045" y="10064549"/>
              <a:ext cx="114781" cy="114781"/>
            </a:xfrm>
            <a:custGeom>
              <a:avLst/>
              <a:gdLst>
                <a:gd name="connsiteX0" fmla="*/ 57391 w 114781"/>
                <a:gd name="connsiteY0" fmla="*/ 0 h 114781"/>
                <a:gd name="connsiteX1" fmla="*/ 114782 w 114781"/>
                <a:gd name="connsiteY1" fmla="*/ 57391 h 114781"/>
                <a:gd name="connsiteX2" fmla="*/ 57391 w 114781"/>
                <a:gd name="connsiteY2" fmla="*/ 114781 h 114781"/>
                <a:gd name="connsiteX3" fmla="*/ 0 w 114781"/>
                <a:gd name="connsiteY3" fmla="*/ 57391 h 114781"/>
                <a:gd name="connsiteX4" fmla="*/ 57391 w 114781"/>
                <a:gd name="connsiteY4" fmla="*/ 0 h 11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781" h="114781">
                  <a:moveTo>
                    <a:pt x="57391" y="0"/>
                  </a:moveTo>
                  <a:cubicBezTo>
                    <a:pt x="89130" y="0"/>
                    <a:pt x="114782" y="25732"/>
                    <a:pt x="114782" y="57391"/>
                  </a:cubicBezTo>
                  <a:cubicBezTo>
                    <a:pt x="114782" y="89130"/>
                    <a:pt x="89049" y="114781"/>
                    <a:pt x="57391" y="114781"/>
                  </a:cubicBezTo>
                  <a:cubicBezTo>
                    <a:pt x="25733" y="114781"/>
                    <a:pt x="0" y="89049"/>
                    <a:pt x="0" y="57391"/>
                  </a:cubicBezTo>
                  <a:cubicBezTo>
                    <a:pt x="0" y="25651"/>
                    <a:pt x="25733" y="0"/>
                    <a:pt x="5739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52">
              <a:extLst>
                <a:ext uri="{FF2B5EF4-FFF2-40B4-BE49-F238E27FC236}">
                  <a16:creationId xmlns:a16="http://schemas.microsoft.com/office/drawing/2014/main" id="{94CBD090-FD74-5195-D676-3B7D560BC35F}"/>
                </a:ext>
              </a:extLst>
            </p:cNvPr>
            <p:cNvSpPr/>
            <p:nvPr/>
          </p:nvSpPr>
          <p:spPr>
            <a:xfrm rot="10800000">
              <a:off x="16377175" y="9525953"/>
              <a:ext cx="226802" cy="226802"/>
            </a:xfrm>
            <a:custGeom>
              <a:avLst/>
              <a:gdLst>
                <a:gd name="connsiteX0" fmla="*/ 113401 w 226802"/>
                <a:gd name="connsiteY0" fmla="*/ 0 h 226802"/>
                <a:gd name="connsiteX1" fmla="*/ 226803 w 226802"/>
                <a:gd name="connsiteY1" fmla="*/ 113401 h 226802"/>
                <a:gd name="connsiteX2" fmla="*/ 113401 w 226802"/>
                <a:gd name="connsiteY2" fmla="*/ 226803 h 226802"/>
                <a:gd name="connsiteX3" fmla="*/ 0 w 226802"/>
                <a:gd name="connsiteY3" fmla="*/ 113401 h 226802"/>
                <a:gd name="connsiteX4" fmla="*/ 113401 w 226802"/>
                <a:gd name="connsiteY4" fmla="*/ 0 h 226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802" h="226802">
                  <a:moveTo>
                    <a:pt x="113401" y="0"/>
                  </a:moveTo>
                  <a:cubicBezTo>
                    <a:pt x="176069" y="0"/>
                    <a:pt x="226803" y="50816"/>
                    <a:pt x="226803" y="113401"/>
                  </a:cubicBezTo>
                  <a:cubicBezTo>
                    <a:pt x="226803" y="176069"/>
                    <a:pt x="175987" y="226803"/>
                    <a:pt x="113401" y="226803"/>
                  </a:cubicBezTo>
                  <a:cubicBezTo>
                    <a:pt x="50734" y="226803"/>
                    <a:pt x="0" y="175987"/>
                    <a:pt x="0" y="113401"/>
                  </a:cubicBezTo>
                  <a:cubicBezTo>
                    <a:pt x="0" y="50734"/>
                    <a:pt x="50816" y="0"/>
                    <a:pt x="11340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53">
              <a:extLst>
                <a:ext uri="{FF2B5EF4-FFF2-40B4-BE49-F238E27FC236}">
                  <a16:creationId xmlns:a16="http://schemas.microsoft.com/office/drawing/2014/main" id="{6BDF3E57-9F4C-806D-3F81-DB9CF5D05116}"/>
                </a:ext>
              </a:extLst>
            </p:cNvPr>
            <p:cNvSpPr/>
            <p:nvPr/>
          </p:nvSpPr>
          <p:spPr>
            <a:xfrm rot="10800000">
              <a:off x="16410294" y="8593901"/>
              <a:ext cx="160564" cy="160564"/>
            </a:xfrm>
            <a:custGeom>
              <a:avLst/>
              <a:gdLst>
                <a:gd name="connsiteX0" fmla="*/ 80282 w 160564"/>
                <a:gd name="connsiteY0" fmla="*/ 160564 h 160564"/>
                <a:gd name="connsiteX1" fmla="*/ 0 w 160564"/>
                <a:gd name="connsiteY1" fmla="*/ 80282 h 160564"/>
                <a:gd name="connsiteX2" fmla="*/ 80282 w 160564"/>
                <a:gd name="connsiteY2" fmla="*/ 0 h 160564"/>
                <a:gd name="connsiteX3" fmla="*/ 160564 w 160564"/>
                <a:gd name="connsiteY3" fmla="*/ 80282 h 160564"/>
                <a:gd name="connsiteX4" fmla="*/ 80282 w 160564"/>
                <a:gd name="connsiteY4" fmla="*/ 160564 h 160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564" h="160564">
                  <a:moveTo>
                    <a:pt x="80282" y="160564"/>
                  </a:moveTo>
                  <a:cubicBezTo>
                    <a:pt x="35960" y="160564"/>
                    <a:pt x="0" y="124604"/>
                    <a:pt x="0" y="80282"/>
                  </a:cubicBezTo>
                  <a:cubicBezTo>
                    <a:pt x="0" y="35961"/>
                    <a:pt x="35960" y="0"/>
                    <a:pt x="80282" y="0"/>
                  </a:cubicBezTo>
                  <a:cubicBezTo>
                    <a:pt x="124604" y="0"/>
                    <a:pt x="160564" y="35961"/>
                    <a:pt x="160564" y="80282"/>
                  </a:cubicBezTo>
                  <a:cubicBezTo>
                    <a:pt x="160564" y="124604"/>
                    <a:pt x="124604" y="160564"/>
                    <a:pt x="80282" y="16056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154">
              <a:extLst>
                <a:ext uri="{FF2B5EF4-FFF2-40B4-BE49-F238E27FC236}">
                  <a16:creationId xmlns:a16="http://schemas.microsoft.com/office/drawing/2014/main" id="{FADC6614-1EFA-39E5-5113-181E1D55CAF5}"/>
                </a:ext>
              </a:extLst>
            </p:cNvPr>
            <p:cNvSpPr/>
            <p:nvPr/>
          </p:nvSpPr>
          <p:spPr>
            <a:xfrm rot="10800000">
              <a:off x="15563395" y="8100276"/>
              <a:ext cx="182806" cy="182806"/>
            </a:xfrm>
            <a:custGeom>
              <a:avLst/>
              <a:gdLst>
                <a:gd name="connsiteX0" fmla="*/ 91403 w 182806"/>
                <a:gd name="connsiteY0" fmla="*/ 0 h 182806"/>
                <a:gd name="connsiteX1" fmla="*/ 182806 w 182806"/>
                <a:gd name="connsiteY1" fmla="*/ 91403 h 182806"/>
                <a:gd name="connsiteX2" fmla="*/ 91403 w 182806"/>
                <a:gd name="connsiteY2" fmla="*/ 182806 h 182806"/>
                <a:gd name="connsiteX3" fmla="*/ 0 w 182806"/>
                <a:gd name="connsiteY3" fmla="*/ 91403 h 182806"/>
                <a:gd name="connsiteX4" fmla="*/ 91403 w 182806"/>
                <a:gd name="connsiteY4" fmla="*/ 0 h 182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06" h="182806">
                  <a:moveTo>
                    <a:pt x="91403" y="0"/>
                  </a:moveTo>
                  <a:cubicBezTo>
                    <a:pt x="141894" y="0"/>
                    <a:pt x="182806" y="40912"/>
                    <a:pt x="182806" y="91403"/>
                  </a:cubicBezTo>
                  <a:cubicBezTo>
                    <a:pt x="182806" y="141894"/>
                    <a:pt x="141894" y="182806"/>
                    <a:pt x="91403" y="182806"/>
                  </a:cubicBezTo>
                  <a:cubicBezTo>
                    <a:pt x="40912" y="182806"/>
                    <a:pt x="0" y="141894"/>
                    <a:pt x="0" y="91403"/>
                  </a:cubicBezTo>
                  <a:cubicBezTo>
                    <a:pt x="0" y="40912"/>
                    <a:pt x="40912" y="0"/>
                    <a:pt x="91403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155">
              <a:extLst>
                <a:ext uri="{FF2B5EF4-FFF2-40B4-BE49-F238E27FC236}">
                  <a16:creationId xmlns:a16="http://schemas.microsoft.com/office/drawing/2014/main" id="{B6CB4908-6723-0268-CEB0-202B02ECB8CB}"/>
                </a:ext>
              </a:extLst>
            </p:cNvPr>
            <p:cNvSpPr/>
            <p:nvPr/>
          </p:nvSpPr>
          <p:spPr>
            <a:xfrm rot="10800000">
              <a:off x="14714387" y="8569711"/>
              <a:ext cx="209106" cy="209106"/>
            </a:xfrm>
            <a:custGeom>
              <a:avLst/>
              <a:gdLst>
                <a:gd name="connsiteX0" fmla="*/ 209107 w 209106"/>
                <a:gd name="connsiteY0" fmla="*/ 104553 h 209106"/>
                <a:gd name="connsiteX1" fmla="*/ 104553 w 209106"/>
                <a:gd name="connsiteY1" fmla="*/ 209107 h 209106"/>
                <a:gd name="connsiteX2" fmla="*/ 0 w 209106"/>
                <a:gd name="connsiteY2" fmla="*/ 104553 h 209106"/>
                <a:gd name="connsiteX3" fmla="*/ 104553 w 209106"/>
                <a:gd name="connsiteY3" fmla="*/ 0 h 209106"/>
                <a:gd name="connsiteX4" fmla="*/ 209107 w 209106"/>
                <a:gd name="connsiteY4" fmla="*/ 104553 h 20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106" h="209106">
                  <a:moveTo>
                    <a:pt x="209107" y="104553"/>
                  </a:moveTo>
                  <a:cubicBezTo>
                    <a:pt x="209107" y="162269"/>
                    <a:pt x="162269" y="209107"/>
                    <a:pt x="104553" y="209107"/>
                  </a:cubicBezTo>
                  <a:cubicBezTo>
                    <a:pt x="46838" y="209107"/>
                    <a:pt x="0" y="162269"/>
                    <a:pt x="0" y="104553"/>
                  </a:cubicBezTo>
                  <a:cubicBezTo>
                    <a:pt x="0" y="46838"/>
                    <a:pt x="46838" y="0"/>
                    <a:pt x="104553" y="0"/>
                  </a:cubicBezTo>
                  <a:cubicBezTo>
                    <a:pt x="162269" y="0"/>
                    <a:pt x="209107" y="46838"/>
                    <a:pt x="209107" y="10455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156">
              <a:extLst>
                <a:ext uri="{FF2B5EF4-FFF2-40B4-BE49-F238E27FC236}">
                  <a16:creationId xmlns:a16="http://schemas.microsoft.com/office/drawing/2014/main" id="{21DD6D3F-E609-FDE0-0F9D-B2FEED8A2F98}"/>
                </a:ext>
              </a:extLst>
            </p:cNvPr>
            <p:cNvSpPr/>
            <p:nvPr/>
          </p:nvSpPr>
          <p:spPr>
            <a:xfrm rot="10800000">
              <a:off x="13900932" y="10039628"/>
              <a:ext cx="164460" cy="164460"/>
            </a:xfrm>
            <a:custGeom>
              <a:avLst/>
              <a:gdLst>
                <a:gd name="connsiteX0" fmla="*/ 82230 w 164460"/>
                <a:gd name="connsiteY0" fmla="*/ 0 h 164460"/>
                <a:gd name="connsiteX1" fmla="*/ 164461 w 164460"/>
                <a:gd name="connsiteY1" fmla="*/ 82230 h 164460"/>
                <a:gd name="connsiteX2" fmla="*/ 82230 w 164460"/>
                <a:gd name="connsiteY2" fmla="*/ 164461 h 164460"/>
                <a:gd name="connsiteX3" fmla="*/ 0 w 164460"/>
                <a:gd name="connsiteY3" fmla="*/ 82230 h 164460"/>
                <a:gd name="connsiteX4" fmla="*/ 82230 w 164460"/>
                <a:gd name="connsiteY4" fmla="*/ 0 h 16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0" h="164460">
                  <a:moveTo>
                    <a:pt x="82230" y="0"/>
                  </a:moveTo>
                  <a:cubicBezTo>
                    <a:pt x="127607" y="0"/>
                    <a:pt x="164461" y="36772"/>
                    <a:pt x="164461" y="82230"/>
                  </a:cubicBezTo>
                  <a:cubicBezTo>
                    <a:pt x="164461" y="127607"/>
                    <a:pt x="127688" y="164461"/>
                    <a:pt x="82230" y="164461"/>
                  </a:cubicBezTo>
                  <a:cubicBezTo>
                    <a:pt x="36853" y="164461"/>
                    <a:pt x="0" y="127688"/>
                    <a:pt x="0" y="82230"/>
                  </a:cubicBezTo>
                  <a:cubicBezTo>
                    <a:pt x="0" y="36853"/>
                    <a:pt x="36772" y="0"/>
                    <a:pt x="82230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157">
              <a:extLst>
                <a:ext uri="{FF2B5EF4-FFF2-40B4-BE49-F238E27FC236}">
                  <a16:creationId xmlns:a16="http://schemas.microsoft.com/office/drawing/2014/main" id="{EC5CAEC7-6BD9-7BC1-99E0-32C9C1E8BA7D}"/>
                </a:ext>
              </a:extLst>
            </p:cNvPr>
            <p:cNvSpPr/>
            <p:nvPr/>
          </p:nvSpPr>
          <p:spPr>
            <a:xfrm rot="10800000">
              <a:off x="13060527" y="9552578"/>
              <a:ext cx="173552" cy="173552"/>
            </a:xfrm>
            <a:custGeom>
              <a:avLst/>
              <a:gdLst>
                <a:gd name="connsiteX0" fmla="*/ 173552 w 173552"/>
                <a:gd name="connsiteY0" fmla="*/ 86776 h 173552"/>
                <a:gd name="connsiteX1" fmla="*/ 86776 w 173552"/>
                <a:gd name="connsiteY1" fmla="*/ 173552 h 173552"/>
                <a:gd name="connsiteX2" fmla="*/ 0 w 173552"/>
                <a:gd name="connsiteY2" fmla="*/ 86776 h 173552"/>
                <a:gd name="connsiteX3" fmla="*/ 86776 w 173552"/>
                <a:gd name="connsiteY3" fmla="*/ 0 h 173552"/>
                <a:gd name="connsiteX4" fmla="*/ 173552 w 173552"/>
                <a:gd name="connsiteY4" fmla="*/ 86776 h 173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552" h="173552">
                  <a:moveTo>
                    <a:pt x="173552" y="86776"/>
                  </a:moveTo>
                  <a:cubicBezTo>
                    <a:pt x="173552" y="134701"/>
                    <a:pt x="134701" y="173552"/>
                    <a:pt x="86776" y="173552"/>
                  </a:cubicBezTo>
                  <a:cubicBezTo>
                    <a:pt x="38851" y="173552"/>
                    <a:pt x="0" y="134701"/>
                    <a:pt x="0" y="86776"/>
                  </a:cubicBezTo>
                  <a:cubicBezTo>
                    <a:pt x="0" y="38851"/>
                    <a:pt x="38851" y="0"/>
                    <a:pt x="86776" y="0"/>
                  </a:cubicBezTo>
                  <a:cubicBezTo>
                    <a:pt x="134701" y="0"/>
                    <a:pt x="173552" y="38851"/>
                    <a:pt x="173552" y="8677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158">
              <a:extLst>
                <a:ext uri="{FF2B5EF4-FFF2-40B4-BE49-F238E27FC236}">
                  <a16:creationId xmlns:a16="http://schemas.microsoft.com/office/drawing/2014/main" id="{A37B5003-2A28-B6E5-2B1F-F186D4600B9F}"/>
                </a:ext>
              </a:extLst>
            </p:cNvPr>
            <p:cNvSpPr/>
            <p:nvPr/>
          </p:nvSpPr>
          <p:spPr>
            <a:xfrm rot="10800000">
              <a:off x="18119110" y="9596332"/>
              <a:ext cx="86207" cy="86207"/>
            </a:xfrm>
            <a:custGeom>
              <a:avLst/>
              <a:gdLst>
                <a:gd name="connsiteX0" fmla="*/ 43104 w 86207"/>
                <a:gd name="connsiteY0" fmla="*/ 86208 h 86207"/>
                <a:gd name="connsiteX1" fmla="*/ 0 w 86207"/>
                <a:gd name="connsiteY1" fmla="*/ 43104 h 86207"/>
                <a:gd name="connsiteX2" fmla="*/ 43104 w 86207"/>
                <a:gd name="connsiteY2" fmla="*/ 0 h 86207"/>
                <a:gd name="connsiteX3" fmla="*/ 86208 w 86207"/>
                <a:gd name="connsiteY3" fmla="*/ 43104 h 86207"/>
                <a:gd name="connsiteX4" fmla="*/ 43104 w 86207"/>
                <a:gd name="connsiteY4" fmla="*/ 86208 h 86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207" h="86207">
                  <a:moveTo>
                    <a:pt x="43104" y="86208"/>
                  </a:moveTo>
                  <a:cubicBezTo>
                    <a:pt x="19320" y="86208"/>
                    <a:pt x="0" y="66888"/>
                    <a:pt x="0" y="43104"/>
                  </a:cubicBezTo>
                  <a:cubicBezTo>
                    <a:pt x="0" y="19320"/>
                    <a:pt x="19320" y="0"/>
                    <a:pt x="43104" y="0"/>
                  </a:cubicBezTo>
                  <a:cubicBezTo>
                    <a:pt x="66888" y="0"/>
                    <a:pt x="86208" y="19320"/>
                    <a:pt x="86208" y="43104"/>
                  </a:cubicBezTo>
                  <a:cubicBezTo>
                    <a:pt x="86208" y="66888"/>
                    <a:pt x="66888" y="86208"/>
                    <a:pt x="43104" y="8620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159">
              <a:extLst>
                <a:ext uri="{FF2B5EF4-FFF2-40B4-BE49-F238E27FC236}">
                  <a16:creationId xmlns:a16="http://schemas.microsoft.com/office/drawing/2014/main" id="{CC25860C-6211-707D-6286-3502AA4DB52C}"/>
                </a:ext>
              </a:extLst>
            </p:cNvPr>
            <p:cNvSpPr/>
            <p:nvPr/>
          </p:nvSpPr>
          <p:spPr>
            <a:xfrm rot="10800000">
              <a:off x="15546430" y="10013571"/>
              <a:ext cx="216737" cy="216737"/>
            </a:xfrm>
            <a:custGeom>
              <a:avLst/>
              <a:gdLst>
                <a:gd name="connsiteX0" fmla="*/ 108369 w 216737"/>
                <a:gd name="connsiteY0" fmla="*/ 216737 h 216737"/>
                <a:gd name="connsiteX1" fmla="*/ 0 w 216737"/>
                <a:gd name="connsiteY1" fmla="*/ 108369 h 216737"/>
                <a:gd name="connsiteX2" fmla="*/ 108369 w 216737"/>
                <a:gd name="connsiteY2" fmla="*/ 0 h 216737"/>
                <a:gd name="connsiteX3" fmla="*/ 216737 w 216737"/>
                <a:gd name="connsiteY3" fmla="*/ 108369 h 216737"/>
                <a:gd name="connsiteX4" fmla="*/ 108369 w 216737"/>
                <a:gd name="connsiteY4" fmla="*/ 216737 h 216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737" h="216737">
                  <a:moveTo>
                    <a:pt x="108369" y="216737"/>
                  </a:moveTo>
                  <a:cubicBezTo>
                    <a:pt x="48543" y="216737"/>
                    <a:pt x="0" y="168195"/>
                    <a:pt x="0" y="108369"/>
                  </a:cubicBezTo>
                  <a:cubicBezTo>
                    <a:pt x="0" y="48543"/>
                    <a:pt x="48543" y="0"/>
                    <a:pt x="108369" y="0"/>
                  </a:cubicBezTo>
                  <a:cubicBezTo>
                    <a:pt x="168195" y="0"/>
                    <a:pt x="216737" y="48543"/>
                    <a:pt x="216737" y="108369"/>
                  </a:cubicBezTo>
                  <a:cubicBezTo>
                    <a:pt x="216737" y="168195"/>
                    <a:pt x="168195" y="216737"/>
                    <a:pt x="108369" y="216737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160">
              <a:extLst>
                <a:ext uri="{FF2B5EF4-FFF2-40B4-BE49-F238E27FC236}">
                  <a16:creationId xmlns:a16="http://schemas.microsoft.com/office/drawing/2014/main" id="{3374CF95-F612-224A-3154-3C02D2832297}"/>
                </a:ext>
              </a:extLst>
            </p:cNvPr>
            <p:cNvSpPr/>
            <p:nvPr/>
          </p:nvSpPr>
          <p:spPr>
            <a:xfrm rot="10800000">
              <a:off x="14770397" y="9590811"/>
              <a:ext cx="97085" cy="97085"/>
            </a:xfrm>
            <a:custGeom>
              <a:avLst/>
              <a:gdLst>
                <a:gd name="connsiteX0" fmla="*/ 97085 w 97085"/>
                <a:gd name="connsiteY0" fmla="*/ 48543 h 97085"/>
                <a:gd name="connsiteX1" fmla="*/ 48543 w 97085"/>
                <a:gd name="connsiteY1" fmla="*/ 97085 h 97085"/>
                <a:gd name="connsiteX2" fmla="*/ 0 w 97085"/>
                <a:gd name="connsiteY2" fmla="*/ 48543 h 97085"/>
                <a:gd name="connsiteX3" fmla="*/ 48543 w 97085"/>
                <a:gd name="connsiteY3" fmla="*/ 0 h 97085"/>
                <a:gd name="connsiteX4" fmla="*/ 97085 w 97085"/>
                <a:gd name="connsiteY4" fmla="*/ 48543 h 97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5" h="97085">
                  <a:moveTo>
                    <a:pt x="97085" y="48543"/>
                  </a:moveTo>
                  <a:cubicBezTo>
                    <a:pt x="97085" y="75352"/>
                    <a:pt x="75352" y="97085"/>
                    <a:pt x="48543" y="97085"/>
                  </a:cubicBezTo>
                  <a:cubicBezTo>
                    <a:pt x="21733" y="97085"/>
                    <a:pt x="0" y="75352"/>
                    <a:pt x="0" y="48543"/>
                  </a:cubicBezTo>
                  <a:cubicBezTo>
                    <a:pt x="0" y="21733"/>
                    <a:pt x="21733" y="0"/>
                    <a:pt x="48543" y="0"/>
                  </a:cubicBezTo>
                  <a:cubicBezTo>
                    <a:pt x="75352" y="0"/>
                    <a:pt x="97085" y="21733"/>
                    <a:pt x="97085" y="4854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161">
              <a:extLst>
                <a:ext uri="{FF2B5EF4-FFF2-40B4-BE49-F238E27FC236}">
                  <a16:creationId xmlns:a16="http://schemas.microsoft.com/office/drawing/2014/main" id="{33E38A49-E8F2-3CDA-103B-80BCC8F053BA}"/>
                </a:ext>
              </a:extLst>
            </p:cNvPr>
            <p:cNvSpPr/>
            <p:nvPr/>
          </p:nvSpPr>
          <p:spPr>
            <a:xfrm rot="10800000">
              <a:off x="12247397" y="10057811"/>
              <a:ext cx="128256" cy="128256"/>
            </a:xfrm>
            <a:custGeom>
              <a:avLst/>
              <a:gdLst>
                <a:gd name="connsiteX0" fmla="*/ 128256 w 128256"/>
                <a:gd name="connsiteY0" fmla="*/ 64128 h 128256"/>
                <a:gd name="connsiteX1" fmla="*/ 64128 w 128256"/>
                <a:gd name="connsiteY1" fmla="*/ 128257 h 128256"/>
                <a:gd name="connsiteX2" fmla="*/ -1 w 128256"/>
                <a:gd name="connsiteY2" fmla="*/ 64128 h 128256"/>
                <a:gd name="connsiteX3" fmla="*/ 64128 w 128256"/>
                <a:gd name="connsiteY3" fmla="*/ 0 h 128256"/>
                <a:gd name="connsiteX4" fmla="*/ 128256 w 128256"/>
                <a:gd name="connsiteY4" fmla="*/ 64128 h 128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56" h="128256">
                  <a:moveTo>
                    <a:pt x="128256" y="64128"/>
                  </a:moveTo>
                  <a:cubicBezTo>
                    <a:pt x="128256" y="99545"/>
                    <a:pt x="99545" y="128257"/>
                    <a:pt x="64128" y="128257"/>
                  </a:cubicBezTo>
                  <a:cubicBezTo>
                    <a:pt x="28711" y="128257"/>
                    <a:pt x="-1" y="99545"/>
                    <a:pt x="-1" y="64128"/>
                  </a:cubicBezTo>
                  <a:cubicBezTo>
                    <a:pt x="-1" y="28711"/>
                    <a:pt x="28710" y="0"/>
                    <a:pt x="64128" y="0"/>
                  </a:cubicBezTo>
                  <a:cubicBezTo>
                    <a:pt x="99545" y="0"/>
                    <a:pt x="128256" y="28711"/>
                    <a:pt x="128256" y="6412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1" name="Рисунок 14" descr="Маркеры-галочки">
            <a:extLst>
              <a:ext uri="{FF2B5EF4-FFF2-40B4-BE49-F238E27FC236}">
                <a16:creationId xmlns:a16="http://schemas.microsoft.com/office/drawing/2014/main" id="{CD3DBA5F-2B54-A912-D238-1002462803EB}"/>
              </a:ext>
            </a:extLst>
          </p:cNvPr>
          <p:cNvSpPr/>
          <p:nvPr/>
        </p:nvSpPr>
        <p:spPr>
          <a:xfrm>
            <a:off x="15845986" y="2125447"/>
            <a:ext cx="153697" cy="97128"/>
          </a:xfrm>
          <a:custGeom>
            <a:avLst/>
            <a:gdLst>
              <a:gd name="connsiteX0" fmla="*/ 373568 w 410447"/>
              <a:gd name="connsiteY0" fmla="*/ 1517 h 286872"/>
              <a:gd name="connsiteX1" fmla="*/ 147601 w 410447"/>
              <a:gd name="connsiteY1" fmla="*/ 215126 h 286872"/>
              <a:gd name="connsiteX2" fmla="*/ 39031 w 410447"/>
              <a:gd name="connsiteY2" fmla="*/ 103908 h 286872"/>
              <a:gd name="connsiteX3" fmla="*/ 1517 w 410447"/>
              <a:gd name="connsiteY3" fmla="*/ 139657 h 286872"/>
              <a:gd name="connsiteX4" fmla="*/ 145836 w 410447"/>
              <a:gd name="connsiteY4" fmla="*/ 287948 h 286872"/>
              <a:gd name="connsiteX5" fmla="*/ 183791 w 410447"/>
              <a:gd name="connsiteY5" fmla="*/ 252641 h 286872"/>
              <a:gd name="connsiteX6" fmla="*/ 409317 w 410447"/>
              <a:gd name="connsiteY6" fmla="*/ 38590 h 286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0447" h="286872">
                <a:moveTo>
                  <a:pt x="373568" y="1517"/>
                </a:moveTo>
                <a:lnTo>
                  <a:pt x="147601" y="215126"/>
                </a:lnTo>
                <a:lnTo>
                  <a:pt x="39031" y="103908"/>
                </a:lnTo>
                <a:lnTo>
                  <a:pt x="1517" y="139657"/>
                </a:lnTo>
                <a:lnTo>
                  <a:pt x="145836" y="287948"/>
                </a:lnTo>
                <a:lnTo>
                  <a:pt x="183791" y="252641"/>
                </a:lnTo>
                <a:lnTo>
                  <a:pt x="409317" y="38590"/>
                </a:lnTo>
                <a:close/>
              </a:path>
            </a:pathLst>
          </a:custGeom>
          <a:solidFill>
            <a:schemeClr val="bg1"/>
          </a:solidFill>
          <a:ln w="436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473F5B1-07B4-070A-1C54-0628E266CA06}"/>
              </a:ext>
            </a:extLst>
          </p:cNvPr>
          <p:cNvSpPr/>
          <p:nvPr/>
        </p:nvSpPr>
        <p:spPr>
          <a:xfrm>
            <a:off x="8134618" y="1886651"/>
            <a:ext cx="9616277" cy="2635608"/>
          </a:xfrm>
          <a:prstGeom prst="roundRect">
            <a:avLst>
              <a:gd name="adj" fmla="val 15919"/>
            </a:avLst>
          </a:prstGeom>
          <a:solidFill>
            <a:srgbClr val="D9F3FD"/>
          </a:solidFill>
          <a:ln w="50800">
            <a:solidFill>
              <a:srgbClr val="5BAFE3"/>
            </a:solidFill>
            <a:prstDash val="sysDash"/>
          </a:ln>
        </p:spPr>
        <p:txBody>
          <a:bodyPr wrap="square" lIns="324000" tIns="216000" anchor="t" anchorCtr="0">
            <a:noAutofit/>
          </a:bodyPr>
          <a:lstStyle/>
          <a:p>
            <a:pPr marL="342900" indent="-342900">
              <a:spcBef>
                <a:spcPts val="2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500" dirty="0">
                <a:solidFill>
                  <a:prstClr val="black"/>
                </a:solidFill>
              </a:rPr>
              <a:t>Повышено </a:t>
            </a:r>
            <a:r>
              <a:rPr lang="ru-RU" sz="25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качество и скорость </a:t>
            </a:r>
            <a:r>
              <a:rPr lang="ru-RU" sz="2500" dirty="0">
                <a:solidFill>
                  <a:prstClr val="black"/>
                </a:solidFill>
              </a:rPr>
              <a:t>внедрения разработок </a:t>
            </a:r>
            <a:br>
              <a:rPr lang="ru-RU" sz="2500" dirty="0">
                <a:solidFill>
                  <a:prstClr val="black"/>
                </a:solidFill>
              </a:rPr>
            </a:br>
            <a:r>
              <a:rPr lang="ru-RU" sz="2500" dirty="0">
                <a:solidFill>
                  <a:prstClr val="black"/>
                </a:solidFill>
              </a:rPr>
              <a:t>при </a:t>
            </a:r>
            <a:r>
              <a:rPr lang="ru-RU" sz="25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росте производительности труда на 32%</a:t>
            </a:r>
          </a:p>
          <a:p>
            <a:pPr marL="342900" indent="-342900">
              <a:spcBef>
                <a:spcPts val="20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500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Повышение качества кода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4883B0C-A35C-3607-4E16-D2280D56B34B}"/>
              </a:ext>
            </a:extLst>
          </p:cNvPr>
          <p:cNvSpPr/>
          <p:nvPr/>
        </p:nvSpPr>
        <p:spPr>
          <a:xfrm>
            <a:off x="545266" y="1886652"/>
            <a:ext cx="7098957" cy="7774183"/>
          </a:xfrm>
          <a:prstGeom prst="roundRect">
            <a:avLst>
              <a:gd name="adj" fmla="val 5331"/>
            </a:avLst>
          </a:prstGeom>
          <a:solidFill>
            <a:schemeClr val="bg1"/>
          </a:solidFill>
          <a:ln w="50800" cap="sq">
            <a:solidFill>
              <a:srgbClr val="5BAFE3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1799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34D825E-C0FA-72F2-B856-23B968334146}"/>
              </a:ext>
            </a:extLst>
          </p:cNvPr>
          <p:cNvGrpSpPr/>
          <p:nvPr/>
        </p:nvGrpSpPr>
        <p:grpSpPr>
          <a:xfrm>
            <a:off x="1199099" y="2423251"/>
            <a:ext cx="1364624" cy="1364624"/>
            <a:chOff x="1056701" y="3705404"/>
            <a:chExt cx="1364624" cy="1364624"/>
          </a:xfrm>
        </p:grpSpPr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13596A60-AE1C-3306-1812-BC47E020BB30}"/>
                </a:ext>
              </a:extLst>
            </p:cNvPr>
            <p:cNvSpPr/>
            <p:nvPr/>
          </p:nvSpPr>
          <p:spPr>
            <a:xfrm>
              <a:off x="1056701" y="3705404"/>
              <a:ext cx="1364624" cy="1364624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456880"/>
              <a:endParaRPr lang="ru-RU" sz="1799" noProof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6021BF69-2A2E-64B6-471A-3AD240C15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1249162" y="3866501"/>
              <a:ext cx="1048340" cy="919544"/>
            </a:xfrm>
            <a:prstGeom prst="rect">
              <a:avLst/>
            </a:prstGeom>
          </p:spPr>
        </p:pic>
      </p:grp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27342A9-0A2F-78B1-1C00-DB55196FB085}"/>
              </a:ext>
            </a:extLst>
          </p:cNvPr>
          <p:cNvSpPr/>
          <p:nvPr/>
        </p:nvSpPr>
        <p:spPr bwMode="auto">
          <a:xfrm>
            <a:off x="2634841" y="2531443"/>
            <a:ext cx="3600000" cy="94453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8000" tIns="108000" rIns="108000" bIns="108000" numCol="1" spcCol="1270" anchor="t" anchorCtr="0">
            <a:noAutofit/>
          </a:bodyPr>
          <a:lstStyle/>
          <a:p>
            <a:pPr marR="0" lvl="0" indent="0" algn="ctr" defTabSz="45688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ru-RU" sz="3200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Искусственный интеллект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D1092D7-956D-F133-29C8-71ABC94A48AF}"/>
              </a:ext>
            </a:extLst>
          </p:cNvPr>
          <p:cNvSpPr/>
          <p:nvPr/>
        </p:nvSpPr>
        <p:spPr bwMode="auto">
          <a:xfrm>
            <a:off x="903139" y="4187541"/>
            <a:ext cx="6590824" cy="5678114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8000" tIns="108000" rIns="108000" bIns="108000" numCol="1" spcCol="1270" anchor="t" anchorCtr="0">
            <a:noAutofit/>
          </a:bodyPr>
          <a:lstStyle/>
          <a:p>
            <a:pPr marL="361697" indent="-270000" fontAlgn="base">
              <a:spcBef>
                <a:spcPts val="1799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r>
              <a:rPr lang="ru-RU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Создание комментариев к коду в 1С</a:t>
            </a:r>
          </a:p>
          <a:p>
            <a:pPr marL="361697" indent="-270000" fontAlgn="base">
              <a:spcBef>
                <a:spcPts val="1799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r>
              <a:rPr lang="ru-RU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Поиск ошибок в коде с предложением вариантов исправления в 1С</a:t>
            </a:r>
          </a:p>
          <a:p>
            <a:pPr marL="361697" indent="-270000" fontAlgn="base">
              <a:spcBef>
                <a:spcPts val="1799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r>
              <a:rPr lang="ru-RU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Генерация частей кода</a:t>
            </a:r>
            <a:r>
              <a:rPr lang="en-US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web</a:t>
            </a:r>
            <a:r>
              <a:rPr lang="ru-RU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1С</a:t>
            </a:r>
            <a:endParaRPr lang="en-US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1697" indent="-270000" fontAlgn="base">
              <a:spcBef>
                <a:spcPts val="1799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r>
              <a:rPr lang="ru-RU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Создание сквозных тестов (Е2Е) и </a:t>
            </a:r>
            <a:r>
              <a:rPr lang="ru-RU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автотестов</a:t>
            </a:r>
            <a:endParaRPr lang="ru-RU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1697" indent="-270000" fontAlgn="base">
              <a:spcBef>
                <a:spcPts val="1799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r>
              <a:rPr lang="ru-RU" sz="25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Подсказки программисту в решении сложных задач</a:t>
            </a:r>
          </a:p>
          <a:p>
            <a:pPr marL="361697" indent="-270000" fontAlgn="base">
              <a:spcBef>
                <a:spcPts val="1799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r>
              <a:rPr lang="ru-RU" sz="25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Оптимизация ранее написанного кода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513DFD-D628-012D-7A5B-BBF612351C4F}"/>
              </a:ext>
            </a:extLst>
          </p:cNvPr>
          <p:cNvSpPr txBox="1"/>
          <p:nvPr/>
        </p:nvSpPr>
        <p:spPr>
          <a:xfrm>
            <a:off x="385352" y="284669"/>
            <a:ext cx="1454670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600" b="1" kern="0" noProof="0" dirty="0">
                <a:solidFill>
                  <a:srgbClr val="006EBE"/>
                </a:solidFill>
                <a:latin typeface="Arial"/>
                <a:cs typeface="Arial"/>
              </a:rPr>
              <a:t>…и ИИ</a:t>
            </a:r>
            <a:endParaRPr kumimoji="0" lang="ru-RU" sz="4600" b="1" i="0" u="none" strike="noStrike" kern="0" cap="none" spc="0" normalizeH="0" baseline="0" noProof="0" dirty="0">
              <a:ln>
                <a:noFill/>
              </a:ln>
              <a:solidFill>
                <a:srgbClr val="006EB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EA2A33A-221B-8634-11CD-999113CF02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01" t="5539" r="5539" b="6101"/>
          <a:stretch>
            <a:fillRect/>
          </a:stretch>
        </p:blipFill>
        <p:spPr>
          <a:xfrm>
            <a:off x="10208354" y="4021120"/>
            <a:ext cx="5639715" cy="5639715"/>
          </a:xfrm>
          <a:prstGeom prst="ellipse">
            <a:avLst/>
          </a:prstGeom>
          <a:noFill/>
          <a:ln w="76200">
            <a:solidFill>
              <a:srgbClr val="D9F3FD"/>
            </a:solidFill>
          </a:ln>
        </p:spPr>
      </p:pic>
    </p:spTree>
    <p:extLst>
      <p:ext uri="{BB962C8B-B14F-4D97-AF65-F5344CB8AC3E}">
        <p14:creationId xmlns:p14="http://schemas.microsoft.com/office/powerpoint/2010/main" val="3476431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5A799-F444-6B0D-DA82-046DA6C61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06EBE259-5F28-D9F0-1FAD-1AD33039D26C}"/>
              </a:ext>
            </a:extLst>
          </p:cNvPr>
          <p:cNvSpPr/>
          <p:nvPr/>
        </p:nvSpPr>
        <p:spPr>
          <a:xfrm rot="4083854">
            <a:off x="15979438" y="1271867"/>
            <a:ext cx="2749038" cy="2749038"/>
          </a:xfrm>
          <a:prstGeom prst="ellipse">
            <a:avLst/>
          </a:prstGeom>
          <a:solidFill>
            <a:srgbClr val="B4D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80"/>
            <a:endParaRPr lang="ru-RU" sz="1799" noProof="0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38" name="object 5">
            <a:extLst>
              <a:ext uri="{FF2B5EF4-FFF2-40B4-BE49-F238E27FC236}">
                <a16:creationId xmlns:a16="http://schemas.microsoft.com/office/drawing/2014/main" id="{1DE07799-FF28-EE15-1479-24084318C35B}"/>
              </a:ext>
            </a:extLst>
          </p:cNvPr>
          <p:cNvSpPr txBox="1"/>
          <p:nvPr/>
        </p:nvSpPr>
        <p:spPr>
          <a:xfrm>
            <a:off x="535595" y="6678483"/>
            <a:ext cx="4189345" cy="910251"/>
          </a:xfrm>
          <a:prstGeom prst="roundRect">
            <a:avLst>
              <a:gd name="adj" fmla="val 25038"/>
            </a:avLst>
          </a:prstGeom>
          <a:noFill/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>
            <a:defPPr>
              <a:defRPr lang="en-US"/>
            </a:defPPr>
            <a:lvl1pPr algn="ctr" defTabSz="456880">
              <a:spcBef>
                <a:spcPts val="1199"/>
              </a:spcBef>
              <a:buClr>
                <a:srgbClr val="006EBE"/>
              </a:buClr>
              <a:defRPr sz="3598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ru-RU" dirty="0"/>
          </a:p>
        </p:txBody>
      </p:sp>
      <p:pic>
        <p:nvPicPr>
          <p:cNvPr id="21" name="Рисунок 20" descr="Изображение выглядит как текст, красный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BEE88DA-1F22-B98C-FAB6-C672F38B88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747"/>
          <a:stretch>
            <a:fillRect/>
          </a:stretch>
        </p:blipFill>
        <p:spPr>
          <a:xfrm>
            <a:off x="661135" y="6748191"/>
            <a:ext cx="838215" cy="791547"/>
          </a:xfrm>
          <a:prstGeom prst="rect">
            <a:avLst/>
          </a:prstGeom>
        </p:spPr>
      </p:pic>
      <p:sp>
        <p:nvSpPr>
          <p:cNvPr id="20" name="object 5">
            <a:extLst>
              <a:ext uri="{FF2B5EF4-FFF2-40B4-BE49-F238E27FC236}">
                <a16:creationId xmlns:a16="http://schemas.microsoft.com/office/drawing/2014/main" id="{875CEBC2-2854-B30D-70C6-696B86D07D9A}"/>
              </a:ext>
            </a:extLst>
          </p:cNvPr>
          <p:cNvSpPr txBox="1"/>
          <p:nvPr/>
        </p:nvSpPr>
        <p:spPr>
          <a:xfrm>
            <a:off x="535595" y="7779976"/>
            <a:ext cx="4189345" cy="910251"/>
          </a:xfrm>
          <a:prstGeom prst="roundRect">
            <a:avLst>
              <a:gd name="adj" fmla="val 25038"/>
            </a:avLst>
          </a:prstGeom>
          <a:noFill/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>
            <a:defPPr>
              <a:defRPr lang="en-US"/>
            </a:defPPr>
            <a:lvl1pPr algn="ctr" defTabSz="456880">
              <a:spcBef>
                <a:spcPts val="1199"/>
              </a:spcBef>
              <a:buClr>
                <a:srgbClr val="006EBE"/>
              </a:buClr>
              <a:defRPr sz="3598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ru-RU" dirty="0"/>
          </a:p>
        </p:txBody>
      </p:sp>
      <p:sp>
        <p:nvSpPr>
          <p:cNvPr id="42" name="object 5">
            <a:extLst>
              <a:ext uri="{FF2B5EF4-FFF2-40B4-BE49-F238E27FC236}">
                <a16:creationId xmlns:a16="http://schemas.microsoft.com/office/drawing/2014/main" id="{4663919E-532A-F2EF-FD0E-37A64309CF7A}"/>
              </a:ext>
            </a:extLst>
          </p:cNvPr>
          <p:cNvSpPr txBox="1"/>
          <p:nvPr/>
        </p:nvSpPr>
        <p:spPr>
          <a:xfrm>
            <a:off x="9244993" y="8914787"/>
            <a:ext cx="4189345" cy="910251"/>
          </a:xfrm>
          <a:prstGeom prst="roundRect">
            <a:avLst>
              <a:gd name="adj" fmla="val 25038"/>
            </a:avLst>
          </a:prstGeom>
          <a:noFill/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>
            <a:defPPr>
              <a:defRPr lang="en-US"/>
            </a:defPPr>
            <a:lvl1pPr algn="ctr" defTabSz="456880">
              <a:spcBef>
                <a:spcPts val="1199"/>
              </a:spcBef>
              <a:buClr>
                <a:srgbClr val="006EBE"/>
              </a:buClr>
              <a:defRPr sz="3598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ru-RU" dirty="0"/>
          </a:p>
        </p:txBody>
      </p:sp>
      <p:sp>
        <p:nvSpPr>
          <p:cNvPr id="30" name="object 5">
            <a:extLst>
              <a:ext uri="{FF2B5EF4-FFF2-40B4-BE49-F238E27FC236}">
                <a16:creationId xmlns:a16="http://schemas.microsoft.com/office/drawing/2014/main" id="{B63E36E6-E938-85A6-5D57-4CE53AAC916A}"/>
              </a:ext>
            </a:extLst>
          </p:cNvPr>
          <p:cNvSpPr txBox="1"/>
          <p:nvPr/>
        </p:nvSpPr>
        <p:spPr>
          <a:xfrm>
            <a:off x="499639" y="8914787"/>
            <a:ext cx="4189345" cy="910251"/>
          </a:xfrm>
          <a:prstGeom prst="roundRect">
            <a:avLst>
              <a:gd name="adj" fmla="val 25038"/>
            </a:avLst>
          </a:prstGeom>
          <a:noFill/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>
            <a:defPPr>
              <a:defRPr lang="en-US"/>
            </a:defPPr>
            <a:lvl1pPr algn="ctr" defTabSz="456880">
              <a:spcBef>
                <a:spcPts val="1199"/>
              </a:spcBef>
              <a:buClr>
                <a:srgbClr val="006EBE"/>
              </a:buClr>
              <a:defRPr sz="3598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ru-RU" dirty="0"/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0BBB2F8A-B266-C3DF-437A-06B218543213}"/>
              </a:ext>
            </a:extLst>
          </p:cNvPr>
          <p:cNvSpPr txBox="1"/>
          <p:nvPr/>
        </p:nvSpPr>
        <p:spPr>
          <a:xfrm>
            <a:off x="9256979" y="7779976"/>
            <a:ext cx="4189345" cy="910251"/>
          </a:xfrm>
          <a:prstGeom prst="roundRect">
            <a:avLst>
              <a:gd name="adj" fmla="val 25038"/>
            </a:avLst>
          </a:prstGeom>
          <a:noFill/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>
            <a:defPPr>
              <a:defRPr lang="en-US"/>
            </a:defPPr>
            <a:lvl1pPr algn="ctr" defTabSz="456880">
              <a:spcBef>
                <a:spcPts val="1199"/>
              </a:spcBef>
              <a:buClr>
                <a:srgbClr val="006EBE"/>
              </a:buClr>
              <a:defRPr sz="3598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ru-RU" dirty="0"/>
          </a:p>
        </p:txBody>
      </p:sp>
      <p:sp>
        <p:nvSpPr>
          <p:cNvPr id="27" name="object 5">
            <a:extLst>
              <a:ext uri="{FF2B5EF4-FFF2-40B4-BE49-F238E27FC236}">
                <a16:creationId xmlns:a16="http://schemas.microsoft.com/office/drawing/2014/main" id="{5DAC1ED1-DCA9-0E38-BA49-CFF9519697C6}"/>
              </a:ext>
            </a:extLst>
          </p:cNvPr>
          <p:cNvSpPr txBox="1"/>
          <p:nvPr/>
        </p:nvSpPr>
        <p:spPr>
          <a:xfrm>
            <a:off x="4896287" y="7779976"/>
            <a:ext cx="4189345" cy="910251"/>
          </a:xfrm>
          <a:prstGeom prst="roundRect">
            <a:avLst>
              <a:gd name="adj" fmla="val 25038"/>
            </a:avLst>
          </a:prstGeom>
          <a:noFill/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>
            <a:defPPr>
              <a:defRPr lang="en-US"/>
            </a:defPPr>
            <a:lvl1pPr algn="ctr" defTabSz="456880">
              <a:spcBef>
                <a:spcPts val="1199"/>
              </a:spcBef>
              <a:buClr>
                <a:srgbClr val="006EBE"/>
              </a:buClr>
              <a:defRPr sz="3598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ru-RU" dirty="0"/>
          </a:p>
        </p:txBody>
      </p:sp>
      <p:sp>
        <p:nvSpPr>
          <p:cNvPr id="28" name="object 5">
            <a:extLst>
              <a:ext uri="{FF2B5EF4-FFF2-40B4-BE49-F238E27FC236}">
                <a16:creationId xmlns:a16="http://schemas.microsoft.com/office/drawing/2014/main" id="{D6005F0D-C293-13D8-EF69-F86087577133}"/>
              </a:ext>
            </a:extLst>
          </p:cNvPr>
          <p:cNvSpPr txBox="1"/>
          <p:nvPr/>
        </p:nvSpPr>
        <p:spPr>
          <a:xfrm>
            <a:off x="4872316" y="8914787"/>
            <a:ext cx="4189345" cy="910251"/>
          </a:xfrm>
          <a:prstGeom prst="roundRect">
            <a:avLst>
              <a:gd name="adj" fmla="val 25038"/>
            </a:avLst>
          </a:prstGeom>
          <a:noFill/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>
            <a:defPPr>
              <a:defRPr lang="en-US"/>
            </a:defPPr>
            <a:lvl1pPr algn="ctr" defTabSz="456880">
              <a:spcBef>
                <a:spcPts val="1199"/>
              </a:spcBef>
              <a:buClr>
                <a:srgbClr val="006EBE"/>
              </a:buClr>
              <a:defRPr sz="3598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ru-RU" dirty="0"/>
          </a:p>
        </p:txBody>
      </p:sp>
      <p:sp>
        <p:nvSpPr>
          <p:cNvPr id="32" name="object 5">
            <a:extLst>
              <a:ext uri="{FF2B5EF4-FFF2-40B4-BE49-F238E27FC236}">
                <a16:creationId xmlns:a16="http://schemas.microsoft.com/office/drawing/2014/main" id="{18833F74-5B37-651F-6E5C-ECABBEC3DF4B}"/>
              </a:ext>
            </a:extLst>
          </p:cNvPr>
          <p:cNvSpPr txBox="1"/>
          <p:nvPr/>
        </p:nvSpPr>
        <p:spPr>
          <a:xfrm>
            <a:off x="13617671" y="7779976"/>
            <a:ext cx="4189345" cy="910251"/>
          </a:xfrm>
          <a:prstGeom prst="roundRect">
            <a:avLst>
              <a:gd name="adj" fmla="val 25038"/>
            </a:avLst>
          </a:prstGeom>
          <a:noFill/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>
            <a:defPPr>
              <a:defRPr lang="en-US"/>
            </a:defPPr>
            <a:lvl1pPr algn="ctr" defTabSz="456880">
              <a:spcBef>
                <a:spcPts val="1199"/>
              </a:spcBef>
              <a:buClr>
                <a:srgbClr val="006EBE"/>
              </a:buClr>
              <a:defRPr sz="3598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ru-RU" dirty="0"/>
          </a:p>
        </p:txBody>
      </p:sp>
      <p:sp>
        <p:nvSpPr>
          <p:cNvPr id="36" name="object 5">
            <a:extLst>
              <a:ext uri="{FF2B5EF4-FFF2-40B4-BE49-F238E27FC236}">
                <a16:creationId xmlns:a16="http://schemas.microsoft.com/office/drawing/2014/main" id="{27903EEC-58EA-08A2-D795-21F8EC03EAF9}"/>
              </a:ext>
            </a:extLst>
          </p:cNvPr>
          <p:cNvSpPr txBox="1"/>
          <p:nvPr/>
        </p:nvSpPr>
        <p:spPr>
          <a:xfrm>
            <a:off x="4896287" y="6678483"/>
            <a:ext cx="4189345" cy="910251"/>
          </a:xfrm>
          <a:prstGeom prst="roundRect">
            <a:avLst>
              <a:gd name="adj" fmla="val 25038"/>
            </a:avLst>
          </a:prstGeom>
          <a:noFill/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>
            <a:defPPr>
              <a:defRPr lang="en-US"/>
            </a:defPPr>
            <a:lvl1pPr algn="ctr" defTabSz="456880">
              <a:spcBef>
                <a:spcPts val="1199"/>
              </a:spcBef>
              <a:buClr>
                <a:srgbClr val="006EBE"/>
              </a:buClr>
              <a:defRPr sz="3598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ru-RU" dirty="0"/>
          </a:p>
        </p:txBody>
      </p:sp>
      <p:sp>
        <p:nvSpPr>
          <p:cNvPr id="40" name="object 5">
            <a:extLst>
              <a:ext uri="{FF2B5EF4-FFF2-40B4-BE49-F238E27FC236}">
                <a16:creationId xmlns:a16="http://schemas.microsoft.com/office/drawing/2014/main" id="{DEC78262-A2C8-5291-974F-8E5AFEA300EC}"/>
              </a:ext>
            </a:extLst>
          </p:cNvPr>
          <p:cNvSpPr txBox="1"/>
          <p:nvPr/>
        </p:nvSpPr>
        <p:spPr>
          <a:xfrm>
            <a:off x="13617671" y="8914787"/>
            <a:ext cx="4189345" cy="910251"/>
          </a:xfrm>
          <a:prstGeom prst="roundRect">
            <a:avLst>
              <a:gd name="adj" fmla="val 25038"/>
            </a:avLst>
          </a:prstGeom>
          <a:noFill/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>
            <a:defPPr>
              <a:defRPr lang="en-US"/>
            </a:defPPr>
            <a:lvl1pPr algn="ctr" defTabSz="456880">
              <a:spcBef>
                <a:spcPts val="1199"/>
              </a:spcBef>
              <a:buClr>
                <a:srgbClr val="006EBE"/>
              </a:buClr>
              <a:defRPr sz="3598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23E1E1-C32C-4F3A-86C1-6A911E8B8633}"/>
              </a:ext>
            </a:extLst>
          </p:cNvPr>
          <p:cNvSpPr txBox="1"/>
          <p:nvPr/>
        </p:nvSpPr>
        <p:spPr>
          <a:xfrm>
            <a:off x="412174" y="1983526"/>
            <a:ext cx="922366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1463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32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Производительность выросла на 18%</a:t>
            </a:r>
          </a:p>
          <a:p>
            <a:pPr marL="269875">
              <a:spcBef>
                <a:spcPts val="600"/>
              </a:spcBef>
              <a:buClr>
                <a:srgbClr val="006EBE"/>
              </a:buClr>
            </a:pPr>
            <a:r>
              <a:rPr lang="ru-RU" sz="24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На основании проведенных «тестов </a:t>
            </a:r>
            <a:r>
              <a:rPr lang="ru-RU" sz="2400" dirty="0" err="1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Гилева</a:t>
            </a:r>
            <a:r>
              <a:rPr lang="ru-RU" sz="24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» </a:t>
            </a:r>
            <a:endParaRPr lang="en-US" sz="2400" dirty="0">
              <a:latin typeface="Arial" panose="020B0604020202020204" pitchFamily="34" charset="0"/>
              <a:ea typeface="Arial Regular" pitchFamily="34" charset="-122"/>
              <a:cs typeface="Arial" panose="020B0604020202020204" pitchFamily="34" charset="0"/>
            </a:endParaRPr>
          </a:p>
          <a:p>
            <a:pPr marL="269875">
              <a:spcBef>
                <a:spcPts val="600"/>
              </a:spcBef>
              <a:buClr>
                <a:srgbClr val="006EBE"/>
              </a:buClr>
            </a:pPr>
            <a:r>
              <a:rPr lang="ru-RU" sz="24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2024 –</a:t>
            </a:r>
            <a:r>
              <a:rPr lang="en-US" sz="24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31.65 (Удовлетворительно)</a:t>
            </a:r>
            <a:endParaRPr lang="en-US" sz="2400" dirty="0">
              <a:latin typeface="Arial" panose="020B0604020202020204" pitchFamily="34" charset="0"/>
              <a:ea typeface="Arial Regular" pitchFamily="34" charset="-122"/>
              <a:cs typeface="Arial" panose="020B0604020202020204" pitchFamily="34" charset="0"/>
            </a:endParaRPr>
          </a:p>
          <a:p>
            <a:pPr marL="269875">
              <a:spcBef>
                <a:spcPts val="600"/>
              </a:spcBef>
              <a:buClr>
                <a:srgbClr val="006EBE"/>
              </a:buClr>
            </a:pPr>
            <a:r>
              <a:rPr lang="ru-RU" sz="24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2025 – 37.31 (Хорошо)</a:t>
            </a:r>
          </a:p>
          <a:p>
            <a:pPr marL="271463" indent="-271463">
              <a:spcBef>
                <a:spcPts val="24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32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Охват увеличился на</a:t>
            </a:r>
            <a:r>
              <a:rPr lang="en-US" sz="32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kern="10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37%</a:t>
            </a:r>
          </a:p>
          <a:p>
            <a:pPr marL="269875">
              <a:spcBef>
                <a:spcPts val="600"/>
              </a:spcBef>
              <a:buClr>
                <a:srgbClr val="006EBE"/>
              </a:buClr>
            </a:pPr>
            <a:r>
              <a:rPr lang="ru-RU" sz="24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Активные уникальные пользователи </a:t>
            </a:r>
          </a:p>
          <a:p>
            <a:pPr marL="269875">
              <a:spcBef>
                <a:spcPts val="600"/>
              </a:spcBef>
              <a:buClr>
                <a:srgbClr val="006EBE"/>
              </a:buClr>
            </a:pPr>
            <a:r>
              <a:rPr lang="ru-RU" sz="24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2024 – 3162</a:t>
            </a:r>
          </a:p>
          <a:p>
            <a:pPr marL="269875">
              <a:spcBef>
                <a:spcPts val="600"/>
              </a:spcBef>
              <a:buClr>
                <a:srgbClr val="006EBE"/>
              </a:buClr>
            </a:pPr>
            <a:r>
              <a:rPr lang="ru-RU" sz="24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2025 – 4346 пользователей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56D29-26B5-6CBB-AFB0-F5CC459185EC}"/>
              </a:ext>
            </a:extLst>
          </p:cNvPr>
          <p:cNvSpPr txBox="1"/>
          <p:nvPr/>
        </p:nvSpPr>
        <p:spPr>
          <a:xfrm>
            <a:off x="1653656" y="283207"/>
            <a:ext cx="14940515" cy="799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6EBE"/>
              </a:buClr>
            </a:pPr>
            <a:r>
              <a:rPr lang="ru-RU" sz="4600" b="1" kern="0" dirty="0">
                <a:solidFill>
                  <a:srgbClr val="006EBE"/>
                </a:solidFill>
                <a:ea typeface="+mj-ea"/>
                <a:cs typeface="Arial"/>
              </a:rPr>
              <a:t>1С.КАС – ядро цифровизации </a:t>
            </a:r>
            <a:r>
              <a:rPr lang="ru-RU" sz="4600" b="1" kern="0" dirty="0" err="1">
                <a:solidFill>
                  <a:srgbClr val="006EBE"/>
                </a:solidFill>
                <a:ea typeface="+mj-ea"/>
                <a:cs typeface="Arial"/>
              </a:rPr>
              <a:t>бэкофиса</a:t>
            </a:r>
            <a:endParaRPr lang="ru-RU" sz="4600" b="1" kern="0" dirty="0">
              <a:solidFill>
                <a:srgbClr val="006EBE"/>
              </a:solidFill>
              <a:ea typeface="+mj-ea"/>
              <a:cs typeface="Arial"/>
            </a:endParaRPr>
          </a:p>
        </p:txBody>
      </p:sp>
      <p:pic>
        <p:nvPicPr>
          <p:cNvPr id="9" name="Рисунок 8" descr="Изображение выглядит как текст, Шрифт, желтый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5B3427D-9A23-5DB9-E436-976A1C99C0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825" y="259174"/>
            <a:ext cx="952500" cy="950119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Шрифт, График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C247A08-B507-0F09-4270-01E9E48430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2009"/>
          <a:stretch>
            <a:fillRect/>
          </a:stretch>
        </p:blipFill>
        <p:spPr>
          <a:xfrm>
            <a:off x="13780329" y="8986603"/>
            <a:ext cx="820177" cy="718242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Шрифт, снимок экрана, Цвет электр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49F2717-4AB0-AB1F-33CC-815D925EBF0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1547"/>
          <a:stretch>
            <a:fillRect/>
          </a:stretch>
        </p:blipFill>
        <p:spPr>
          <a:xfrm>
            <a:off x="5017136" y="7861657"/>
            <a:ext cx="873963" cy="752935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13E1E3-D83A-E250-2D22-DB1B8DA816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72281"/>
          <a:stretch>
            <a:fillRect/>
          </a:stretch>
        </p:blipFill>
        <p:spPr>
          <a:xfrm>
            <a:off x="661135" y="8986439"/>
            <a:ext cx="831715" cy="735505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Графика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39EDBBE-BD5C-492C-8DE9-442D894ACD0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71154"/>
          <a:stretch>
            <a:fillRect/>
          </a:stretch>
        </p:blipFill>
        <p:spPr>
          <a:xfrm>
            <a:off x="5020169" y="8958169"/>
            <a:ext cx="898784" cy="763775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логотип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5F109C8-2AA6-27C7-FC57-E83C1EB1FF8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758" t="1" r="73010" b="5005"/>
          <a:stretch>
            <a:fillRect/>
          </a:stretch>
        </p:blipFill>
        <p:spPr>
          <a:xfrm>
            <a:off x="9450273" y="7862342"/>
            <a:ext cx="779049" cy="748608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текст, логотип, Шрифт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988736-FA05-5DDC-FD02-4F287CB198E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71599"/>
          <a:stretch>
            <a:fillRect/>
          </a:stretch>
        </p:blipFill>
        <p:spPr>
          <a:xfrm>
            <a:off x="13750867" y="7876647"/>
            <a:ext cx="888093" cy="766501"/>
          </a:xfrm>
          <a:prstGeom prst="rect">
            <a:avLst/>
          </a:prstGeom>
        </p:spPr>
      </p:pic>
      <p:pic>
        <p:nvPicPr>
          <p:cNvPr id="23" name="Рисунок 22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49CA8E-C446-6B88-51B7-416EAEC0A52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550" r="72568" b="4057"/>
          <a:stretch>
            <a:fillRect/>
          </a:stretch>
        </p:blipFill>
        <p:spPr>
          <a:xfrm>
            <a:off x="4997827" y="6763690"/>
            <a:ext cx="893272" cy="750790"/>
          </a:xfrm>
          <a:prstGeom prst="rect">
            <a:avLst/>
          </a:prstGeom>
        </p:spPr>
      </p:pic>
      <p:pic>
        <p:nvPicPr>
          <p:cNvPr id="47" name="Рисунок 46" descr="Изображение выглядит как текст, Шрифт, снимок экран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B9CF477-D743-5FD1-E0FC-EEC4C2DAD5B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71536"/>
          <a:stretch>
            <a:fillRect/>
          </a:stretch>
        </p:blipFill>
        <p:spPr>
          <a:xfrm>
            <a:off x="661135" y="7878864"/>
            <a:ext cx="850087" cy="73208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C133E9C5-0FF2-2C81-FA01-3B5610653C9D}"/>
              </a:ext>
            </a:extLst>
          </p:cNvPr>
          <p:cNvSpPr txBox="1"/>
          <p:nvPr/>
        </p:nvSpPr>
        <p:spPr>
          <a:xfrm>
            <a:off x="1521550" y="6964331"/>
            <a:ext cx="26180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006EBE"/>
              </a:buClr>
            </a:pPr>
            <a:r>
              <a:rPr lang="ru-RU" sz="16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Портфолио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4099FC-FA59-2E5E-85FE-DDC87105AF70}"/>
              </a:ext>
            </a:extLst>
          </p:cNvPr>
          <p:cNvSpPr txBox="1"/>
          <p:nvPr/>
        </p:nvSpPr>
        <p:spPr>
          <a:xfrm>
            <a:off x="5885691" y="6841221"/>
            <a:ext cx="3283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006EBE"/>
              </a:buClr>
            </a:pPr>
            <a:r>
              <a:rPr lang="ru-RU" sz="16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Обеспеченность учебных программ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F33839-224D-4EBA-2AB9-AB81B86CEC3D}"/>
              </a:ext>
            </a:extLst>
          </p:cNvPr>
          <p:cNvSpPr txBox="1"/>
          <p:nvPr/>
        </p:nvSpPr>
        <p:spPr>
          <a:xfrm>
            <a:off x="1521550" y="8065824"/>
            <a:ext cx="2986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006EBE"/>
              </a:buClr>
            </a:pPr>
            <a:r>
              <a:rPr lang="ru-RU" sz="16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Управление контингентом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321A65-DE1F-F773-9E33-156E18BB722D}"/>
              </a:ext>
            </a:extLst>
          </p:cNvPr>
          <p:cNvSpPr txBox="1"/>
          <p:nvPr/>
        </p:nvSpPr>
        <p:spPr>
          <a:xfrm>
            <a:off x="1521550" y="9200635"/>
            <a:ext cx="2986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006EBE"/>
              </a:buClr>
            </a:pPr>
            <a:r>
              <a:rPr lang="ru-RU" sz="16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Учебное планирование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D174DC-859E-1F3D-2FF3-05D7E1138C95}"/>
              </a:ext>
            </a:extLst>
          </p:cNvPr>
          <p:cNvSpPr txBox="1"/>
          <p:nvPr/>
        </p:nvSpPr>
        <p:spPr>
          <a:xfrm>
            <a:off x="5885691" y="7942714"/>
            <a:ext cx="26578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006EBE"/>
              </a:buClr>
            </a:pPr>
            <a:r>
              <a:rPr lang="ru-RU" sz="16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Учет и контроль успеваемости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C6503B-ACB4-4DD3-4FC6-E63BBFC0A733}"/>
              </a:ext>
            </a:extLst>
          </p:cNvPr>
          <p:cNvSpPr txBox="1"/>
          <p:nvPr/>
        </p:nvSpPr>
        <p:spPr>
          <a:xfrm>
            <a:off x="5885691" y="9200635"/>
            <a:ext cx="2657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006EBE"/>
              </a:buClr>
            </a:pPr>
            <a:r>
              <a:rPr lang="ru-RU" sz="16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Нагрузка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0F13E4-FDCD-4ED9-F2D3-00B24C978891}"/>
              </a:ext>
            </a:extLst>
          </p:cNvPr>
          <p:cNvSpPr txBox="1"/>
          <p:nvPr/>
        </p:nvSpPr>
        <p:spPr>
          <a:xfrm>
            <a:off x="10287754" y="8065824"/>
            <a:ext cx="218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006EBE"/>
              </a:buClr>
            </a:pPr>
            <a:r>
              <a:rPr lang="ru-RU" sz="16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ДПО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6F6A29-7973-8DB7-E98E-2EA437814520}"/>
              </a:ext>
            </a:extLst>
          </p:cNvPr>
          <p:cNvSpPr txBox="1"/>
          <p:nvPr/>
        </p:nvSpPr>
        <p:spPr>
          <a:xfrm>
            <a:off x="14616475" y="8065824"/>
            <a:ext cx="218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006EBE"/>
              </a:buClr>
            </a:pPr>
            <a:r>
              <a:rPr lang="ru-RU" sz="16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Сайт Академии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A48009-6DC4-C360-E022-93F540332EBF}"/>
              </a:ext>
            </a:extLst>
          </p:cNvPr>
          <p:cNvSpPr txBox="1"/>
          <p:nvPr/>
        </p:nvSpPr>
        <p:spPr>
          <a:xfrm>
            <a:off x="14616475" y="9200635"/>
            <a:ext cx="218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006EBE"/>
              </a:buClr>
            </a:pPr>
            <a:r>
              <a:rPr lang="ru-RU" sz="16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Помощь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988FE4-85F6-8179-76D3-E205CB067C7C}"/>
              </a:ext>
            </a:extLst>
          </p:cNvPr>
          <p:cNvSpPr txBox="1"/>
          <p:nvPr/>
        </p:nvSpPr>
        <p:spPr>
          <a:xfrm>
            <a:off x="10287754" y="9200635"/>
            <a:ext cx="218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006EBE"/>
              </a:buClr>
            </a:pPr>
            <a:r>
              <a:rPr lang="ru-RU" sz="16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ВШГУ</a:t>
            </a:r>
          </a:p>
        </p:txBody>
      </p:sp>
      <p:pic>
        <p:nvPicPr>
          <p:cNvPr id="62" name="Рисунок 61" descr="Изображение выглядит как текст, Шрифт, логотип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F9A5919-914D-69DB-212D-1507016B324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71450"/>
          <a:stretch>
            <a:fillRect/>
          </a:stretch>
        </p:blipFill>
        <p:spPr>
          <a:xfrm>
            <a:off x="9389719" y="9041505"/>
            <a:ext cx="806368" cy="692343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E40EB20C-0433-4CDF-BE77-D3E01BA1FB1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61376" y="1806056"/>
            <a:ext cx="8020895" cy="5257627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918581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3CF34C1A-721C-5F39-82F9-AE2D23F20C1F}"/>
              </a:ext>
            </a:extLst>
          </p:cNvPr>
          <p:cNvGrpSpPr/>
          <p:nvPr/>
        </p:nvGrpSpPr>
        <p:grpSpPr>
          <a:xfrm>
            <a:off x="9854530" y="6596461"/>
            <a:ext cx="8040899" cy="3545278"/>
            <a:chOff x="629353" y="6081424"/>
            <a:chExt cx="8295768" cy="3657651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31392D3E-203C-CF41-43AE-AF150FE91837}"/>
                </a:ext>
              </a:extLst>
            </p:cNvPr>
            <p:cNvSpPr/>
            <p:nvPr/>
          </p:nvSpPr>
          <p:spPr>
            <a:xfrm rot="4083854">
              <a:off x="5250537" y="6792649"/>
              <a:ext cx="1448062" cy="1448062"/>
            </a:xfrm>
            <a:prstGeom prst="ellipse">
              <a:avLst/>
            </a:prstGeom>
            <a:solidFill>
              <a:srgbClr val="B4D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31977B58-F8C4-63BD-63BD-8D17BEDB3A3A}"/>
                </a:ext>
              </a:extLst>
            </p:cNvPr>
            <p:cNvSpPr/>
            <p:nvPr/>
          </p:nvSpPr>
          <p:spPr>
            <a:xfrm rot="4083854">
              <a:off x="1650866" y="6498685"/>
              <a:ext cx="2042943" cy="2042943"/>
            </a:xfrm>
            <a:prstGeom prst="ellipse">
              <a:avLst/>
            </a:prstGeom>
            <a:solidFill>
              <a:srgbClr val="B4D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9E5AA2DA-A45B-0557-8A69-9F39FED17CC8}"/>
                </a:ext>
              </a:extLst>
            </p:cNvPr>
            <p:cNvSpPr/>
            <p:nvPr/>
          </p:nvSpPr>
          <p:spPr>
            <a:xfrm rot="4083854">
              <a:off x="5797012" y="8894091"/>
              <a:ext cx="359634" cy="359634"/>
            </a:xfrm>
            <a:prstGeom prst="ellipse">
              <a:avLst/>
            </a:prstGeom>
            <a:solidFill>
              <a:srgbClr val="B4D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22544CA1-18A8-CC03-7AD6-022A7E94FC41}"/>
                </a:ext>
              </a:extLst>
            </p:cNvPr>
            <p:cNvSpPr/>
            <p:nvPr/>
          </p:nvSpPr>
          <p:spPr>
            <a:xfrm rot="4083854">
              <a:off x="629353" y="6081424"/>
              <a:ext cx="428624" cy="428623"/>
            </a:xfrm>
            <a:prstGeom prst="ellipse">
              <a:avLst/>
            </a:prstGeom>
            <a:solidFill>
              <a:srgbClr val="C6DF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58F02DB8-B6A4-A705-D125-7405A40DCBD6}"/>
                </a:ext>
              </a:extLst>
            </p:cNvPr>
            <p:cNvSpPr/>
            <p:nvPr/>
          </p:nvSpPr>
          <p:spPr>
            <a:xfrm rot="4083854">
              <a:off x="2846332" y="7829586"/>
              <a:ext cx="1909489" cy="1909489"/>
            </a:xfrm>
            <a:prstGeom prst="ellipse">
              <a:avLst/>
            </a:prstGeom>
            <a:solidFill>
              <a:srgbClr val="C6DF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A8479ABB-7170-65C4-FE67-215D92CD53DC}"/>
                </a:ext>
              </a:extLst>
            </p:cNvPr>
            <p:cNvSpPr/>
            <p:nvPr/>
          </p:nvSpPr>
          <p:spPr>
            <a:xfrm rot="4083854">
              <a:off x="6771044" y="6305880"/>
              <a:ext cx="2154078" cy="2154077"/>
            </a:xfrm>
            <a:prstGeom prst="ellipse">
              <a:avLst/>
            </a:prstGeom>
            <a:solidFill>
              <a:srgbClr val="E6F1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</p:grp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3F9B0B2-1900-2A78-E663-4234A2B2739C}"/>
              </a:ext>
            </a:extLst>
          </p:cNvPr>
          <p:cNvSpPr/>
          <p:nvPr/>
        </p:nvSpPr>
        <p:spPr>
          <a:xfrm>
            <a:off x="523207" y="3428811"/>
            <a:ext cx="8657266" cy="3228853"/>
          </a:xfrm>
          <a:prstGeom prst="roundRect">
            <a:avLst>
              <a:gd name="adj" fmla="val 13103"/>
            </a:avLst>
          </a:prstGeom>
          <a:solidFill>
            <a:schemeClr val="bg1"/>
          </a:solidFill>
          <a:ln w="50800" cap="sq">
            <a:solidFill>
              <a:srgbClr val="5BAFE3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80000" tIns="72000" rtlCol="0" anchor="t"/>
          <a:lstStyle/>
          <a:p>
            <a:pPr algn="ctr">
              <a:spcBef>
                <a:spcPts val="1199"/>
              </a:spcBef>
              <a:buClr>
                <a:srgbClr val="006EBE"/>
              </a:buClr>
            </a:pPr>
            <a:r>
              <a:rPr lang="ru-RU" sz="2400" b="1" dirty="0">
                <a:solidFill>
                  <a:srgbClr val="006EBE"/>
                </a:solidFill>
              </a:rPr>
              <a:t>Навели порядок в данных</a:t>
            </a:r>
          </a:p>
          <a:p>
            <a:pPr defTabSz="266700">
              <a:spcBef>
                <a:spcPts val="1200"/>
              </a:spcBef>
              <a:buClr>
                <a:srgbClr val="006EBE"/>
              </a:buClr>
            </a:pPr>
            <a:endParaRPr lang="ru-RU" sz="2800" dirty="0">
              <a:solidFill>
                <a:prstClr val="black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B07C31-4430-9AD0-C43C-BF40B62F1A3E}"/>
              </a:ext>
            </a:extLst>
          </p:cNvPr>
          <p:cNvSpPr txBox="1"/>
          <p:nvPr/>
        </p:nvSpPr>
        <p:spPr>
          <a:xfrm>
            <a:off x="402792" y="1497762"/>
            <a:ext cx="7846474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6EBE"/>
                </a:solidFill>
              </a:rPr>
              <a:t>Начали массово обучать – в СДО разработано 8 курсов по работе с 1С.КАС, 122 инструкции</a:t>
            </a:r>
          </a:p>
          <a:p>
            <a:pPr defTabSz="456880">
              <a:spcBef>
                <a:spcPts val="600"/>
              </a:spcBef>
              <a:buClr>
                <a:srgbClr val="006EBE"/>
              </a:buClr>
            </a:pPr>
            <a:r>
              <a:rPr lang="ru-RU" sz="2400" dirty="0"/>
              <a:t>Обучено </a:t>
            </a:r>
            <a:r>
              <a:rPr lang="ru-RU" sz="2400" b="1" dirty="0"/>
              <a:t>2800</a:t>
            </a:r>
            <a:r>
              <a:rPr lang="ru-RU" sz="2400" dirty="0"/>
              <a:t> сотрудников Академии, сертифицировано </a:t>
            </a:r>
            <a:r>
              <a:rPr lang="ru-RU" sz="2400" b="1" dirty="0"/>
              <a:t>578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059C1C-8C51-D898-2E6F-65FAD652C109}"/>
              </a:ext>
            </a:extLst>
          </p:cNvPr>
          <p:cNvSpPr txBox="1"/>
          <p:nvPr/>
        </p:nvSpPr>
        <p:spPr>
          <a:xfrm>
            <a:off x="1653656" y="283207"/>
            <a:ext cx="14940515" cy="799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6EBE"/>
              </a:buClr>
            </a:pPr>
            <a:r>
              <a:rPr lang="ru-RU" sz="4600" b="1" kern="0" dirty="0">
                <a:solidFill>
                  <a:srgbClr val="006EBE"/>
                </a:solidFill>
                <a:ea typeface="+mj-ea"/>
                <a:cs typeface="Arial"/>
              </a:rPr>
              <a:t>1С.КАС – ядро цифровизации </a:t>
            </a:r>
            <a:r>
              <a:rPr lang="ru-RU" sz="4600" b="1" kern="0" dirty="0" err="1">
                <a:solidFill>
                  <a:srgbClr val="006EBE"/>
                </a:solidFill>
                <a:ea typeface="+mj-ea"/>
                <a:cs typeface="Arial"/>
              </a:rPr>
              <a:t>бэкофиса</a:t>
            </a:r>
            <a:endParaRPr lang="ru-RU" sz="4600" b="1" kern="0" dirty="0">
              <a:solidFill>
                <a:srgbClr val="006EBE"/>
              </a:solidFill>
              <a:ea typeface="+mj-ea"/>
              <a:cs typeface="Arial"/>
            </a:endParaRPr>
          </a:p>
        </p:txBody>
      </p:sp>
      <p:pic>
        <p:nvPicPr>
          <p:cNvPr id="16" name="Рисунок 15" descr="Изображение выглядит как текст, Шрифт, желтый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240B3B-3B5D-8090-9B81-DEE64C6D13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825" y="259174"/>
            <a:ext cx="952500" cy="95011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695F364-665A-0693-E40E-7BEF5206C3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1" t="3052" r="1293" b="2140"/>
          <a:stretch>
            <a:fillRect/>
          </a:stretch>
        </p:blipFill>
        <p:spPr>
          <a:xfrm rot="21140137">
            <a:off x="15175494" y="7395757"/>
            <a:ext cx="2490776" cy="2425741"/>
          </a:xfrm>
          <a:prstGeom prst="rect">
            <a:avLst/>
          </a:prstGeom>
          <a:noFill/>
          <a:ln w="76200">
            <a:solidFill>
              <a:srgbClr val="D6E8F6"/>
            </a:solidFill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34B67FE-7CAD-487B-39D4-67D7B5F16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34945">
            <a:off x="10181995" y="7255024"/>
            <a:ext cx="1991302" cy="2651938"/>
          </a:xfrm>
          <a:prstGeom prst="rect">
            <a:avLst/>
          </a:prstGeom>
          <a:noFill/>
          <a:ln w="76200">
            <a:solidFill>
              <a:srgbClr val="D6E8F6"/>
            </a:solidFill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FEC1028-1887-67CB-2141-3CCDD9E2B5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14414">
            <a:off x="12575652" y="7104414"/>
            <a:ext cx="2118604" cy="2651937"/>
          </a:xfrm>
          <a:prstGeom prst="rect">
            <a:avLst/>
          </a:prstGeom>
          <a:noFill/>
          <a:ln w="76200">
            <a:solidFill>
              <a:srgbClr val="D6E8F6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8D5DE91-8E49-274D-2302-F42BC3C21DD7}"/>
              </a:ext>
            </a:extLst>
          </p:cNvPr>
          <p:cNvSpPr txBox="1"/>
          <p:nvPr/>
        </p:nvSpPr>
        <p:spPr>
          <a:xfrm>
            <a:off x="9786436" y="1921372"/>
            <a:ext cx="4158163" cy="479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lvl="0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Комплексная переработка «Приемная кампания»</a:t>
            </a:r>
          </a:p>
          <a:p>
            <a:pPr marL="536575" lvl="0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МФЦ («Проект года» от 1С)</a:t>
            </a:r>
          </a:p>
          <a:p>
            <a:pPr marL="536575" lvl="0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Интеграция </a:t>
            </a:r>
            <a:r>
              <a:rPr lang="ru-RU" dirty="0" err="1"/>
              <a:t>Directum</a:t>
            </a:r>
            <a:r>
              <a:rPr lang="ru-RU" dirty="0"/>
              <a:t> по приказам по учебной деятельности. Создано 9156 приказов</a:t>
            </a:r>
          </a:p>
          <a:p>
            <a:pPr marL="536575" lvl="0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Маркетплейс программ ДПО</a:t>
            </a:r>
          </a:p>
          <a:p>
            <a:pPr marL="536575" lvl="0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Модуль «Военно-учетный стол»</a:t>
            </a:r>
          </a:p>
          <a:p>
            <a:pPr marL="536575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Подписание документов через УКЭП</a:t>
            </a:r>
          </a:p>
          <a:p>
            <a:pPr marL="536575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Внедрение новой среды разработки для 1С</a:t>
            </a:r>
          </a:p>
          <a:p>
            <a:pPr marL="536575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Массовое подписание дипломов ДПО в электронном виде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654805-B772-5EC5-CDEF-852FF63DD0BA}"/>
              </a:ext>
            </a:extLst>
          </p:cNvPr>
          <p:cNvSpPr txBox="1"/>
          <p:nvPr/>
        </p:nvSpPr>
        <p:spPr>
          <a:xfrm>
            <a:off x="13782376" y="1983830"/>
            <a:ext cx="42412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lvl="0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Интеграция с СДО</a:t>
            </a:r>
          </a:p>
          <a:p>
            <a:pPr marL="536575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Интеграция с ИАС по «Кадры/Демография» (впервые нет эскалаций на КАС</a:t>
            </a:r>
          </a:p>
          <a:p>
            <a:pPr marL="536575" lvl="0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Интеграция БГУ-КАС</a:t>
            </a:r>
          </a:p>
          <a:p>
            <a:pPr marL="536575" lvl="0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Интеграция ЗКГУ-КАС для синхронизации преподавателей</a:t>
            </a:r>
          </a:p>
          <a:p>
            <a:pPr marL="536575" lvl="0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Интеграция со СКУД </a:t>
            </a:r>
            <a:r>
              <a:rPr lang="ru-RU" dirty="0" err="1"/>
              <a:t>Parsec</a:t>
            </a:r>
            <a:endParaRPr lang="ru-RU" dirty="0"/>
          </a:p>
          <a:p>
            <a:pPr marL="536575" lvl="0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Интеграция с ММИС по </a:t>
            </a:r>
            <a:r>
              <a:rPr lang="ru-RU" dirty="0" err="1"/>
              <a:t>элективам</a:t>
            </a:r>
            <a:endParaRPr lang="ru-RU" dirty="0"/>
          </a:p>
          <a:p>
            <a:pPr marL="536575" lvl="0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Интеграция с ЛК Студента</a:t>
            </a:r>
          </a:p>
          <a:p>
            <a:pPr marL="536575" lvl="0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Интеграция с дашбордом ПК</a:t>
            </a:r>
          </a:p>
          <a:p>
            <a:pPr marL="536575" lvl="0" indent="-249238" defTabSz="456880">
              <a:spcBef>
                <a:spcPts val="3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dirty="0"/>
              <a:t>Интеграция с Антиплагиатом (исключения неправомерного использования сервиса)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F0D0B0-9AC4-6A48-856E-4B0AEF1946F9}"/>
              </a:ext>
            </a:extLst>
          </p:cNvPr>
          <p:cNvSpPr txBox="1"/>
          <p:nvPr/>
        </p:nvSpPr>
        <p:spPr>
          <a:xfrm>
            <a:off x="9777242" y="1486095"/>
            <a:ext cx="6643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6EBE"/>
                </a:solidFill>
              </a:rPr>
              <a:t>Важные доработки 1С.КАС в 2025: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A4978F82-BC5F-8985-760A-0D4A45F5111E}"/>
              </a:ext>
            </a:extLst>
          </p:cNvPr>
          <p:cNvSpPr/>
          <p:nvPr/>
        </p:nvSpPr>
        <p:spPr>
          <a:xfrm>
            <a:off x="515248" y="7240494"/>
            <a:ext cx="8630339" cy="2550129"/>
          </a:xfrm>
          <a:prstGeom prst="roundRect">
            <a:avLst>
              <a:gd name="adj" fmla="val 17106"/>
            </a:avLst>
          </a:prstGeom>
          <a:solidFill>
            <a:srgbClr val="DEEFF9"/>
          </a:solidFill>
          <a:ln w="50800">
            <a:solidFill>
              <a:srgbClr val="5BAFE3"/>
            </a:solidFill>
            <a:prstDash val="sysDash"/>
          </a:ln>
        </p:spPr>
        <p:txBody>
          <a:bodyPr wrap="square" lIns="0" tIns="180000" rIns="0" anchor="t" anchorCtr="0">
            <a:noAutofit/>
          </a:bodyPr>
          <a:lstStyle/>
          <a:p>
            <a:pPr algn="ctr">
              <a:spcBef>
                <a:spcPts val="1199"/>
              </a:spcBef>
              <a:buClr>
                <a:srgbClr val="006EBE"/>
              </a:buClr>
            </a:pPr>
            <a:r>
              <a:rPr lang="ru-RU" sz="2400" dirty="0"/>
              <a:t>Рост количества выполненных </a:t>
            </a:r>
            <a:br>
              <a:rPr lang="ru-RU" sz="2400" dirty="0"/>
            </a:br>
            <a:r>
              <a:rPr lang="ru-RU" sz="2400" dirty="0"/>
              <a:t>задач разработкой +30%</a:t>
            </a:r>
            <a:r>
              <a:rPr lang="en-US" sz="2400" dirty="0"/>
              <a:t>:</a:t>
            </a:r>
            <a:endParaRPr lang="ru-RU" sz="2400" dirty="0"/>
          </a:p>
          <a:p>
            <a:pPr algn="ctr">
              <a:spcBef>
                <a:spcPts val="1199"/>
              </a:spcBef>
              <a:buClr>
                <a:srgbClr val="006EBE"/>
              </a:buClr>
            </a:pPr>
            <a:endParaRPr lang="ru-RU" sz="2400" b="1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84267116-FA99-4090-8126-2BEC09CDF5C9}"/>
              </a:ext>
            </a:extLst>
          </p:cNvPr>
          <p:cNvSpPr/>
          <p:nvPr/>
        </p:nvSpPr>
        <p:spPr>
          <a:xfrm>
            <a:off x="990749" y="8501429"/>
            <a:ext cx="3943645" cy="10119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CBBB2B13-7436-F816-2317-82D0E196A013}"/>
              </a:ext>
            </a:extLst>
          </p:cNvPr>
          <p:cNvGrpSpPr/>
          <p:nvPr/>
        </p:nvGrpSpPr>
        <p:grpSpPr>
          <a:xfrm>
            <a:off x="1299943" y="8591891"/>
            <a:ext cx="6933129" cy="830997"/>
            <a:chOff x="10391309" y="2559591"/>
            <a:chExt cx="6933129" cy="83099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97E0744-C685-1CE3-29FF-8A5CA9209424}"/>
                </a:ext>
              </a:extLst>
            </p:cNvPr>
            <p:cNvSpPr txBox="1"/>
            <p:nvPr/>
          </p:nvSpPr>
          <p:spPr>
            <a:xfrm>
              <a:off x="11550362" y="2559591"/>
              <a:ext cx="288339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rgbClr val="006EBE"/>
                  </a:solidFill>
                </a:rPr>
                <a:t>6500 задач </a:t>
              </a:r>
              <a:br>
                <a:rPr lang="ru-RU" sz="2400" b="1" dirty="0"/>
              </a:br>
              <a:r>
                <a:rPr lang="ru-RU" sz="2400" b="1" dirty="0"/>
                <a:t>за 11 месяцев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47A6C9-632E-ADA2-A5C5-C10C03379B52}"/>
                </a:ext>
              </a:extLst>
            </p:cNvPr>
            <p:cNvSpPr txBox="1"/>
            <p:nvPr/>
          </p:nvSpPr>
          <p:spPr>
            <a:xfrm>
              <a:off x="10391309" y="2682702"/>
              <a:ext cx="14155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199"/>
                </a:spcBef>
                <a:buClr>
                  <a:srgbClr val="006EBE"/>
                </a:buClr>
              </a:pPr>
              <a:r>
                <a:rPr lang="ru-RU" sz="3200" b="1" dirty="0"/>
                <a:t>2025: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6D394CD-4C20-602F-65DB-92ADE380DA26}"/>
                </a:ext>
              </a:extLst>
            </p:cNvPr>
            <p:cNvSpPr txBox="1"/>
            <p:nvPr/>
          </p:nvSpPr>
          <p:spPr>
            <a:xfrm>
              <a:off x="15392476" y="2744257"/>
              <a:ext cx="1931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rgbClr val="006EBE"/>
                  </a:solidFill>
                </a:rPr>
                <a:t>5000 задач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A5B069B-1BAC-C30E-9EE9-3DB181C04F72}"/>
                </a:ext>
              </a:extLst>
            </p:cNvPr>
            <p:cNvSpPr txBox="1"/>
            <p:nvPr/>
          </p:nvSpPr>
          <p:spPr>
            <a:xfrm>
              <a:off x="14233423" y="2682702"/>
              <a:ext cx="14155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199"/>
                </a:spcBef>
                <a:buClr>
                  <a:srgbClr val="006EBE"/>
                </a:buClr>
              </a:pPr>
              <a:r>
                <a:rPr lang="ru-RU" sz="3200" b="1" dirty="0"/>
                <a:t>2024: 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D35C8FD-72EA-E932-5BE3-429C589CD17E}"/>
              </a:ext>
            </a:extLst>
          </p:cNvPr>
          <p:cNvSpPr txBox="1"/>
          <p:nvPr/>
        </p:nvSpPr>
        <p:spPr>
          <a:xfrm>
            <a:off x="442875" y="4077948"/>
            <a:ext cx="8657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15 759 </a:t>
            </a:r>
            <a:r>
              <a:rPr lang="ru-RU" sz="2400" dirty="0"/>
              <a:t>заявок студентов по исправлению данных</a:t>
            </a:r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8FE1490E-197B-E183-A64A-EC13A7037D51}"/>
              </a:ext>
            </a:extLst>
          </p:cNvPr>
          <p:cNvGrpSpPr/>
          <p:nvPr/>
        </p:nvGrpSpPr>
        <p:grpSpPr>
          <a:xfrm>
            <a:off x="699613" y="4790300"/>
            <a:ext cx="8304455" cy="1034692"/>
            <a:chOff x="668232" y="3480089"/>
            <a:chExt cx="8304455" cy="1034692"/>
          </a:xfrm>
        </p:grpSpPr>
        <p:sp>
          <p:nvSpPr>
            <p:cNvPr id="32" name="Стрелка: вниз 31">
              <a:extLst>
                <a:ext uri="{FF2B5EF4-FFF2-40B4-BE49-F238E27FC236}">
                  <a16:creationId xmlns:a16="http://schemas.microsoft.com/office/drawing/2014/main" id="{74DE465D-6886-109A-46ED-77EEE14DF065}"/>
                </a:ext>
              </a:extLst>
            </p:cNvPr>
            <p:cNvSpPr/>
            <p:nvPr/>
          </p:nvSpPr>
          <p:spPr>
            <a:xfrm rot="16200000">
              <a:off x="6606695" y="2148788"/>
              <a:ext cx="1034690" cy="3697295"/>
            </a:xfrm>
            <a:prstGeom prst="downArrow">
              <a:avLst>
                <a:gd name="adj1" fmla="val 100000"/>
                <a:gd name="adj2" fmla="val 0"/>
              </a:avLst>
            </a:prstGeom>
            <a:solidFill>
              <a:srgbClr val="D9F3FD"/>
            </a:solidFill>
            <a:ln w="698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Стрелка: вниз 32">
              <a:extLst>
                <a:ext uri="{FF2B5EF4-FFF2-40B4-BE49-F238E27FC236}">
                  <a16:creationId xmlns:a16="http://schemas.microsoft.com/office/drawing/2014/main" id="{1BEB92BF-28CE-91C6-9BA1-39C287BDFB6C}"/>
                </a:ext>
              </a:extLst>
            </p:cNvPr>
            <p:cNvSpPr/>
            <p:nvPr/>
          </p:nvSpPr>
          <p:spPr>
            <a:xfrm rot="16200000">
              <a:off x="3978251" y="2148788"/>
              <a:ext cx="1034690" cy="3697295"/>
            </a:xfrm>
            <a:prstGeom prst="downArrow">
              <a:avLst>
                <a:gd name="adj1" fmla="val 100000"/>
                <a:gd name="adj2" fmla="val 44857"/>
              </a:avLst>
            </a:prstGeom>
            <a:solidFill>
              <a:srgbClr val="C0EBFC"/>
            </a:solidFill>
            <a:ln w="698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Стрелка: вниз 33">
              <a:extLst>
                <a:ext uri="{FF2B5EF4-FFF2-40B4-BE49-F238E27FC236}">
                  <a16:creationId xmlns:a16="http://schemas.microsoft.com/office/drawing/2014/main" id="{A9BD8FBA-BB15-FDD0-AAF0-0EFCF19F7A6A}"/>
                </a:ext>
              </a:extLst>
            </p:cNvPr>
            <p:cNvSpPr/>
            <p:nvPr/>
          </p:nvSpPr>
          <p:spPr>
            <a:xfrm rot="16200000">
              <a:off x="1937888" y="2210433"/>
              <a:ext cx="1034690" cy="3574001"/>
            </a:xfrm>
            <a:prstGeom prst="downArrow">
              <a:avLst>
                <a:gd name="adj1" fmla="val 100000"/>
                <a:gd name="adj2" fmla="val 44857"/>
              </a:avLst>
            </a:prstGeom>
            <a:solidFill>
              <a:srgbClr val="A0E0FA"/>
            </a:solidFill>
            <a:ln w="698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5F28EA0-C852-BEA2-A334-5E0BD083AD51}"/>
              </a:ext>
            </a:extLst>
          </p:cNvPr>
          <p:cNvSpPr txBox="1"/>
          <p:nvPr/>
        </p:nvSpPr>
        <p:spPr>
          <a:xfrm>
            <a:off x="770673" y="4845980"/>
            <a:ext cx="3176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Показали данные студентам, преподавателям и сотрудникам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C77D21-2DA1-00BF-7CC2-C5D42DF019DD}"/>
              </a:ext>
            </a:extLst>
          </p:cNvPr>
          <p:cNvSpPr txBox="1"/>
          <p:nvPr/>
        </p:nvSpPr>
        <p:spPr>
          <a:xfrm>
            <a:off x="4400162" y="4984479"/>
            <a:ext cx="1744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Они увидели ошибки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44FA9A-A03E-8FB8-1E19-4D3EDE4A7A32}"/>
              </a:ext>
            </a:extLst>
          </p:cNvPr>
          <p:cNvSpPr txBox="1"/>
          <p:nvPr/>
        </p:nvSpPr>
        <p:spPr>
          <a:xfrm>
            <a:off x="6467998" y="4845980"/>
            <a:ext cx="2462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Инициировали исправления данных в системах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FDF769-B860-CDA5-A4E9-B2D488495688}"/>
              </a:ext>
            </a:extLst>
          </p:cNvPr>
          <p:cNvSpPr txBox="1"/>
          <p:nvPr/>
        </p:nvSpPr>
        <p:spPr>
          <a:xfrm>
            <a:off x="442875" y="5915452"/>
            <a:ext cx="8817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006EBE"/>
                </a:solidFill>
              </a:rPr>
              <a:t>ЛК + модуль МФЦ + дашборд ПК + справочники + БРС + расписание</a:t>
            </a:r>
          </a:p>
        </p:txBody>
      </p:sp>
    </p:spTree>
    <p:extLst>
      <p:ext uri="{BB962C8B-B14F-4D97-AF65-F5344CB8AC3E}">
        <p14:creationId xmlns:p14="http://schemas.microsoft.com/office/powerpoint/2010/main" val="3387032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00C9426-6C08-CF8F-624B-EC1820787B7A}"/>
              </a:ext>
            </a:extLst>
          </p:cNvPr>
          <p:cNvSpPr/>
          <p:nvPr/>
        </p:nvSpPr>
        <p:spPr bwMode="auto">
          <a:xfrm>
            <a:off x="9241318" y="1269507"/>
            <a:ext cx="8366499" cy="3002323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2F39257-7683-7305-1CB9-07CB039F92F5}"/>
              </a:ext>
            </a:extLst>
          </p:cNvPr>
          <p:cNvSpPr/>
          <p:nvPr/>
        </p:nvSpPr>
        <p:spPr bwMode="auto">
          <a:xfrm>
            <a:off x="9241318" y="4492165"/>
            <a:ext cx="8366499" cy="2949441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9B716D3-630B-7B51-86C5-C9871E5C6988}"/>
              </a:ext>
            </a:extLst>
          </p:cNvPr>
          <p:cNvSpPr/>
          <p:nvPr/>
        </p:nvSpPr>
        <p:spPr bwMode="auto">
          <a:xfrm>
            <a:off x="9241318" y="7666047"/>
            <a:ext cx="8366499" cy="2248917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8DBE821-B47B-9617-E549-E6F5C2F0CC13}"/>
              </a:ext>
            </a:extLst>
          </p:cNvPr>
          <p:cNvSpPr/>
          <p:nvPr/>
        </p:nvSpPr>
        <p:spPr bwMode="auto">
          <a:xfrm>
            <a:off x="504825" y="1269507"/>
            <a:ext cx="8092098" cy="3002323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BA6895-D9C8-FD78-5561-3F95E80BA5FB}"/>
              </a:ext>
            </a:extLst>
          </p:cNvPr>
          <p:cNvSpPr/>
          <p:nvPr/>
        </p:nvSpPr>
        <p:spPr bwMode="auto">
          <a:xfrm>
            <a:off x="504825" y="4492165"/>
            <a:ext cx="8092098" cy="2949441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51A63A3-A263-2440-F44E-F96FCA575610}"/>
              </a:ext>
            </a:extLst>
          </p:cNvPr>
          <p:cNvSpPr/>
          <p:nvPr/>
        </p:nvSpPr>
        <p:spPr bwMode="auto">
          <a:xfrm>
            <a:off x="504825" y="7666047"/>
            <a:ext cx="8092098" cy="2248917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E4A613-10FD-0EFA-F25B-13D71038C39B}"/>
              </a:ext>
            </a:extLst>
          </p:cNvPr>
          <p:cNvSpPr txBox="1"/>
          <p:nvPr/>
        </p:nvSpPr>
        <p:spPr>
          <a:xfrm>
            <a:off x="385352" y="284669"/>
            <a:ext cx="169411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6880">
              <a:buClr>
                <a:srgbClr val="006EBE"/>
              </a:buClr>
            </a:pPr>
            <a:r>
              <a:rPr lang="ru-RU" sz="4600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СДО (LMS) – ядро образовательного процесса</a:t>
            </a: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09D9B97F-5880-63F6-54F6-C35BEEEC53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6325250"/>
              </p:ext>
            </p:extLst>
          </p:nvPr>
        </p:nvGraphicFramePr>
        <p:xfrm>
          <a:off x="720187" y="4563691"/>
          <a:ext cx="6557456" cy="2756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F9E3F037-A6F9-03B3-6468-CAD1AD1FF8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6327362"/>
              </p:ext>
            </p:extLst>
          </p:nvPr>
        </p:nvGraphicFramePr>
        <p:xfrm>
          <a:off x="9426940" y="1326910"/>
          <a:ext cx="7216334" cy="2949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87B152-0DB0-CEDA-0F51-78C2721185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2021333"/>
              </p:ext>
            </p:extLst>
          </p:nvPr>
        </p:nvGraphicFramePr>
        <p:xfrm>
          <a:off x="9426939" y="4579318"/>
          <a:ext cx="7151485" cy="2756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33CA4951-4DCF-5584-A7DE-3B4D170F98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8399927"/>
              </p:ext>
            </p:extLst>
          </p:nvPr>
        </p:nvGraphicFramePr>
        <p:xfrm>
          <a:off x="801814" y="1322389"/>
          <a:ext cx="6557456" cy="2949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837774F9-2FF1-5C80-20B8-0DBA0C3D0B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16864"/>
              </p:ext>
            </p:extLst>
          </p:nvPr>
        </p:nvGraphicFramePr>
        <p:xfrm>
          <a:off x="711018" y="7713305"/>
          <a:ext cx="6729228" cy="2201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7F341E54-1D21-F5B3-FD3E-5BB31FE453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8016725"/>
              </p:ext>
            </p:extLst>
          </p:nvPr>
        </p:nvGraphicFramePr>
        <p:xfrm>
          <a:off x="9426938" y="7705493"/>
          <a:ext cx="7151485" cy="217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" name="Стрелка: вправо 3">
            <a:extLst>
              <a:ext uri="{FF2B5EF4-FFF2-40B4-BE49-F238E27FC236}">
                <a16:creationId xmlns:a16="http://schemas.microsoft.com/office/drawing/2014/main" id="{9C1DBFC5-9E2A-C2D6-4F57-679B3E09F515}"/>
              </a:ext>
            </a:extLst>
          </p:cNvPr>
          <p:cNvSpPr/>
          <p:nvPr/>
        </p:nvSpPr>
        <p:spPr>
          <a:xfrm rot="16200000">
            <a:off x="7375554" y="2436447"/>
            <a:ext cx="1277566" cy="689314"/>
          </a:xfrm>
          <a:prstGeom prst="rightArrow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+</a:t>
            </a:r>
            <a:r>
              <a:rPr lang="ru-RU" sz="2000" dirty="0"/>
              <a:t>115</a:t>
            </a:r>
            <a:r>
              <a:rPr lang="en-US" sz="2000" dirty="0"/>
              <a:t> %</a:t>
            </a:r>
            <a:endParaRPr lang="ru-RU" sz="2000" dirty="0"/>
          </a:p>
        </p:txBody>
      </p:sp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51DC00DD-20C0-A5F9-6A74-7CD6FB14D4A0}"/>
              </a:ext>
            </a:extLst>
          </p:cNvPr>
          <p:cNvSpPr/>
          <p:nvPr/>
        </p:nvSpPr>
        <p:spPr>
          <a:xfrm rot="16200000">
            <a:off x="16400743" y="2436446"/>
            <a:ext cx="1277566" cy="689314"/>
          </a:xfrm>
          <a:prstGeom prst="rightArrow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+</a:t>
            </a:r>
            <a:r>
              <a:rPr lang="ru-RU" sz="2000" dirty="0"/>
              <a:t>116</a:t>
            </a:r>
            <a:r>
              <a:rPr lang="en-US" sz="2000" dirty="0"/>
              <a:t> %</a:t>
            </a:r>
            <a:endParaRPr lang="ru-RU" sz="2000" dirty="0"/>
          </a:p>
        </p:txBody>
      </p:sp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8DBBD00C-9702-40A2-A3ED-39D0567A29E1}"/>
              </a:ext>
            </a:extLst>
          </p:cNvPr>
          <p:cNvSpPr/>
          <p:nvPr/>
        </p:nvSpPr>
        <p:spPr>
          <a:xfrm rot="16200000">
            <a:off x="7387452" y="5624643"/>
            <a:ext cx="1277566" cy="689314"/>
          </a:xfrm>
          <a:prstGeom prst="rightArrow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+</a:t>
            </a:r>
            <a:r>
              <a:rPr lang="ru-RU" sz="2000" dirty="0"/>
              <a:t>27</a:t>
            </a:r>
            <a:r>
              <a:rPr lang="en-US" sz="2000" dirty="0"/>
              <a:t> %</a:t>
            </a:r>
            <a:endParaRPr lang="ru-RU" sz="2000" dirty="0"/>
          </a:p>
        </p:txBody>
      </p:sp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6F15C04A-63D8-DDD8-F4F6-10548EF2B725}"/>
              </a:ext>
            </a:extLst>
          </p:cNvPr>
          <p:cNvSpPr/>
          <p:nvPr/>
        </p:nvSpPr>
        <p:spPr>
          <a:xfrm rot="16200000">
            <a:off x="16465595" y="5624642"/>
            <a:ext cx="1277566" cy="689314"/>
          </a:xfrm>
          <a:prstGeom prst="rightArrow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+449 %</a:t>
            </a:r>
            <a:endParaRPr lang="ru-RU" sz="2000" dirty="0"/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25BDC5BE-5982-83EB-5DD6-420579A53638}"/>
              </a:ext>
            </a:extLst>
          </p:cNvPr>
          <p:cNvSpPr/>
          <p:nvPr/>
        </p:nvSpPr>
        <p:spPr>
          <a:xfrm rot="16200000">
            <a:off x="7387451" y="8463589"/>
            <a:ext cx="1277566" cy="689314"/>
          </a:xfrm>
          <a:prstGeom prst="rightArrow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+</a:t>
            </a:r>
            <a:r>
              <a:rPr lang="ru-RU" sz="2000" dirty="0"/>
              <a:t>54</a:t>
            </a:r>
            <a:r>
              <a:rPr lang="en-US" sz="2000" dirty="0"/>
              <a:t> %</a:t>
            </a:r>
            <a:endParaRPr lang="ru-RU" sz="2000" dirty="0"/>
          </a:p>
        </p:txBody>
      </p: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42B4F048-7022-4176-5351-6E0AB5AC6424}"/>
              </a:ext>
            </a:extLst>
          </p:cNvPr>
          <p:cNvSpPr/>
          <p:nvPr/>
        </p:nvSpPr>
        <p:spPr>
          <a:xfrm rot="16200000">
            <a:off x="16465594" y="8463589"/>
            <a:ext cx="1277566" cy="689314"/>
          </a:xfrm>
          <a:prstGeom prst="rightArrow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+</a:t>
            </a:r>
            <a:r>
              <a:rPr lang="ru-RU" sz="2000" dirty="0"/>
              <a:t>35</a:t>
            </a:r>
            <a:r>
              <a:rPr lang="en-US" sz="2000" dirty="0"/>
              <a:t> %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944909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D37714E4-D4EB-96BA-8F9C-5F2A4C6BD550}"/>
              </a:ext>
            </a:extLst>
          </p:cNvPr>
          <p:cNvGrpSpPr/>
          <p:nvPr/>
        </p:nvGrpSpPr>
        <p:grpSpPr>
          <a:xfrm>
            <a:off x="3246285" y="5386527"/>
            <a:ext cx="1575290" cy="2715759"/>
            <a:chOff x="4075128" y="3050254"/>
            <a:chExt cx="1575290" cy="2715759"/>
          </a:xfrm>
        </p:grpSpPr>
        <p:sp>
          <p:nvSpPr>
            <p:cNvPr id="17" name="Стрелка: вниз 16">
              <a:extLst>
                <a:ext uri="{FF2B5EF4-FFF2-40B4-BE49-F238E27FC236}">
                  <a16:creationId xmlns:a16="http://schemas.microsoft.com/office/drawing/2014/main" id="{67671139-9FB0-2DE3-BA9F-805CF7D91F37}"/>
                </a:ext>
              </a:extLst>
            </p:cNvPr>
            <p:cNvSpPr/>
            <p:nvPr/>
          </p:nvSpPr>
          <p:spPr>
            <a:xfrm>
              <a:off x="4075128" y="3331882"/>
              <a:ext cx="1575290" cy="2434131"/>
            </a:xfrm>
            <a:prstGeom prst="downArrow">
              <a:avLst>
                <a:gd name="adj1" fmla="val 50000"/>
                <a:gd name="adj2" fmla="val 44857"/>
              </a:avLst>
            </a:prstGeom>
            <a:solidFill>
              <a:srgbClr val="5BAFE3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Стрелка: вниз 18">
              <a:extLst>
                <a:ext uri="{FF2B5EF4-FFF2-40B4-BE49-F238E27FC236}">
                  <a16:creationId xmlns:a16="http://schemas.microsoft.com/office/drawing/2014/main" id="{13DF5EEE-6102-B281-DF96-569142A187C8}"/>
                </a:ext>
              </a:extLst>
            </p:cNvPr>
            <p:cNvSpPr/>
            <p:nvPr/>
          </p:nvSpPr>
          <p:spPr>
            <a:xfrm>
              <a:off x="4075128" y="3199735"/>
              <a:ext cx="1575290" cy="2434131"/>
            </a:xfrm>
            <a:prstGeom prst="downArrow">
              <a:avLst>
                <a:gd name="adj1" fmla="val 50000"/>
                <a:gd name="adj2" fmla="val 44857"/>
              </a:avLst>
            </a:prstGeom>
            <a:solidFill>
              <a:srgbClr val="5BAFE3">
                <a:alpha val="6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Стрелка: вниз 19">
              <a:extLst>
                <a:ext uri="{FF2B5EF4-FFF2-40B4-BE49-F238E27FC236}">
                  <a16:creationId xmlns:a16="http://schemas.microsoft.com/office/drawing/2014/main" id="{A32DAE07-060A-BDED-3CF9-7B48230459C9}"/>
                </a:ext>
              </a:extLst>
            </p:cNvPr>
            <p:cNvSpPr/>
            <p:nvPr/>
          </p:nvSpPr>
          <p:spPr>
            <a:xfrm>
              <a:off x="4075128" y="3050254"/>
              <a:ext cx="1575290" cy="2434131"/>
            </a:xfrm>
            <a:prstGeom prst="downArrow">
              <a:avLst>
                <a:gd name="adj1" fmla="val 50000"/>
                <a:gd name="adj2" fmla="val 44857"/>
              </a:avLst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1657978-80A0-9A5F-3905-2A12165ECDE6}"/>
              </a:ext>
            </a:extLst>
          </p:cNvPr>
          <p:cNvGrpSpPr/>
          <p:nvPr/>
        </p:nvGrpSpPr>
        <p:grpSpPr>
          <a:xfrm rot="398500" flipH="1">
            <a:off x="7967272" y="1652289"/>
            <a:ext cx="12051473" cy="9854205"/>
            <a:chOff x="3551458" y="2599063"/>
            <a:chExt cx="12171040" cy="9951971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62E6BC61-61D4-874C-476B-E7F353120E7C}"/>
                </a:ext>
              </a:extLst>
            </p:cNvPr>
            <p:cNvSpPr/>
            <p:nvPr/>
          </p:nvSpPr>
          <p:spPr>
            <a:xfrm rot="14883854">
              <a:off x="7277762" y="5549485"/>
              <a:ext cx="4233327" cy="4233327"/>
            </a:xfrm>
            <a:prstGeom prst="ellipse">
              <a:avLst/>
            </a:prstGeom>
            <a:solidFill>
              <a:srgbClr val="D6E8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6DF2C650-C7C6-0CE4-32DA-3F33EAAE1041}"/>
                </a:ext>
              </a:extLst>
            </p:cNvPr>
            <p:cNvSpPr/>
            <p:nvPr/>
          </p:nvSpPr>
          <p:spPr>
            <a:xfrm rot="14883854">
              <a:off x="3551458" y="5341788"/>
              <a:ext cx="4701696" cy="4701696"/>
            </a:xfrm>
            <a:prstGeom prst="ellipse">
              <a:avLst/>
            </a:prstGeom>
            <a:solidFill>
              <a:srgbClr val="D6E8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D3DC650A-8AAA-19EE-A700-C8BF48555830}"/>
                </a:ext>
              </a:extLst>
            </p:cNvPr>
            <p:cNvSpPr/>
            <p:nvPr/>
          </p:nvSpPr>
          <p:spPr>
            <a:xfrm rot="14883854">
              <a:off x="11559147" y="8307559"/>
              <a:ext cx="2224166" cy="2224165"/>
            </a:xfrm>
            <a:prstGeom prst="ellipse">
              <a:avLst/>
            </a:prstGeom>
            <a:solidFill>
              <a:srgbClr val="E6F1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ECA96732-0BA6-B199-216A-EBD8D4BA89B0}"/>
                </a:ext>
              </a:extLst>
            </p:cNvPr>
            <p:cNvSpPr/>
            <p:nvPr/>
          </p:nvSpPr>
          <p:spPr>
            <a:xfrm rot="14883854">
              <a:off x="10175082" y="3425107"/>
              <a:ext cx="5547416" cy="5547416"/>
            </a:xfrm>
            <a:prstGeom prst="ellipse">
              <a:avLst/>
            </a:prstGeom>
            <a:solidFill>
              <a:srgbClr val="B4D5EE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19BB8019-E168-671F-D6D3-161C1BFED25C}"/>
                </a:ext>
              </a:extLst>
            </p:cNvPr>
            <p:cNvSpPr/>
            <p:nvPr/>
          </p:nvSpPr>
          <p:spPr>
            <a:xfrm rot="14883854">
              <a:off x="5804395" y="8930927"/>
              <a:ext cx="371336" cy="371336"/>
            </a:xfrm>
            <a:prstGeom prst="ellipse">
              <a:avLst/>
            </a:prstGeom>
            <a:solidFill>
              <a:srgbClr val="B4D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5AD36350-9573-24B8-C4E4-5A6AB991C17F}"/>
                </a:ext>
              </a:extLst>
            </p:cNvPr>
            <p:cNvSpPr/>
            <p:nvPr/>
          </p:nvSpPr>
          <p:spPr>
            <a:xfrm rot="14883854">
              <a:off x="13793128" y="10706167"/>
              <a:ext cx="442570" cy="442570"/>
            </a:xfrm>
            <a:prstGeom prst="ellipse">
              <a:avLst/>
            </a:prstGeom>
            <a:solidFill>
              <a:srgbClr val="C6DF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A9EAA9E4-7132-1748-8C82-403D63E62AEA}"/>
                </a:ext>
              </a:extLst>
            </p:cNvPr>
            <p:cNvSpPr/>
            <p:nvPr/>
          </p:nvSpPr>
          <p:spPr>
            <a:xfrm rot="14883854">
              <a:off x="6028154" y="8950848"/>
              <a:ext cx="3600186" cy="3600186"/>
            </a:xfrm>
            <a:prstGeom prst="ellipse">
              <a:avLst/>
            </a:prstGeom>
            <a:solidFill>
              <a:srgbClr val="C6DF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F6B6E8F8-433A-8AE7-5E36-CC139926DA58}"/>
                </a:ext>
              </a:extLst>
            </p:cNvPr>
            <p:cNvSpPr/>
            <p:nvPr/>
          </p:nvSpPr>
          <p:spPr>
            <a:xfrm rot="14883854">
              <a:off x="6431138" y="2599063"/>
              <a:ext cx="569368" cy="569368"/>
            </a:xfrm>
            <a:prstGeom prst="ellipse">
              <a:avLst/>
            </a:prstGeom>
            <a:solidFill>
              <a:srgbClr val="B4D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2EE4A613-10FD-0EFA-F25B-13D71038C39B}"/>
              </a:ext>
            </a:extLst>
          </p:cNvPr>
          <p:cNvSpPr txBox="1"/>
          <p:nvPr/>
        </p:nvSpPr>
        <p:spPr>
          <a:xfrm>
            <a:off x="385351" y="284669"/>
            <a:ext cx="1650748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600" b="1" kern="0" dirty="0">
                <a:solidFill>
                  <a:srgbClr val="006EBE"/>
                </a:solidFill>
                <a:latin typeface="Arial"/>
                <a:cs typeface="Arial"/>
              </a:rPr>
              <a:t>10.11.2025 – начало новой эпохи – старт цифровой трансформации в образовании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C4281-F513-496C-908B-7B07F98702E4}"/>
              </a:ext>
            </a:extLst>
          </p:cNvPr>
          <p:cNvSpPr txBox="1"/>
          <p:nvPr/>
        </p:nvSpPr>
        <p:spPr>
          <a:xfrm>
            <a:off x="624114" y="92601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noProof="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3EF7149-749D-4977-8C87-3B47101F3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587" y="3641017"/>
            <a:ext cx="8619618" cy="4872190"/>
          </a:xfrm>
          <a:prstGeom prst="rect">
            <a:avLst/>
          </a:prstGeom>
          <a:ln w="76200">
            <a:solidFill>
              <a:schemeClr val="bg1"/>
            </a:solidFill>
            <a:miter lim="800000"/>
          </a:ln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84FC4E6-B442-CDB8-A8C4-37D448C8F42A}"/>
              </a:ext>
            </a:extLst>
          </p:cNvPr>
          <p:cNvSpPr/>
          <p:nvPr/>
        </p:nvSpPr>
        <p:spPr>
          <a:xfrm>
            <a:off x="716479" y="2487207"/>
            <a:ext cx="6906781" cy="4667331"/>
          </a:xfrm>
          <a:prstGeom prst="roundRect">
            <a:avLst>
              <a:gd name="adj" fmla="val 10645"/>
            </a:avLst>
          </a:prstGeom>
          <a:solidFill>
            <a:schemeClr val="bg1"/>
          </a:solidFill>
          <a:ln w="50800" cap="sq">
            <a:solidFill>
              <a:srgbClr val="5BAFE3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 bIns="180000" rtlCol="0" anchor="ctr"/>
          <a:lstStyle/>
          <a:p>
            <a:pPr marL="449263" indent="-360363">
              <a:spcBef>
                <a:spcPts val="18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latin typeface="Arial"/>
              </a:rPr>
              <a:t>Наши преподаватели разработали курс «Цифровая эволюция» вместе со студентами</a:t>
            </a:r>
          </a:p>
          <a:p>
            <a:pPr marL="449263" indent="-360363">
              <a:spcBef>
                <a:spcPts val="18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latin typeface="Arial"/>
              </a:rPr>
              <a:t>Курс от преподавателей преподавателям. </a:t>
            </a:r>
          </a:p>
          <a:p>
            <a:pPr marL="449263" indent="-360363">
              <a:spcBef>
                <a:spcPts val="18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latin typeface="Arial"/>
              </a:rPr>
              <a:t>Учат реальной практике использования цифровых инструментов в обучении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0CF22F4-7E2A-46E7-BAA7-9D1FB3615F38}"/>
              </a:ext>
            </a:extLst>
          </p:cNvPr>
          <p:cNvSpPr/>
          <p:nvPr/>
        </p:nvSpPr>
        <p:spPr>
          <a:xfrm>
            <a:off x="8883396" y="2366812"/>
            <a:ext cx="9144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88900" algn="ctr">
              <a:spcBef>
                <a:spcPts val="1800"/>
              </a:spcBef>
              <a:buClr>
                <a:srgbClr val="006EBE"/>
              </a:buClr>
            </a:pPr>
            <a:r>
              <a:rPr lang="ru-RU" sz="2800" b="1" dirty="0">
                <a:solidFill>
                  <a:srgbClr val="006EBE"/>
                </a:solidFill>
              </a:rPr>
              <a:t>Прекрасный пример работы института </a:t>
            </a:r>
            <a:r>
              <a:rPr lang="ru-RU" sz="2800" b="1" dirty="0" err="1">
                <a:solidFill>
                  <a:srgbClr val="006EBE"/>
                </a:solidFill>
              </a:rPr>
              <a:t>амбассадорства</a:t>
            </a:r>
            <a:r>
              <a:rPr lang="ru-RU" sz="2800" b="1" dirty="0">
                <a:solidFill>
                  <a:srgbClr val="006EBE"/>
                </a:solidFill>
              </a:rPr>
              <a:t> преподавателей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107B1C1-75B2-4BE0-8D45-EB3ADF88A301}"/>
              </a:ext>
            </a:extLst>
          </p:cNvPr>
          <p:cNvSpPr/>
          <p:nvPr/>
        </p:nvSpPr>
        <p:spPr>
          <a:xfrm>
            <a:off x="571217" y="8174791"/>
            <a:ext cx="68767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" algn="ctr">
              <a:spcBef>
                <a:spcPts val="1800"/>
              </a:spcBef>
              <a:buClr>
                <a:srgbClr val="006EBE"/>
              </a:buClr>
            </a:pPr>
            <a:r>
              <a:rPr lang="ru-RU" sz="2800" b="1" dirty="0">
                <a:solidFill>
                  <a:srgbClr val="006EBE"/>
                </a:solidFill>
              </a:rPr>
              <a:t>Конечный результат – </a:t>
            </a:r>
            <a:br>
              <a:rPr lang="ru-RU" sz="2800" b="1" dirty="0">
                <a:solidFill>
                  <a:srgbClr val="006EBE"/>
                </a:solidFill>
              </a:rPr>
            </a:br>
            <a:r>
              <a:rPr lang="ru-RU" sz="2800" b="1" dirty="0">
                <a:solidFill>
                  <a:srgbClr val="006EBE"/>
                </a:solidFill>
              </a:rPr>
              <a:t>повышение усвоения материалов студентами</a:t>
            </a:r>
          </a:p>
        </p:txBody>
      </p:sp>
    </p:spTree>
    <p:extLst>
      <p:ext uri="{BB962C8B-B14F-4D97-AF65-F5344CB8AC3E}">
        <p14:creationId xmlns:p14="http://schemas.microsoft.com/office/powerpoint/2010/main" val="3612248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7695B-E82F-53C0-3CDA-43D0A8E60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Овал 18">
            <a:extLst>
              <a:ext uri="{FF2B5EF4-FFF2-40B4-BE49-F238E27FC236}">
                <a16:creationId xmlns:a16="http://schemas.microsoft.com/office/drawing/2014/main" id="{03F21FF9-D638-11CA-14E1-C3AAF0F8B618}"/>
              </a:ext>
            </a:extLst>
          </p:cNvPr>
          <p:cNvSpPr/>
          <p:nvPr/>
        </p:nvSpPr>
        <p:spPr>
          <a:xfrm rot="14883854">
            <a:off x="12434798" y="3015767"/>
            <a:ext cx="3039463" cy="3039463"/>
          </a:xfrm>
          <a:prstGeom prst="ellipse">
            <a:avLst/>
          </a:prstGeom>
          <a:solidFill>
            <a:srgbClr val="E6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6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4573D77C-5A5C-33DE-37F7-8D75A085C3A9}"/>
              </a:ext>
            </a:extLst>
          </p:cNvPr>
          <p:cNvSpPr/>
          <p:nvPr/>
        </p:nvSpPr>
        <p:spPr>
          <a:xfrm rot="5233831">
            <a:off x="11164996" y="4979717"/>
            <a:ext cx="2492846" cy="2492845"/>
          </a:xfrm>
          <a:prstGeom prst="ellipse">
            <a:avLst/>
          </a:prstGeom>
          <a:solidFill>
            <a:srgbClr val="B4D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80"/>
            <a:endParaRPr lang="ru-RU" sz="1799" noProof="0" dirty="0">
              <a:solidFill>
                <a:srgbClr val="CBEDF9"/>
              </a:solidFill>
              <a:latin typeface="Arial"/>
            </a:endParaRPr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030E1CEA-0EC4-A122-B40A-AC5D4DCF6C1A}"/>
              </a:ext>
            </a:extLst>
          </p:cNvPr>
          <p:cNvSpPr/>
          <p:nvPr/>
        </p:nvSpPr>
        <p:spPr>
          <a:xfrm rot="5233831">
            <a:off x="15647971" y="6330121"/>
            <a:ext cx="4410703" cy="4410703"/>
          </a:xfrm>
          <a:prstGeom prst="ellipse">
            <a:avLst/>
          </a:prstGeom>
          <a:solidFill>
            <a:srgbClr val="B4D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80"/>
            <a:endParaRPr lang="ru-RU" sz="1799" noProof="0" dirty="0">
              <a:solidFill>
                <a:srgbClr val="CBEDF9"/>
              </a:solidFill>
              <a:latin typeface="Arial"/>
            </a:endParaRP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25685B7A-FEC7-0CE7-448E-3E6406CFEBE9}"/>
              </a:ext>
            </a:extLst>
          </p:cNvPr>
          <p:cNvSpPr/>
          <p:nvPr/>
        </p:nvSpPr>
        <p:spPr>
          <a:xfrm rot="5233831">
            <a:off x="12493208" y="5106210"/>
            <a:ext cx="5589364" cy="5589364"/>
          </a:xfrm>
          <a:prstGeom prst="ellipse">
            <a:avLst/>
          </a:prstGeom>
          <a:solidFill>
            <a:srgbClr val="D6E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80"/>
            <a:endParaRPr lang="ru-RU" sz="1799" noProof="0" dirty="0">
              <a:solidFill>
                <a:srgbClr val="CBEDF9"/>
              </a:solidFill>
              <a:latin typeface="Arial"/>
            </a:endParaRPr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13B19D52-1559-54EF-984E-7C13B861116E}"/>
              </a:ext>
            </a:extLst>
          </p:cNvPr>
          <p:cNvSpPr/>
          <p:nvPr/>
        </p:nvSpPr>
        <p:spPr>
          <a:xfrm rot="5233831">
            <a:off x="17049447" y="4574531"/>
            <a:ext cx="654743" cy="654743"/>
          </a:xfrm>
          <a:prstGeom prst="ellipse">
            <a:avLst/>
          </a:prstGeom>
          <a:solidFill>
            <a:srgbClr val="E6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80"/>
            <a:endParaRPr lang="ru-RU" sz="1799" noProof="0" dirty="0">
              <a:solidFill>
                <a:srgbClr val="CBEDF9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CFE012-1E44-10DC-D2FB-6EF5DE088B01}"/>
              </a:ext>
            </a:extLst>
          </p:cNvPr>
          <p:cNvSpPr txBox="1"/>
          <p:nvPr/>
        </p:nvSpPr>
        <p:spPr>
          <a:xfrm>
            <a:off x="390926" y="274518"/>
            <a:ext cx="15076335" cy="799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6880"/>
            <a:r>
              <a:rPr lang="ru-RU" sz="4597" b="1" noProof="0" dirty="0" err="1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Общеакадемический</a:t>
            </a:r>
            <a:r>
              <a:rPr lang="ru-RU" sz="45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МФЦ – единый деканат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383850-2476-014D-9D07-49A4F7971AE4}"/>
              </a:ext>
            </a:extLst>
          </p:cNvPr>
          <p:cNvSpPr/>
          <p:nvPr/>
        </p:nvSpPr>
        <p:spPr>
          <a:xfrm>
            <a:off x="670467" y="3108231"/>
            <a:ext cx="4074427" cy="1378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456880"/>
            <a:r>
              <a:rPr lang="ru-RU" sz="39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70%</a:t>
            </a:r>
          </a:p>
          <a:p>
            <a:pPr algn="ctr" defTabSz="1370823">
              <a:defRPr/>
            </a:pPr>
            <a:r>
              <a:rPr lang="ru-RU" sz="2798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услуг предоставляется в электронном виде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5766963-3088-0D87-82C3-5A48D5875321}"/>
              </a:ext>
            </a:extLst>
          </p:cNvPr>
          <p:cNvSpPr/>
          <p:nvPr/>
        </p:nvSpPr>
        <p:spPr>
          <a:xfrm>
            <a:off x="4935482" y="3345234"/>
            <a:ext cx="2991861" cy="138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6880"/>
            <a:r>
              <a:rPr lang="ru-RU" sz="2798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Единый </a:t>
            </a:r>
            <a:r>
              <a:rPr lang="ru-RU" sz="2798" noProof="0" dirty="0">
                <a:latin typeface="Arial" panose="020B0604020202020204" pitchFamily="34" charset="0"/>
                <a:cs typeface="Arial" panose="020B0604020202020204" pitchFamily="34" charset="0"/>
              </a:rPr>
              <a:t>стандарт обслуживания</a:t>
            </a:r>
            <a:endParaRPr lang="ru-RU" sz="3997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222E078-8513-A13D-D00C-9CE0E7469A39}"/>
              </a:ext>
            </a:extLst>
          </p:cNvPr>
          <p:cNvSpPr/>
          <p:nvPr/>
        </p:nvSpPr>
        <p:spPr>
          <a:xfrm>
            <a:off x="7895976" y="3321197"/>
            <a:ext cx="4210715" cy="1183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456880"/>
            <a:r>
              <a:rPr lang="ru-RU" sz="2798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Первый вуз, </a:t>
            </a:r>
            <a:r>
              <a:rPr lang="ru-RU" sz="2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подписывающий ЭП </a:t>
            </a:r>
            <a:br>
              <a:rPr lang="ru-RU" sz="2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результаты услуг</a:t>
            </a:r>
            <a:br>
              <a:rPr lang="ru-RU" sz="20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object 6">
            <a:extLst>
              <a:ext uri="{FF2B5EF4-FFF2-40B4-BE49-F238E27FC236}">
                <a16:creationId xmlns:a16="http://schemas.microsoft.com/office/drawing/2014/main" id="{4110B4EB-FBDE-6F8D-811B-66001A4D237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2" t="1192" r="1192" b="1192"/>
          <a:stretch>
            <a:fillRect/>
          </a:stretch>
        </p:blipFill>
        <p:spPr>
          <a:xfrm>
            <a:off x="11939565" y="5714982"/>
            <a:ext cx="5846785" cy="3793109"/>
          </a:xfrm>
          <a:prstGeom prst="rect">
            <a:avLst/>
          </a:prstGeom>
          <a:ln w="76200" cap="sq">
            <a:solidFill>
              <a:schemeClr val="bg1"/>
            </a:solidFill>
            <a:miter lim="800000"/>
          </a:ln>
        </p:spPr>
      </p:pic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78703DCA-6D36-DE09-300E-4C31DD9449E0}"/>
              </a:ext>
            </a:extLst>
          </p:cNvPr>
          <p:cNvGrpSpPr/>
          <p:nvPr/>
        </p:nvGrpSpPr>
        <p:grpSpPr>
          <a:xfrm>
            <a:off x="5749101" y="1507620"/>
            <a:ext cx="1364624" cy="1364624"/>
            <a:chOff x="7651993" y="1534611"/>
            <a:chExt cx="1364624" cy="1364624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9F897C24-56DF-2CAC-F798-79EB8A287846}"/>
                </a:ext>
              </a:extLst>
            </p:cNvPr>
            <p:cNvSpPr/>
            <p:nvPr/>
          </p:nvSpPr>
          <p:spPr>
            <a:xfrm>
              <a:off x="7651993" y="1534611"/>
              <a:ext cx="1364624" cy="1364624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456880"/>
              <a:endParaRPr lang="ru-RU" sz="1799" noProof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" name="Рисунок 7" descr="Изображение выглядит как символ, логотип, Шрифт, График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F9D80FBC-B664-DCA0-498A-D21BF6302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2134" y="1761573"/>
              <a:ext cx="918021" cy="909988"/>
            </a:xfrm>
            <a:prstGeom prst="rect">
              <a:avLst/>
            </a:prstGeom>
          </p:spPr>
        </p:pic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3EAAFFB2-D59C-4898-EBAE-AEC105559896}"/>
              </a:ext>
            </a:extLst>
          </p:cNvPr>
          <p:cNvGrpSpPr/>
          <p:nvPr/>
        </p:nvGrpSpPr>
        <p:grpSpPr>
          <a:xfrm>
            <a:off x="1875301" y="1506483"/>
            <a:ext cx="1364624" cy="1364624"/>
            <a:chOff x="4408004" y="1506483"/>
            <a:chExt cx="1364624" cy="1364624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69297717-45D2-C19A-A318-68AC3FD3A941}"/>
                </a:ext>
              </a:extLst>
            </p:cNvPr>
            <p:cNvSpPr/>
            <p:nvPr/>
          </p:nvSpPr>
          <p:spPr>
            <a:xfrm>
              <a:off x="4408004" y="1506483"/>
              <a:ext cx="1364624" cy="1364624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456880"/>
              <a:endParaRPr lang="ru-RU" sz="1799" noProof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Рисунок 8" descr="Изображение выглядит как графическая вставка, Графика, символ, дизайн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10B182C-0994-2AB1-9808-37986864B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65431" y="1686548"/>
              <a:ext cx="851510" cy="956885"/>
            </a:xfrm>
            <a:prstGeom prst="rect">
              <a:avLst/>
            </a:prstGeom>
          </p:spPr>
        </p:pic>
      </p:grpSp>
      <p:sp>
        <p:nvSpPr>
          <p:cNvPr id="27" name="Овал 26">
            <a:extLst>
              <a:ext uri="{FF2B5EF4-FFF2-40B4-BE49-F238E27FC236}">
                <a16:creationId xmlns:a16="http://schemas.microsoft.com/office/drawing/2014/main" id="{52735383-42FB-BECF-AFEA-B9CD5E08CFEC}"/>
              </a:ext>
            </a:extLst>
          </p:cNvPr>
          <p:cNvSpPr/>
          <p:nvPr/>
        </p:nvSpPr>
        <p:spPr>
          <a:xfrm>
            <a:off x="9319022" y="1515564"/>
            <a:ext cx="1364624" cy="1364624"/>
          </a:xfrm>
          <a:prstGeom prst="ellipse">
            <a:avLst/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456880"/>
            <a:endParaRPr lang="ru-RU" sz="1400" noProof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9647C4A-B38D-2AA0-7D9A-F9EA577549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4377" y="1737854"/>
            <a:ext cx="942055" cy="942055"/>
          </a:xfrm>
          <a:prstGeom prst="rect">
            <a:avLst/>
          </a:prstGeom>
        </p:spPr>
      </p:pic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C4DE4B6-4C75-1E32-8FD0-CD4FD44C3163}"/>
              </a:ext>
            </a:extLst>
          </p:cNvPr>
          <p:cNvSpPr/>
          <p:nvPr/>
        </p:nvSpPr>
        <p:spPr>
          <a:xfrm>
            <a:off x="449467" y="5540106"/>
            <a:ext cx="4210715" cy="53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456880"/>
            <a:r>
              <a:rPr lang="ru-RU" sz="2798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БЫЛО</a:t>
            </a:r>
            <a:endParaRPr lang="ru-RU" sz="20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AAF7DA2-E57E-24B7-D7B0-B115E76A178F}"/>
              </a:ext>
            </a:extLst>
          </p:cNvPr>
          <p:cNvSpPr/>
          <p:nvPr/>
        </p:nvSpPr>
        <p:spPr>
          <a:xfrm>
            <a:off x="5742008" y="5540106"/>
            <a:ext cx="4210715" cy="523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456880"/>
            <a:r>
              <a:rPr lang="ru-RU" sz="2798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СТАЛО</a:t>
            </a:r>
            <a:endParaRPr lang="ru-RU" sz="20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ABA9E459-C24D-72D1-77EC-D1090AD0DF12}"/>
              </a:ext>
            </a:extLst>
          </p:cNvPr>
          <p:cNvSpPr/>
          <p:nvPr/>
        </p:nvSpPr>
        <p:spPr>
          <a:xfrm>
            <a:off x="6227365" y="6416053"/>
            <a:ext cx="3240000" cy="2390966"/>
          </a:xfrm>
          <a:prstGeom prst="roundRect">
            <a:avLst/>
          </a:prstGeom>
          <a:solidFill>
            <a:schemeClr val="bg1"/>
          </a:solidFill>
          <a:ln w="50800" cap="sq">
            <a:solidFill>
              <a:srgbClr val="5BAFE3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 bIns="180000" rtlCol="0" anchor="ctr"/>
          <a:lstStyle/>
          <a:p>
            <a:pPr marL="88900" algn="ctr">
              <a:spcBef>
                <a:spcPts val="1200"/>
              </a:spcBef>
            </a:pPr>
            <a:r>
              <a:rPr lang="ru-RU" sz="3200" dirty="0">
                <a:latin typeface="Arial"/>
              </a:rPr>
              <a:t>Справка </a:t>
            </a:r>
            <a:br>
              <a:rPr lang="ru-RU" sz="3200" dirty="0">
                <a:latin typeface="Arial"/>
              </a:rPr>
            </a:br>
            <a:r>
              <a:rPr lang="ru-RU" sz="3200" dirty="0">
                <a:latin typeface="Arial"/>
              </a:rPr>
              <a:t>за 30 минут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941486-9042-7593-DFDD-D7875EA65EBF}"/>
              </a:ext>
            </a:extLst>
          </p:cNvPr>
          <p:cNvSpPr txBox="1"/>
          <p:nvPr/>
        </p:nvSpPr>
        <p:spPr>
          <a:xfrm>
            <a:off x="65244" y="9508091"/>
            <a:ext cx="4979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6880">
              <a:spcBef>
                <a:spcPts val="1199"/>
              </a:spcBef>
              <a:buClr>
                <a:srgbClr val="006EBE"/>
              </a:buClr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недели на справку без гарантий</a:t>
            </a:r>
            <a:endParaRPr lang="ru-RU" sz="2000" noProof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Полилиния: фигура 29">
            <a:extLst>
              <a:ext uri="{FF2B5EF4-FFF2-40B4-BE49-F238E27FC236}">
                <a16:creationId xmlns:a16="http://schemas.microsoft.com/office/drawing/2014/main" id="{E4806747-1ACD-6477-0388-D95B8D6FF472}"/>
              </a:ext>
            </a:extLst>
          </p:cNvPr>
          <p:cNvSpPr/>
          <p:nvPr/>
        </p:nvSpPr>
        <p:spPr>
          <a:xfrm rot="2929548" flipV="1">
            <a:off x="4594174" y="5041690"/>
            <a:ext cx="1354541" cy="1455034"/>
          </a:xfrm>
          <a:custGeom>
            <a:avLst/>
            <a:gdLst>
              <a:gd name="connsiteX0" fmla="*/ 0 w 1129146"/>
              <a:gd name="connsiteY0" fmla="*/ 0 h 914400"/>
              <a:gd name="connsiteX1" fmla="*/ 1129146 w 1129146"/>
              <a:gd name="connsiteY1" fmla="*/ 914400 h 914400"/>
              <a:gd name="connsiteX0" fmla="*/ 0 w 1129146"/>
              <a:gd name="connsiteY0" fmla="*/ 0 h 914400"/>
              <a:gd name="connsiteX1" fmla="*/ 1129146 w 1129146"/>
              <a:gd name="connsiteY1" fmla="*/ 914400 h 914400"/>
              <a:gd name="connsiteX0" fmla="*/ 0 w 1129146"/>
              <a:gd name="connsiteY0" fmla="*/ 0 h 914400"/>
              <a:gd name="connsiteX1" fmla="*/ 1129146 w 1129146"/>
              <a:gd name="connsiteY1" fmla="*/ 914400 h 914400"/>
              <a:gd name="connsiteX0" fmla="*/ 0 w 1129146"/>
              <a:gd name="connsiteY0" fmla="*/ 0 h 914400"/>
              <a:gd name="connsiteX1" fmla="*/ 1129146 w 1129146"/>
              <a:gd name="connsiteY1" fmla="*/ 914400 h 914400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49928"/>
              <a:gd name="connsiteY0" fmla="*/ 0 h 942109"/>
              <a:gd name="connsiteX1" fmla="*/ 1149928 w 1149928"/>
              <a:gd name="connsiteY1" fmla="*/ 942109 h 942109"/>
              <a:gd name="connsiteX0" fmla="*/ 0 w 1128069"/>
              <a:gd name="connsiteY0" fmla="*/ -1 h 798915"/>
              <a:gd name="connsiteX1" fmla="*/ 1128069 w 1128069"/>
              <a:gd name="connsiteY1" fmla="*/ 798915 h 798915"/>
              <a:gd name="connsiteX0" fmla="*/ 0 w 1128069"/>
              <a:gd name="connsiteY0" fmla="*/ -1 h 798915"/>
              <a:gd name="connsiteX1" fmla="*/ 1128069 w 1128069"/>
              <a:gd name="connsiteY1" fmla="*/ 798915 h 798915"/>
              <a:gd name="connsiteX0" fmla="*/ 0 w 1034744"/>
              <a:gd name="connsiteY0" fmla="*/ -1 h 757327"/>
              <a:gd name="connsiteX1" fmla="*/ 1034743 w 1034744"/>
              <a:gd name="connsiteY1" fmla="*/ 757328 h 757327"/>
              <a:gd name="connsiteX0" fmla="*/ 0 w 1034744"/>
              <a:gd name="connsiteY0" fmla="*/ -1 h 757327"/>
              <a:gd name="connsiteX1" fmla="*/ 1034743 w 1034744"/>
              <a:gd name="connsiteY1" fmla="*/ 757328 h 757327"/>
              <a:gd name="connsiteX0" fmla="*/ 0 w 1034744"/>
              <a:gd name="connsiteY0" fmla="*/ -1 h 757327"/>
              <a:gd name="connsiteX1" fmla="*/ 1034743 w 1034744"/>
              <a:gd name="connsiteY1" fmla="*/ 757328 h 757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4744" h="757327">
                <a:moveTo>
                  <a:pt x="0" y="-1"/>
                </a:moveTo>
                <a:cubicBezTo>
                  <a:pt x="148834" y="251825"/>
                  <a:pt x="500589" y="575801"/>
                  <a:pt x="1034743" y="757328"/>
                </a:cubicBezTo>
              </a:path>
            </a:pathLst>
          </a:custGeom>
          <a:noFill/>
          <a:ln w="38100">
            <a:solidFill>
              <a:srgbClr val="0070C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D0EC76-AFA0-0CFE-CCF0-9478660457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08811">
            <a:off x="648847" y="6197792"/>
            <a:ext cx="3603454" cy="3192060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F6F1828-AE8F-D0E0-2405-F374CA0F2C99}"/>
              </a:ext>
            </a:extLst>
          </p:cNvPr>
          <p:cNvGrpSpPr/>
          <p:nvPr/>
        </p:nvGrpSpPr>
        <p:grpSpPr>
          <a:xfrm>
            <a:off x="12491030" y="2063262"/>
            <a:ext cx="4840120" cy="3379237"/>
            <a:chOff x="7299928" y="5560264"/>
            <a:chExt cx="5119404" cy="3574225"/>
          </a:xfrm>
        </p:grpSpPr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3DE15D71-AC80-3A0A-F3EA-622495E52A44}"/>
                </a:ext>
              </a:extLst>
            </p:cNvPr>
            <p:cNvSpPr/>
            <p:nvPr/>
          </p:nvSpPr>
          <p:spPr>
            <a:xfrm>
              <a:off x="7299928" y="5560264"/>
              <a:ext cx="4318033" cy="1341655"/>
            </a:xfrm>
            <a:custGeom>
              <a:avLst/>
              <a:gdLst>
                <a:gd name="connsiteX0" fmla="*/ 0 w 5201392"/>
                <a:gd name="connsiteY0" fmla="*/ 95002 h 1330036"/>
                <a:gd name="connsiteX1" fmla="*/ 308759 w 5201392"/>
                <a:gd name="connsiteY1" fmla="*/ 1330036 h 1330036"/>
                <a:gd name="connsiteX2" fmla="*/ 4928260 w 5201392"/>
                <a:gd name="connsiteY2" fmla="*/ 1080654 h 1330036"/>
                <a:gd name="connsiteX3" fmla="*/ 5201392 w 5201392"/>
                <a:gd name="connsiteY3" fmla="*/ 0 h 1330036"/>
                <a:gd name="connsiteX4" fmla="*/ 0 w 5201392"/>
                <a:gd name="connsiteY4" fmla="*/ 95002 h 1330036"/>
                <a:gd name="connsiteX0" fmla="*/ 0 w 5284519"/>
                <a:gd name="connsiteY0" fmla="*/ 178129 h 1413163"/>
                <a:gd name="connsiteX1" fmla="*/ 308759 w 5284519"/>
                <a:gd name="connsiteY1" fmla="*/ 1413163 h 1413163"/>
                <a:gd name="connsiteX2" fmla="*/ 4928260 w 5284519"/>
                <a:gd name="connsiteY2" fmla="*/ 1163781 h 1413163"/>
                <a:gd name="connsiteX3" fmla="*/ 5284519 w 5284519"/>
                <a:gd name="connsiteY3" fmla="*/ 0 h 1413163"/>
                <a:gd name="connsiteX4" fmla="*/ 0 w 5284519"/>
                <a:gd name="connsiteY4" fmla="*/ 178129 h 1413163"/>
                <a:gd name="connsiteX0" fmla="*/ 0 w 5213267"/>
                <a:gd name="connsiteY0" fmla="*/ 47501 h 1282535"/>
                <a:gd name="connsiteX1" fmla="*/ 308759 w 5213267"/>
                <a:gd name="connsiteY1" fmla="*/ 1282535 h 1282535"/>
                <a:gd name="connsiteX2" fmla="*/ 4928260 w 5213267"/>
                <a:gd name="connsiteY2" fmla="*/ 1033153 h 1282535"/>
                <a:gd name="connsiteX3" fmla="*/ 5213267 w 5213267"/>
                <a:gd name="connsiteY3" fmla="*/ 0 h 1282535"/>
                <a:gd name="connsiteX4" fmla="*/ 0 w 5213267"/>
                <a:gd name="connsiteY4" fmla="*/ 47501 h 1282535"/>
                <a:gd name="connsiteX0" fmla="*/ 0 w 5213267"/>
                <a:gd name="connsiteY0" fmla="*/ 142503 h 1282535"/>
                <a:gd name="connsiteX1" fmla="*/ 308759 w 5213267"/>
                <a:gd name="connsiteY1" fmla="*/ 1282535 h 1282535"/>
                <a:gd name="connsiteX2" fmla="*/ 4928260 w 5213267"/>
                <a:gd name="connsiteY2" fmla="*/ 1033153 h 1282535"/>
                <a:gd name="connsiteX3" fmla="*/ 5213267 w 5213267"/>
                <a:gd name="connsiteY3" fmla="*/ 0 h 1282535"/>
                <a:gd name="connsiteX4" fmla="*/ 0 w 5213267"/>
                <a:gd name="connsiteY4" fmla="*/ 142503 h 1282535"/>
                <a:gd name="connsiteX0" fmla="*/ 0 w 5355770"/>
                <a:gd name="connsiteY0" fmla="*/ 0 h 1306286"/>
                <a:gd name="connsiteX1" fmla="*/ 451262 w 5355770"/>
                <a:gd name="connsiteY1" fmla="*/ 1306286 h 1306286"/>
                <a:gd name="connsiteX2" fmla="*/ 5070763 w 5355770"/>
                <a:gd name="connsiteY2" fmla="*/ 1056904 h 1306286"/>
                <a:gd name="connsiteX3" fmla="*/ 5355770 w 5355770"/>
                <a:gd name="connsiteY3" fmla="*/ 23751 h 1306286"/>
                <a:gd name="connsiteX4" fmla="*/ 0 w 5355770"/>
                <a:gd name="connsiteY4" fmla="*/ 0 h 1306286"/>
                <a:gd name="connsiteX0" fmla="*/ 0 w 5355770"/>
                <a:gd name="connsiteY0" fmla="*/ 0 h 1555667"/>
                <a:gd name="connsiteX1" fmla="*/ 261257 w 5355770"/>
                <a:gd name="connsiteY1" fmla="*/ 1555667 h 1555667"/>
                <a:gd name="connsiteX2" fmla="*/ 5070763 w 5355770"/>
                <a:gd name="connsiteY2" fmla="*/ 1056904 h 1555667"/>
                <a:gd name="connsiteX3" fmla="*/ 5355770 w 5355770"/>
                <a:gd name="connsiteY3" fmla="*/ 23751 h 1555667"/>
                <a:gd name="connsiteX4" fmla="*/ 0 w 5355770"/>
                <a:gd name="connsiteY4" fmla="*/ 0 h 1555667"/>
                <a:gd name="connsiteX0" fmla="*/ 0 w 5676404"/>
                <a:gd name="connsiteY0" fmla="*/ 178129 h 1733796"/>
                <a:gd name="connsiteX1" fmla="*/ 261257 w 5676404"/>
                <a:gd name="connsiteY1" fmla="*/ 1733796 h 1733796"/>
                <a:gd name="connsiteX2" fmla="*/ 5070763 w 5676404"/>
                <a:gd name="connsiteY2" fmla="*/ 1235033 h 1733796"/>
                <a:gd name="connsiteX3" fmla="*/ 5676404 w 5676404"/>
                <a:gd name="connsiteY3" fmla="*/ 0 h 1733796"/>
                <a:gd name="connsiteX4" fmla="*/ 0 w 5676404"/>
                <a:gd name="connsiteY4" fmla="*/ 178129 h 1733796"/>
                <a:gd name="connsiteX0" fmla="*/ 0 w 5676404"/>
                <a:gd name="connsiteY0" fmla="*/ 178129 h 1733796"/>
                <a:gd name="connsiteX1" fmla="*/ 261257 w 5676404"/>
                <a:gd name="connsiteY1" fmla="*/ 1733796 h 1733796"/>
                <a:gd name="connsiteX2" fmla="*/ 5355771 w 5676404"/>
                <a:gd name="connsiteY2" fmla="*/ 1389412 h 1733796"/>
                <a:gd name="connsiteX3" fmla="*/ 5676404 w 5676404"/>
                <a:gd name="connsiteY3" fmla="*/ 0 h 1733796"/>
                <a:gd name="connsiteX4" fmla="*/ 0 w 5676404"/>
                <a:gd name="connsiteY4" fmla="*/ 178129 h 1733796"/>
                <a:gd name="connsiteX0" fmla="*/ 0 w 5696811"/>
                <a:gd name="connsiteY0" fmla="*/ 320976 h 1876643"/>
                <a:gd name="connsiteX1" fmla="*/ 261257 w 5696811"/>
                <a:gd name="connsiteY1" fmla="*/ 1876643 h 1876643"/>
                <a:gd name="connsiteX2" fmla="*/ 5355771 w 5696811"/>
                <a:gd name="connsiteY2" fmla="*/ 1532259 h 1876643"/>
                <a:gd name="connsiteX3" fmla="*/ 5696811 w 5696811"/>
                <a:gd name="connsiteY3" fmla="*/ 0 h 1876643"/>
                <a:gd name="connsiteX4" fmla="*/ 0 w 5696811"/>
                <a:gd name="connsiteY4" fmla="*/ 320976 h 1876643"/>
                <a:gd name="connsiteX0" fmla="*/ 0 w 5686608"/>
                <a:gd name="connsiteY0" fmla="*/ 198537 h 1754204"/>
                <a:gd name="connsiteX1" fmla="*/ 261257 w 5686608"/>
                <a:gd name="connsiteY1" fmla="*/ 1754204 h 1754204"/>
                <a:gd name="connsiteX2" fmla="*/ 5355771 w 5686608"/>
                <a:gd name="connsiteY2" fmla="*/ 1409820 h 1754204"/>
                <a:gd name="connsiteX3" fmla="*/ 5686608 w 5686608"/>
                <a:gd name="connsiteY3" fmla="*/ 0 h 1754204"/>
                <a:gd name="connsiteX4" fmla="*/ 0 w 5686608"/>
                <a:gd name="connsiteY4" fmla="*/ 198537 h 1754204"/>
                <a:gd name="connsiteX0" fmla="*/ 0 w 5645795"/>
                <a:gd name="connsiteY0" fmla="*/ 137317 h 1754204"/>
                <a:gd name="connsiteX1" fmla="*/ 220444 w 5645795"/>
                <a:gd name="connsiteY1" fmla="*/ 1754204 h 1754204"/>
                <a:gd name="connsiteX2" fmla="*/ 5314958 w 5645795"/>
                <a:gd name="connsiteY2" fmla="*/ 1409820 h 1754204"/>
                <a:gd name="connsiteX3" fmla="*/ 5645795 w 5645795"/>
                <a:gd name="connsiteY3" fmla="*/ 0 h 1754204"/>
                <a:gd name="connsiteX4" fmla="*/ 0 w 5645795"/>
                <a:gd name="connsiteY4" fmla="*/ 137317 h 1754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45795" h="1754204">
                  <a:moveTo>
                    <a:pt x="0" y="137317"/>
                  </a:moveTo>
                  <a:lnTo>
                    <a:pt x="220444" y="1754204"/>
                  </a:lnTo>
                  <a:lnTo>
                    <a:pt x="5314958" y="1409820"/>
                  </a:lnTo>
                  <a:lnTo>
                    <a:pt x="5645795" y="0"/>
                  </a:lnTo>
                  <a:lnTo>
                    <a:pt x="0" y="137317"/>
                  </a:lnTo>
                  <a:close/>
                </a:path>
              </a:pathLst>
            </a:custGeom>
            <a:solidFill>
              <a:srgbClr val="C303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2160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4400" b="1" dirty="0"/>
                <a:t>выслушать</a:t>
              </a:r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A3533059-5D31-EBA4-7055-C5327CD8C2FE}"/>
                </a:ext>
              </a:extLst>
            </p:cNvPr>
            <p:cNvSpPr/>
            <p:nvPr/>
          </p:nvSpPr>
          <p:spPr>
            <a:xfrm>
              <a:off x="8241578" y="6901919"/>
              <a:ext cx="4177754" cy="1106397"/>
            </a:xfrm>
            <a:custGeom>
              <a:avLst/>
              <a:gdLst>
                <a:gd name="connsiteX0" fmla="*/ 0 w 5201392"/>
                <a:gd name="connsiteY0" fmla="*/ 95002 h 1330036"/>
                <a:gd name="connsiteX1" fmla="*/ 308759 w 5201392"/>
                <a:gd name="connsiteY1" fmla="*/ 1330036 h 1330036"/>
                <a:gd name="connsiteX2" fmla="*/ 4928260 w 5201392"/>
                <a:gd name="connsiteY2" fmla="*/ 1080654 h 1330036"/>
                <a:gd name="connsiteX3" fmla="*/ 5201392 w 5201392"/>
                <a:gd name="connsiteY3" fmla="*/ 0 h 1330036"/>
                <a:gd name="connsiteX4" fmla="*/ 0 w 5201392"/>
                <a:gd name="connsiteY4" fmla="*/ 95002 h 1330036"/>
                <a:gd name="connsiteX0" fmla="*/ 0 w 5284519"/>
                <a:gd name="connsiteY0" fmla="*/ 178129 h 1413163"/>
                <a:gd name="connsiteX1" fmla="*/ 308759 w 5284519"/>
                <a:gd name="connsiteY1" fmla="*/ 1413163 h 1413163"/>
                <a:gd name="connsiteX2" fmla="*/ 4928260 w 5284519"/>
                <a:gd name="connsiteY2" fmla="*/ 1163781 h 1413163"/>
                <a:gd name="connsiteX3" fmla="*/ 5284519 w 5284519"/>
                <a:gd name="connsiteY3" fmla="*/ 0 h 1413163"/>
                <a:gd name="connsiteX4" fmla="*/ 0 w 5284519"/>
                <a:gd name="connsiteY4" fmla="*/ 178129 h 1413163"/>
                <a:gd name="connsiteX0" fmla="*/ 0 w 5213267"/>
                <a:gd name="connsiteY0" fmla="*/ 47501 h 1282535"/>
                <a:gd name="connsiteX1" fmla="*/ 308759 w 5213267"/>
                <a:gd name="connsiteY1" fmla="*/ 1282535 h 1282535"/>
                <a:gd name="connsiteX2" fmla="*/ 4928260 w 5213267"/>
                <a:gd name="connsiteY2" fmla="*/ 1033153 h 1282535"/>
                <a:gd name="connsiteX3" fmla="*/ 5213267 w 5213267"/>
                <a:gd name="connsiteY3" fmla="*/ 0 h 1282535"/>
                <a:gd name="connsiteX4" fmla="*/ 0 w 5213267"/>
                <a:gd name="connsiteY4" fmla="*/ 47501 h 1282535"/>
                <a:gd name="connsiteX0" fmla="*/ 0 w 5213267"/>
                <a:gd name="connsiteY0" fmla="*/ 142503 h 1282535"/>
                <a:gd name="connsiteX1" fmla="*/ 308759 w 5213267"/>
                <a:gd name="connsiteY1" fmla="*/ 1282535 h 1282535"/>
                <a:gd name="connsiteX2" fmla="*/ 4928260 w 5213267"/>
                <a:gd name="connsiteY2" fmla="*/ 1033153 h 1282535"/>
                <a:gd name="connsiteX3" fmla="*/ 5213267 w 5213267"/>
                <a:gd name="connsiteY3" fmla="*/ 0 h 1282535"/>
                <a:gd name="connsiteX4" fmla="*/ 0 w 5213267"/>
                <a:gd name="connsiteY4" fmla="*/ 142503 h 1282535"/>
                <a:gd name="connsiteX0" fmla="*/ 0 w 5355770"/>
                <a:gd name="connsiteY0" fmla="*/ 0 h 1306286"/>
                <a:gd name="connsiteX1" fmla="*/ 451262 w 5355770"/>
                <a:gd name="connsiteY1" fmla="*/ 1306286 h 1306286"/>
                <a:gd name="connsiteX2" fmla="*/ 5070763 w 5355770"/>
                <a:gd name="connsiteY2" fmla="*/ 1056904 h 1306286"/>
                <a:gd name="connsiteX3" fmla="*/ 5355770 w 5355770"/>
                <a:gd name="connsiteY3" fmla="*/ 23751 h 1306286"/>
                <a:gd name="connsiteX4" fmla="*/ 0 w 5355770"/>
                <a:gd name="connsiteY4" fmla="*/ 0 h 1306286"/>
                <a:gd name="connsiteX0" fmla="*/ 0 w 5355770"/>
                <a:gd name="connsiteY0" fmla="*/ 0 h 1555667"/>
                <a:gd name="connsiteX1" fmla="*/ 261257 w 5355770"/>
                <a:gd name="connsiteY1" fmla="*/ 1555667 h 1555667"/>
                <a:gd name="connsiteX2" fmla="*/ 5070763 w 5355770"/>
                <a:gd name="connsiteY2" fmla="*/ 1056904 h 1555667"/>
                <a:gd name="connsiteX3" fmla="*/ 5355770 w 5355770"/>
                <a:gd name="connsiteY3" fmla="*/ 23751 h 1555667"/>
                <a:gd name="connsiteX4" fmla="*/ 0 w 5355770"/>
                <a:gd name="connsiteY4" fmla="*/ 0 h 1555667"/>
                <a:gd name="connsiteX0" fmla="*/ 0 w 5676404"/>
                <a:gd name="connsiteY0" fmla="*/ 178129 h 1733796"/>
                <a:gd name="connsiteX1" fmla="*/ 261257 w 5676404"/>
                <a:gd name="connsiteY1" fmla="*/ 1733796 h 1733796"/>
                <a:gd name="connsiteX2" fmla="*/ 5070763 w 5676404"/>
                <a:gd name="connsiteY2" fmla="*/ 1235033 h 1733796"/>
                <a:gd name="connsiteX3" fmla="*/ 5676404 w 5676404"/>
                <a:gd name="connsiteY3" fmla="*/ 0 h 1733796"/>
                <a:gd name="connsiteX4" fmla="*/ 0 w 5676404"/>
                <a:gd name="connsiteY4" fmla="*/ 178129 h 1733796"/>
                <a:gd name="connsiteX0" fmla="*/ 0 w 5676404"/>
                <a:gd name="connsiteY0" fmla="*/ 178129 h 1733796"/>
                <a:gd name="connsiteX1" fmla="*/ 261257 w 5676404"/>
                <a:gd name="connsiteY1" fmla="*/ 1733796 h 1733796"/>
                <a:gd name="connsiteX2" fmla="*/ 5355771 w 5676404"/>
                <a:gd name="connsiteY2" fmla="*/ 1389412 h 1733796"/>
                <a:gd name="connsiteX3" fmla="*/ 5676404 w 5676404"/>
                <a:gd name="connsiteY3" fmla="*/ 0 h 1733796"/>
                <a:gd name="connsiteX4" fmla="*/ 0 w 5676404"/>
                <a:gd name="connsiteY4" fmla="*/ 178129 h 1733796"/>
                <a:gd name="connsiteX0" fmla="*/ 0 w 5696811"/>
                <a:gd name="connsiteY0" fmla="*/ 320976 h 1876643"/>
                <a:gd name="connsiteX1" fmla="*/ 261257 w 5696811"/>
                <a:gd name="connsiteY1" fmla="*/ 1876643 h 1876643"/>
                <a:gd name="connsiteX2" fmla="*/ 5355771 w 5696811"/>
                <a:gd name="connsiteY2" fmla="*/ 1532259 h 1876643"/>
                <a:gd name="connsiteX3" fmla="*/ 5696811 w 5696811"/>
                <a:gd name="connsiteY3" fmla="*/ 0 h 1876643"/>
                <a:gd name="connsiteX4" fmla="*/ 0 w 5696811"/>
                <a:gd name="connsiteY4" fmla="*/ 320976 h 1876643"/>
                <a:gd name="connsiteX0" fmla="*/ 0 w 5686608"/>
                <a:gd name="connsiteY0" fmla="*/ 198537 h 1754204"/>
                <a:gd name="connsiteX1" fmla="*/ 261257 w 5686608"/>
                <a:gd name="connsiteY1" fmla="*/ 1754204 h 1754204"/>
                <a:gd name="connsiteX2" fmla="*/ 5355771 w 5686608"/>
                <a:gd name="connsiteY2" fmla="*/ 1409820 h 1754204"/>
                <a:gd name="connsiteX3" fmla="*/ 5686608 w 5686608"/>
                <a:gd name="connsiteY3" fmla="*/ 0 h 1754204"/>
                <a:gd name="connsiteX4" fmla="*/ 0 w 5686608"/>
                <a:gd name="connsiteY4" fmla="*/ 198537 h 1754204"/>
                <a:gd name="connsiteX0" fmla="*/ 0 w 5645795"/>
                <a:gd name="connsiteY0" fmla="*/ 137317 h 1754204"/>
                <a:gd name="connsiteX1" fmla="*/ 220444 w 5645795"/>
                <a:gd name="connsiteY1" fmla="*/ 1754204 h 1754204"/>
                <a:gd name="connsiteX2" fmla="*/ 5314958 w 5645795"/>
                <a:gd name="connsiteY2" fmla="*/ 1409820 h 1754204"/>
                <a:gd name="connsiteX3" fmla="*/ 5645795 w 5645795"/>
                <a:gd name="connsiteY3" fmla="*/ 0 h 1754204"/>
                <a:gd name="connsiteX4" fmla="*/ 0 w 5645795"/>
                <a:gd name="connsiteY4" fmla="*/ 137317 h 1754204"/>
                <a:gd name="connsiteX0" fmla="*/ 147424 w 5793219"/>
                <a:gd name="connsiteY0" fmla="*/ 137317 h 1409820"/>
                <a:gd name="connsiteX1" fmla="*/ 0 w 5793219"/>
                <a:gd name="connsiteY1" fmla="*/ 1331156 h 1409820"/>
                <a:gd name="connsiteX2" fmla="*/ 5462382 w 5793219"/>
                <a:gd name="connsiteY2" fmla="*/ 1409820 h 1409820"/>
                <a:gd name="connsiteX3" fmla="*/ 5793219 w 5793219"/>
                <a:gd name="connsiteY3" fmla="*/ 0 h 1409820"/>
                <a:gd name="connsiteX4" fmla="*/ 147424 w 5793219"/>
                <a:gd name="connsiteY4" fmla="*/ 137317 h 1409820"/>
                <a:gd name="connsiteX0" fmla="*/ 147424 w 5462382"/>
                <a:gd name="connsiteY0" fmla="*/ 174103 h 1446606"/>
                <a:gd name="connsiteX1" fmla="*/ 0 w 5462382"/>
                <a:gd name="connsiteY1" fmla="*/ 1367942 h 1446606"/>
                <a:gd name="connsiteX2" fmla="*/ 5462382 w 5462382"/>
                <a:gd name="connsiteY2" fmla="*/ 1446606 h 1446606"/>
                <a:gd name="connsiteX3" fmla="*/ 5397761 w 5462382"/>
                <a:gd name="connsiteY3" fmla="*/ 0 h 1446606"/>
                <a:gd name="connsiteX4" fmla="*/ 147424 w 5462382"/>
                <a:gd name="connsiteY4" fmla="*/ 174103 h 1446606"/>
                <a:gd name="connsiteX0" fmla="*/ 147424 w 5462382"/>
                <a:gd name="connsiteY0" fmla="*/ 174103 h 1446606"/>
                <a:gd name="connsiteX1" fmla="*/ 0 w 5462382"/>
                <a:gd name="connsiteY1" fmla="*/ 1367942 h 1446606"/>
                <a:gd name="connsiteX2" fmla="*/ 5462382 w 5462382"/>
                <a:gd name="connsiteY2" fmla="*/ 1446606 h 1446606"/>
                <a:gd name="connsiteX3" fmla="*/ 5397761 w 5462382"/>
                <a:gd name="connsiteY3" fmla="*/ 0 h 1446606"/>
                <a:gd name="connsiteX4" fmla="*/ 147424 w 5462382"/>
                <a:gd name="connsiteY4" fmla="*/ 174103 h 144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2382" h="1446606">
                  <a:moveTo>
                    <a:pt x="147424" y="174103"/>
                  </a:moveTo>
                  <a:lnTo>
                    <a:pt x="0" y="1367942"/>
                  </a:lnTo>
                  <a:lnTo>
                    <a:pt x="5462382" y="1446606"/>
                  </a:lnTo>
                  <a:cubicBezTo>
                    <a:pt x="5440842" y="964404"/>
                    <a:pt x="5400908" y="22367"/>
                    <a:pt x="5397761" y="0"/>
                  </a:cubicBezTo>
                  <a:lnTo>
                    <a:pt x="147424" y="174103"/>
                  </a:lnTo>
                  <a:close/>
                </a:path>
              </a:pathLst>
            </a:custGeom>
            <a:solidFill>
              <a:srgbClr val="C303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bIns="2160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4400" b="1" dirty="0"/>
                <a:t>услышать</a:t>
              </a:r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7F27E85F-1F17-9E03-6A3F-3FBD0FE113DA}"/>
                </a:ext>
              </a:extLst>
            </p:cNvPr>
            <p:cNvSpPr/>
            <p:nvPr/>
          </p:nvSpPr>
          <p:spPr>
            <a:xfrm>
              <a:off x="7371105" y="8093242"/>
              <a:ext cx="3615887" cy="1041247"/>
            </a:xfrm>
            <a:custGeom>
              <a:avLst/>
              <a:gdLst>
                <a:gd name="connsiteX0" fmla="*/ 0 w 5201392"/>
                <a:gd name="connsiteY0" fmla="*/ 95002 h 1330036"/>
                <a:gd name="connsiteX1" fmla="*/ 308759 w 5201392"/>
                <a:gd name="connsiteY1" fmla="*/ 1330036 h 1330036"/>
                <a:gd name="connsiteX2" fmla="*/ 4928260 w 5201392"/>
                <a:gd name="connsiteY2" fmla="*/ 1080654 h 1330036"/>
                <a:gd name="connsiteX3" fmla="*/ 5201392 w 5201392"/>
                <a:gd name="connsiteY3" fmla="*/ 0 h 1330036"/>
                <a:gd name="connsiteX4" fmla="*/ 0 w 5201392"/>
                <a:gd name="connsiteY4" fmla="*/ 95002 h 1330036"/>
                <a:gd name="connsiteX0" fmla="*/ 0 w 5284519"/>
                <a:gd name="connsiteY0" fmla="*/ 178129 h 1413163"/>
                <a:gd name="connsiteX1" fmla="*/ 308759 w 5284519"/>
                <a:gd name="connsiteY1" fmla="*/ 1413163 h 1413163"/>
                <a:gd name="connsiteX2" fmla="*/ 4928260 w 5284519"/>
                <a:gd name="connsiteY2" fmla="*/ 1163781 h 1413163"/>
                <a:gd name="connsiteX3" fmla="*/ 5284519 w 5284519"/>
                <a:gd name="connsiteY3" fmla="*/ 0 h 1413163"/>
                <a:gd name="connsiteX4" fmla="*/ 0 w 5284519"/>
                <a:gd name="connsiteY4" fmla="*/ 178129 h 1413163"/>
                <a:gd name="connsiteX0" fmla="*/ 0 w 5213267"/>
                <a:gd name="connsiteY0" fmla="*/ 47501 h 1282535"/>
                <a:gd name="connsiteX1" fmla="*/ 308759 w 5213267"/>
                <a:gd name="connsiteY1" fmla="*/ 1282535 h 1282535"/>
                <a:gd name="connsiteX2" fmla="*/ 4928260 w 5213267"/>
                <a:gd name="connsiteY2" fmla="*/ 1033153 h 1282535"/>
                <a:gd name="connsiteX3" fmla="*/ 5213267 w 5213267"/>
                <a:gd name="connsiteY3" fmla="*/ 0 h 1282535"/>
                <a:gd name="connsiteX4" fmla="*/ 0 w 5213267"/>
                <a:gd name="connsiteY4" fmla="*/ 47501 h 1282535"/>
                <a:gd name="connsiteX0" fmla="*/ 0 w 5213267"/>
                <a:gd name="connsiteY0" fmla="*/ 142503 h 1282535"/>
                <a:gd name="connsiteX1" fmla="*/ 308759 w 5213267"/>
                <a:gd name="connsiteY1" fmla="*/ 1282535 h 1282535"/>
                <a:gd name="connsiteX2" fmla="*/ 4928260 w 5213267"/>
                <a:gd name="connsiteY2" fmla="*/ 1033153 h 1282535"/>
                <a:gd name="connsiteX3" fmla="*/ 5213267 w 5213267"/>
                <a:gd name="connsiteY3" fmla="*/ 0 h 1282535"/>
                <a:gd name="connsiteX4" fmla="*/ 0 w 5213267"/>
                <a:gd name="connsiteY4" fmla="*/ 142503 h 1282535"/>
                <a:gd name="connsiteX0" fmla="*/ 0 w 5355770"/>
                <a:gd name="connsiteY0" fmla="*/ 0 h 1306286"/>
                <a:gd name="connsiteX1" fmla="*/ 451262 w 5355770"/>
                <a:gd name="connsiteY1" fmla="*/ 1306286 h 1306286"/>
                <a:gd name="connsiteX2" fmla="*/ 5070763 w 5355770"/>
                <a:gd name="connsiteY2" fmla="*/ 1056904 h 1306286"/>
                <a:gd name="connsiteX3" fmla="*/ 5355770 w 5355770"/>
                <a:gd name="connsiteY3" fmla="*/ 23751 h 1306286"/>
                <a:gd name="connsiteX4" fmla="*/ 0 w 5355770"/>
                <a:gd name="connsiteY4" fmla="*/ 0 h 1306286"/>
                <a:gd name="connsiteX0" fmla="*/ 0 w 5355770"/>
                <a:gd name="connsiteY0" fmla="*/ 0 h 1555667"/>
                <a:gd name="connsiteX1" fmla="*/ 261257 w 5355770"/>
                <a:gd name="connsiteY1" fmla="*/ 1555667 h 1555667"/>
                <a:gd name="connsiteX2" fmla="*/ 5070763 w 5355770"/>
                <a:gd name="connsiteY2" fmla="*/ 1056904 h 1555667"/>
                <a:gd name="connsiteX3" fmla="*/ 5355770 w 5355770"/>
                <a:gd name="connsiteY3" fmla="*/ 23751 h 1555667"/>
                <a:gd name="connsiteX4" fmla="*/ 0 w 5355770"/>
                <a:gd name="connsiteY4" fmla="*/ 0 h 1555667"/>
                <a:gd name="connsiteX0" fmla="*/ 0 w 5676404"/>
                <a:gd name="connsiteY0" fmla="*/ 178129 h 1733796"/>
                <a:gd name="connsiteX1" fmla="*/ 261257 w 5676404"/>
                <a:gd name="connsiteY1" fmla="*/ 1733796 h 1733796"/>
                <a:gd name="connsiteX2" fmla="*/ 5070763 w 5676404"/>
                <a:gd name="connsiteY2" fmla="*/ 1235033 h 1733796"/>
                <a:gd name="connsiteX3" fmla="*/ 5676404 w 5676404"/>
                <a:gd name="connsiteY3" fmla="*/ 0 h 1733796"/>
                <a:gd name="connsiteX4" fmla="*/ 0 w 5676404"/>
                <a:gd name="connsiteY4" fmla="*/ 178129 h 1733796"/>
                <a:gd name="connsiteX0" fmla="*/ 0 w 5676404"/>
                <a:gd name="connsiteY0" fmla="*/ 178129 h 1733796"/>
                <a:gd name="connsiteX1" fmla="*/ 261257 w 5676404"/>
                <a:gd name="connsiteY1" fmla="*/ 1733796 h 1733796"/>
                <a:gd name="connsiteX2" fmla="*/ 5355771 w 5676404"/>
                <a:gd name="connsiteY2" fmla="*/ 1389412 h 1733796"/>
                <a:gd name="connsiteX3" fmla="*/ 5676404 w 5676404"/>
                <a:gd name="connsiteY3" fmla="*/ 0 h 1733796"/>
                <a:gd name="connsiteX4" fmla="*/ 0 w 5676404"/>
                <a:gd name="connsiteY4" fmla="*/ 178129 h 1733796"/>
                <a:gd name="connsiteX0" fmla="*/ 0 w 5696811"/>
                <a:gd name="connsiteY0" fmla="*/ 320976 h 1876643"/>
                <a:gd name="connsiteX1" fmla="*/ 261257 w 5696811"/>
                <a:gd name="connsiteY1" fmla="*/ 1876643 h 1876643"/>
                <a:gd name="connsiteX2" fmla="*/ 5355771 w 5696811"/>
                <a:gd name="connsiteY2" fmla="*/ 1532259 h 1876643"/>
                <a:gd name="connsiteX3" fmla="*/ 5696811 w 5696811"/>
                <a:gd name="connsiteY3" fmla="*/ 0 h 1876643"/>
                <a:gd name="connsiteX4" fmla="*/ 0 w 5696811"/>
                <a:gd name="connsiteY4" fmla="*/ 320976 h 1876643"/>
                <a:gd name="connsiteX0" fmla="*/ 0 w 5686608"/>
                <a:gd name="connsiteY0" fmla="*/ 198537 h 1754204"/>
                <a:gd name="connsiteX1" fmla="*/ 261257 w 5686608"/>
                <a:gd name="connsiteY1" fmla="*/ 1754204 h 1754204"/>
                <a:gd name="connsiteX2" fmla="*/ 5355771 w 5686608"/>
                <a:gd name="connsiteY2" fmla="*/ 1409820 h 1754204"/>
                <a:gd name="connsiteX3" fmla="*/ 5686608 w 5686608"/>
                <a:gd name="connsiteY3" fmla="*/ 0 h 1754204"/>
                <a:gd name="connsiteX4" fmla="*/ 0 w 5686608"/>
                <a:gd name="connsiteY4" fmla="*/ 198537 h 1754204"/>
                <a:gd name="connsiteX0" fmla="*/ 0 w 5645795"/>
                <a:gd name="connsiteY0" fmla="*/ 137317 h 1754204"/>
                <a:gd name="connsiteX1" fmla="*/ 220444 w 5645795"/>
                <a:gd name="connsiteY1" fmla="*/ 1754204 h 1754204"/>
                <a:gd name="connsiteX2" fmla="*/ 5314958 w 5645795"/>
                <a:gd name="connsiteY2" fmla="*/ 1409820 h 1754204"/>
                <a:gd name="connsiteX3" fmla="*/ 5645795 w 5645795"/>
                <a:gd name="connsiteY3" fmla="*/ 0 h 1754204"/>
                <a:gd name="connsiteX4" fmla="*/ 0 w 5645795"/>
                <a:gd name="connsiteY4" fmla="*/ 137317 h 1754204"/>
                <a:gd name="connsiteX0" fmla="*/ 208735 w 5854530"/>
                <a:gd name="connsiteY0" fmla="*/ 137317 h 1498740"/>
                <a:gd name="connsiteX1" fmla="*/ 0 w 5854530"/>
                <a:gd name="connsiteY1" fmla="*/ 1498740 h 1498740"/>
                <a:gd name="connsiteX2" fmla="*/ 5523693 w 5854530"/>
                <a:gd name="connsiteY2" fmla="*/ 1409820 h 1498740"/>
                <a:gd name="connsiteX3" fmla="*/ 5854530 w 5854530"/>
                <a:gd name="connsiteY3" fmla="*/ 0 h 1498740"/>
                <a:gd name="connsiteX4" fmla="*/ 208735 w 5854530"/>
                <a:gd name="connsiteY4" fmla="*/ 137317 h 1498740"/>
                <a:gd name="connsiteX0" fmla="*/ 208735 w 6065277"/>
                <a:gd name="connsiteY0" fmla="*/ 137317 h 1498740"/>
                <a:gd name="connsiteX1" fmla="*/ 0 w 6065277"/>
                <a:gd name="connsiteY1" fmla="*/ 1498740 h 1498740"/>
                <a:gd name="connsiteX2" fmla="*/ 6065277 w 6065277"/>
                <a:gd name="connsiteY2" fmla="*/ 1460913 h 1498740"/>
                <a:gd name="connsiteX3" fmla="*/ 5854530 w 6065277"/>
                <a:gd name="connsiteY3" fmla="*/ 0 h 1498740"/>
                <a:gd name="connsiteX4" fmla="*/ 208735 w 6065277"/>
                <a:gd name="connsiteY4" fmla="*/ 137317 h 1498740"/>
                <a:gd name="connsiteX0" fmla="*/ 208735 w 6065277"/>
                <a:gd name="connsiteY0" fmla="*/ 0 h 1361423"/>
                <a:gd name="connsiteX1" fmla="*/ 0 w 6065277"/>
                <a:gd name="connsiteY1" fmla="*/ 1361423 h 1361423"/>
                <a:gd name="connsiteX2" fmla="*/ 6065277 w 6065277"/>
                <a:gd name="connsiteY2" fmla="*/ 1323596 h 1361423"/>
                <a:gd name="connsiteX3" fmla="*/ 5619503 w 6065277"/>
                <a:gd name="connsiteY3" fmla="*/ 128366 h 1361423"/>
                <a:gd name="connsiteX4" fmla="*/ 208735 w 6065277"/>
                <a:gd name="connsiteY4" fmla="*/ 0 h 136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5277" h="1361423">
                  <a:moveTo>
                    <a:pt x="208735" y="0"/>
                  </a:moveTo>
                  <a:lnTo>
                    <a:pt x="0" y="1361423"/>
                  </a:lnTo>
                  <a:lnTo>
                    <a:pt x="6065277" y="1323596"/>
                  </a:lnTo>
                  <a:lnTo>
                    <a:pt x="5619503" y="128366"/>
                  </a:lnTo>
                  <a:lnTo>
                    <a:pt x="208735" y="0"/>
                  </a:lnTo>
                  <a:close/>
                </a:path>
              </a:pathLst>
            </a:custGeom>
            <a:solidFill>
              <a:srgbClr val="C303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44000" bIns="2160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4400" b="1" dirty="0"/>
                <a:t>помочь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8606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5BB80-6D65-4F04-B87A-C98EA343A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9FAC4B-AC39-6F79-D4F5-2BCFFD437555}"/>
              </a:ext>
            </a:extLst>
          </p:cNvPr>
          <p:cNvSpPr txBox="1"/>
          <p:nvPr/>
        </p:nvSpPr>
        <p:spPr>
          <a:xfrm>
            <a:off x="390926" y="274518"/>
            <a:ext cx="16411174" cy="2214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6880"/>
            <a:r>
              <a:rPr lang="ru-RU" sz="4597" b="1" dirty="0" err="1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ТОПовый</a:t>
            </a:r>
            <a:r>
              <a:rPr lang="ru-RU" sz="4597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Личный кабинет студента на основе </a:t>
            </a:r>
            <a:r>
              <a:rPr lang="en-US" sz="4597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CJM</a:t>
            </a:r>
          </a:p>
          <a:p>
            <a:pPr marL="685800" indent="-685800" defTabSz="456880">
              <a:buFontTx/>
              <a:buChar char="-"/>
            </a:pPr>
            <a:endParaRPr lang="en-US" sz="4597" b="1" noProof="0" dirty="0">
              <a:solidFill>
                <a:srgbClr val="006E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ru-RU" sz="4597" b="1" noProof="0" dirty="0">
              <a:solidFill>
                <a:srgbClr val="006E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5B32C5D-5B74-983C-7EEE-C99940DFAAD2}"/>
              </a:ext>
            </a:extLst>
          </p:cNvPr>
          <p:cNvSpPr/>
          <p:nvPr/>
        </p:nvSpPr>
        <p:spPr>
          <a:xfrm rot="3735866">
            <a:off x="10773359" y="5754805"/>
            <a:ext cx="183405" cy="170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80"/>
            <a:endParaRPr lang="ru-RU" sz="1799" noProof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98750C6-CFB3-D34C-76F1-E9E5F11AB8EB}"/>
              </a:ext>
            </a:extLst>
          </p:cNvPr>
          <p:cNvSpPr/>
          <p:nvPr/>
        </p:nvSpPr>
        <p:spPr>
          <a:xfrm rot="3735866">
            <a:off x="14407697" y="5754805"/>
            <a:ext cx="183405" cy="170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80"/>
            <a:endParaRPr lang="ru-RU" sz="1799" noProof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C6F8D96-8254-7E4B-DD5B-05A918B5C2EE}"/>
              </a:ext>
            </a:extLst>
          </p:cNvPr>
          <p:cNvGrpSpPr/>
          <p:nvPr/>
        </p:nvGrpSpPr>
        <p:grpSpPr>
          <a:xfrm>
            <a:off x="968761" y="1403140"/>
            <a:ext cx="16399600" cy="8526673"/>
            <a:chOff x="968761" y="1403140"/>
            <a:chExt cx="16399600" cy="8526673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A52859A3-4F04-0779-276A-BE5D80747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399982" y="1403140"/>
              <a:ext cx="7945582" cy="3467572"/>
            </a:xfrm>
            <a:prstGeom prst="rect">
              <a:avLst/>
            </a:prstGeom>
            <a:noFill/>
            <a:ln w="76200">
              <a:solidFill>
                <a:srgbClr val="D6E8F6"/>
              </a:solidFill>
              <a:miter lim="800000"/>
            </a:ln>
          </p:spPr>
        </p:pic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0FEC4652-A1AC-31E1-671E-18B3DBF9A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"/>
            <a:stretch>
              <a:fillRect/>
            </a:stretch>
          </p:blipFill>
          <p:spPr>
            <a:xfrm>
              <a:off x="9399982" y="5105039"/>
              <a:ext cx="7968379" cy="4824774"/>
            </a:xfrm>
            <a:prstGeom prst="rect">
              <a:avLst/>
            </a:prstGeom>
            <a:noFill/>
            <a:ln w="76200">
              <a:solidFill>
                <a:srgbClr val="D6E8F6"/>
              </a:solidFill>
              <a:miter lim="800000"/>
            </a:ln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7E0CD364-3271-D462-46C1-CC6FCFA4F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77573" y="1403140"/>
              <a:ext cx="8189281" cy="1535501"/>
            </a:xfrm>
            <a:prstGeom prst="rect">
              <a:avLst/>
            </a:prstGeom>
            <a:noFill/>
            <a:ln w="76200">
              <a:solidFill>
                <a:srgbClr val="D6E8F6"/>
              </a:solidFill>
              <a:miter lim="800000"/>
            </a:ln>
          </p:spPr>
        </p:pic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8A26AF19-FC74-E7F0-ACFE-8C6A5805F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68761" y="3197312"/>
              <a:ext cx="8189281" cy="3699771"/>
            </a:xfrm>
            <a:prstGeom prst="rect">
              <a:avLst/>
            </a:prstGeom>
            <a:noFill/>
            <a:ln w="76200">
              <a:solidFill>
                <a:srgbClr val="D6E8F6"/>
              </a:solidFill>
              <a:miter lim="800000"/>
            </a:ln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E68BDAE8-A22F-46F7-F257-2C0A1BB75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68761" y="7155754"/>
              <a:ext cx="8189281" cy="2774059"/>
            </a:xfrm>
            <a:prstGeom prst="rect">
              <a:avLst/>
            </a:prstGeom>
            <a:noFill/>
            <a:ln w="76200">
              <a:solidFill>
                <a:srgbClr val="D6E8F6"/>
              </a:solidFill>
              <a:miter lim="800000"/>
            </a:ln>
          </p:spPr>
        </p:pic>
      </p:grpSp>
      <p:pic>
        <p:nvPicPr>
          <p:cNvPr id="12" name="Рисунок 11" descr="Изображение выглядит как красный, снимок экрана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44C1CC-7A5D-0CF9-BBA3-63EFD6CD66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3774994">
            <a:off x="15059588" y="7459788"/>
            <a:ext cx="2617962" cy="26074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05E16F5-21BA-3139-A532-3494F9DFEAD0}"/>
              </a:ext>
            </a:extLst>
          </p:cNvPr>
          <p:cNvSpPr txBox="1"/>
          <p:nvPr/>
        </p:nvSpPr>
        <p:spPr>
          <a:xfrm rot="20542303">
            <a:off x="14992207" y="8017908"/>
            <a:ext cx="276225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0823">
              <a:defRPr/>
            </a:pPr>
            <a:r>
              <a:rPr lang="ru-RU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100+</a:t>
            </a:r>
          </a:p>
          <a:p>
            <a:pPr algn="ctr" defTabSz="1370823">
              <a:defRPr/>
            </a:pPr>
            <a:r>
              <a:rPr lang="ru-RU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Цифровых</a:t>
            </a:r>
          </a:p>
          <a:p>
            <a:pPr algn="ctr" defTabSz="1370823">
              <a:defRPr/>
            </a:pPr>
            <a:r>
              <a:rPr lang="ru-RU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сервисов</a:t>
            </a:r>
            <a:endParaRPr lang="ru-RU" sz="4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808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03EFE30-9E7E-C6A9-19ED-3437A3387B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43"/>
          <a:stretch>
            <a:fillRect/>
          </a:stretch>
        </p:blipFill>
        <p:spPr>
          <a:xfrm>
            <a:off x="9190595" y="8057371"/>
            <a:ext cx="8073241" cy="1671829"/>
          </a:xfrm>
          <a:prstGeom prst="rect">
            <a:avLst/>
          </a:prstGeom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B184160-D862-80C2-AC23-61E8FDCE2CF0}"/>
              </a:ext>
            </a:extLst>
          </p:cNvPr>
          <p:cNvSpPr/>
          <p:nvPr/>
        </p:nvSpPr>
        <p:spPr>
          <a:xfrm>
            <a:off x="8678636" y="8057371"/>
            <a:ext cx="9107714" cy="1751656"/>
          </a:xfrm>
          <a:prstGeom prst="roundRect">
            <a:avLst>
              <a:gd name="adj" fmla="val 19088"/>
            </a:avLst>
          </a:prstGeom>
          <a:noFill/>
          <a:ln w="50800" cap="sq">
            <a:solidFill>
              <a:srgbClr val="5BAFE3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80000" tIns="0" rtlCol="0" anchor="ctr" anchorCtr="0"/>
          <a:lstStyle/>
          <a:p>
            <a:pPr algn="ctr"/>
            <a:endParaRPr lang="ru-RU" sz="3200" kern="0" dirty="0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387B1A-A414-497F-697E-13AC2F93AB77}"/>
              </a:ext>
            </a:extLst>
          </p:cNvPr>
          <p:cNvSpPr txBox="1"/>
          <p:nvPr/>
        </p:nvSpPr>
        <p:spPr>
          <a:xfrm>
            <a:off x="385353" y="279581"/>
            <a:ext cx="1592144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4600" b="1" i="0" u="none" strike="noStrike" kern="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ПК2025. Впервые с благодарностью без замечаний</a:t>
            </a:r>
            <a:endParaRPr lang="ru-RU" sz="4600" dirty="0">
              <a:solidFill>
                <a:srgbClr val="006EBE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BD245F8-1E68-8F02-4737-84F6ACB5AF05}"/>
              </a:ext>
            </a:extLst>
          </p:cNvPr>
          <p:cNvSpPr/>
          <p:nvPr/>
        </p:nvSpPr>
        <p:spPr>
          <a:xfrm>
            <a:off x="504825" y="1616074"/>
            <a:ext cx="5415683" cy="8192953"/>
          </a:xfrm>
          <a:prstGeom prst="roundRect">
            <a:avLst>
              <a:gd name="adj" fmla="val 8119"/>
            </a:avLst>
          </a:prstGeom>
          <a:solidFill>
            <a:srgbClr val="DEEFF9"/>
          </a:solidFill>
          <a:ln w="50800">
            <a:solidFill>
              <a:srgbClr val="5BAFE3"/>
            </a:solidFill>
            <a:prstDash val="sysDash"/>
          </a:ln>
        </p:spPr>
        <p:txBody>
          <a:bodyPr wrap="square" lIns="0" tIns="36000" rIns="0" anchor="t" anchorCtr="0">
            <a:noAutofit/>
          </a:bodyPr>
          <a:lstStyle/>
          <a:p>
            <a:pPr marL="534988" lvl="0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Все обращения регистрировались</a:t>
            </a:r>
          </a:p>
          <a:p>
            <a:pPr marL="534988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Обучили пользователей отдельному курсу по ПК в СДО, что снизило количество обращений</a:t>
            </a:r>
          </a:p>
          <a:p>
            <a:pPr marL="534988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Упростили доступ к поддержке для абитуриентов – напрямую из ЛК и ускорили обработку </a:t>
            </a:r>
            <a:b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их обращений</a:t>
            </a:r>
          </a:p>
          <a:p>
            <a:pPr marL="534988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Привлекли к тестированию </a:t>
            </a:r>
            <a:b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и к техподдержке КЛП  (28 ключевых пользователей)</a:t>
            </a:r>
          </a:p>
          <a:p>
            <a:pPr marL="534988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Подключили к поддержке </a:t>
            </a:r>
            <a:b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специалистов 3 филиалов</a:t>
            </a:r>
          </a:p>
          <a:p>
            <a:pPr marL="534988" indent="-271463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Обновили имеющиеся и создали новые инструкции по ИС ПК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EF386-6F0A-58A6-B8E8-2AD149F10C08}"/>
              </a:ext>
            </a:extLst>
          </p:cNvPr>
          <p:cNvSpPr txBox="1"/>
          <p:nvPr/>
        </p:nvSpPr>
        <p:spPr>
          <a:xfrm>
            <a:off x="6420208" y="1538173"/>
            <a:ext cx="91099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kern="0" dirty="0">
                <a:solidFill>
                  <a:srgbClr val="006EBE"/>
                </a:solidFill>
                <a:latin typeface="Arial"/>
                <a:cs typeface="Arial"/>
              </a:rPr>
              <a:t>Сравнение работы ИС и Техподдержки в ПК2025 по сравнению с ПК2024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435F197-B5CD-5A14-341A-5A37FF3EB11F}"/>
              </a:ext>
            </a:extLst>
          </p:cNvPr>
          <p:cNvGrpSpPr/>
          <p:nvPr/>
        </p:nvGrpSpPr>
        <p:grpSpPr>
          <a:xfrm>
            <a:off x="5925787" y="6305582"/>
            <a:ext cx="12635876" cy="1293887"/>
            <a:chOff x="5341261" y="6441050"/>
            <a:chExt cx="12635876" cy="1293887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DEABDDB0-9294-21AC-DE45-2C021EE3B4C8}"/>
                </a:ext>
              </a:extLst>
            </p:cNvPr>
            <p:cNvSpPr/>
            <p:nvPr/>
          </p:nvSpPr>
          <p:spPr>
            <a:xfrm>
              <a:off x="5341261" y="6561690"/>
              <a:ext cx="4636654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ru-RU" sz="2000" dirty="0">
                  <a:solidFill>
                    <a:srgbClr val="006EBE"/>
                  </a:solidFill>
                </a:rPr>
                <a:t>Опросили ЦПК, ППК, руководство институтов и филиалов </a:t>
              </a:r>
              <a:br>
                <a:rPr lang="ru-RU" sz="2000" dirty="0">
                  <a:solidFill>
                    <a:srgbClr val="006EBE"/>
                  </a:solidFill>
                </a:rPr>
              </a:br>
              <a:r>
                <a:rPr lang="ru-RU" sz="2000" dirty="0">
                  <a:solidFill>
                    <a:srgbClr val="006EBE"/>
                  </a:solidFill>
                </a:rPr>
                <a:t>и ключевых проректоров</a:t>
              </a:r>
            </a:p>
          </p:txBody>
        </p:sp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92E6CC1E-30D6-4947-4062-A4C8D27C44FD}"/>
                </a:ext>
              </a:extLst>
            </p:cNvPr>
            <p:cNvSpPr/>
            <p:nvPr/>
          </p:nvSpPr>
          <p:spPr>
            <a:xfrm>
              <a:off x="10088873" y="6580162"/>
              <a:ext cx="7270593" cy="1015663"/>
            </a:xfrm>
            <a:prstGeom prst="roundRect">
              <a:avLst>
                <a:gd name="adj" fmla="val 2624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marL="176213"/>
              <a:r>
                <a:rPr lang="ru-RU" sz="2000" b="1" dirty="0">
                  <a:solidFill>
                    <a:srgbClr val="006EBE"/>
                  </a:solidFill>
                </a:rPr>
                <a:t>1</a:t>
              </a:r>
              <a:r>
                <a:rPr lang="ru-RU" sz="2000" dirty="0">
                  <a:solidFill>
                    <a:srgbClr val="006EBE"/>
                  </a:solidFill>
                </a:rPr>
                <a:t> </a:t>
              </a:r>
              <a:r>
                <a:rPr lang="ru-RU" sz="2000" dirty="0">
                  <a:solidFill>
                    <a:schemeClr val="tx1"/>
                  </a:solidFill>
                </a:rPr>
                <a:t>– значительно </a:t>
              </a:r>
              <a:br>
                <a:rPr lang="ru-RU" sz="2000" dirty="0">
                  <a:solidFill>
                    <a:schemeClr val="tx1"/>
                  </a:solidFill>
                </a:rPr>
              </a:br>
              <a:r>
                <a:rPr lang="ru-RU" sz="2000" dirty="0">
                  <a:solidFill>
                    <a:schemeClr val="tx1"/>
                  </a:solidFill>
                </a:rPr>
                <a:t>хуже, чем в 2024</a:t>
              </a:r>
            </a:p>
          </p:txBody>
        </p:sp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83BC0FE9-5E4C-0B0F-EAC4-AB566B4011B4}"/>
                </a:ext>
              </a:extLst>
            </p:cNvPr>
            <p:cNvSpPr/>
            <p:nvPr/>
          </p:nvSpPr>
          <p:spPr>
            <a:xfrm>
              <a:off x="12971533" y="6580162"/>
              <a:ext cx="1975008" cy="1015663"/>
            </a:xfrm>
            <a:prstGeom prst="roundRect">
              <a:avLst>
                <a:gd name="adj" fmla="val 26249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r>
                <a:rPr lang="ru-RU" sz="2000" b="1" dirty="0">
                  <a:solidFill>
                    <a:srgbClr val="006EBE"/>
                  </a:solidFill>
                </a:rPr>
                <a:t>3</a:t>
              </a:r>
              <a:r>
                <a:rPr lang="ru-RU" sz="2000" dirty="0">
                  <a:solidFill>
                    <a:srgbClr val="006EBE"/>
                  </a:solidFill>
                </a:rPr>
                <a:t> </a:t>
              </a:r>
              <a:r>
                <a:rPr lang="ru-RU" sz="2000" dirty="0">
                  <a:solidFill>
                    <a:schemeClr val="tx1"/>
                  </a:solidFill>
                </a:rPr>
                <a:t>– так же, </a:t>
              </a:r>
              <a:br>
                <a:rPr lang="ru-RU" sz="2000" dirty="0">
                  <a:solidFill>
                    <a:schemeClr val="tx1"/>
                  </a:solidFill>
                </a:rPr>
              </a:br>
              <a:r>
                <a:rPr lang="ru-RU" sz="2000" dirty="0">
                  <a:solidFill>
                    <a:schemeClr val="tx1"/>
                  </a:solidFill>
                </a:rPr>
                <a:t>как в 2024</a:t>
              </a:r>
            </a:p>
          </p:txBody>
        </p:sp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CEA381E7-CA47-8E32-B355-57EA253DC033}"/>
                </a:ext>
              </a:extLst>
            </p:cNvPr>
            <p:cNvSpPr/>
            <p:nvPr/>
          </p:nvSpPr>
          <p:spPr>
            <a:xfrm>
              <a:off x="14831368" y="6441050"/>
              <a:ext cx="3145769" cy="1293887"/>
            </a:xfrm>
            <a:prstGeom prst="roundRect">
              <a:avLst>
                <a:gd name="adj" fmla="val 26249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r>
                <a:rPr lang="ru-RU" sz="2000" b="1" dirty="0">
                  <a:solidFill>
                    <a:srgbClr val="006EBE"/>
                  </a:solidFill>
                </a:rPr>
                <a:t>5</a:t>
              </a:r>
              <a:r>
                <a:rPr lang="ru-RU" sz="2000" dirty="0">
                  <a:solidFill>
                    <a:srgbClr val="006EBE"/>
                  </a:solidFill>
                </a:rPr>
                <a:t> </a:t>
              </a:r>
              <a:r>
                <a:rPr lang="ru-RU" sz="2000" dirty="0">
                  <a:solidFill>
                    <a:schemeClr val="tx1"/>
                  </a:solidFill>
                </a:rPr>
                <a:t>– значительно лучше, чем в 2024</a:t>
              </a:r>
            </a:p>
          </p:txBody>
        </p:sp>
      </p:grp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90D3AF9E-9A45-4BC1-13F5-1B744C4386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5373110"/>
              </p:ext>
            </p:extLst>
          </p:nvPr>
        </p:nvGraphicFramePr>
        <p:xfrm>
          <a:off x="6420208" y="2577844"/>
          <a:ext cx="11545433" cy="3607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8B6022B0-843E-5C12-3C71-752A2EE0323B}"/>
              </a:ext>
            </a:extLst>
          </p:cNvPr>
          <p:cNvCxnSpPr>
            <a:cxnSpLocks/>
          </p:cNvCxnSpPr>
          <p:nvPr/>
        </p:nvCxnSpPr>
        <p:spPr>
          <a:xfrm>
            <a:off x="10445666" y="2718486"/>
            <a:ext cx="0" cy="3079304"/>
          </a:xfrm>
          <a:prstGeom prst="line">
            <a:avLst/>
          </a:prstGeom>
          <a:ln w="38100">
            <a:solidFill>
              <a:srgbClr val="D9F3F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188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CBDDA-6BAB-DBEE-E11A-25C3DD35E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A2A852-2B46-77C1-F321-3FB5663B55FF}"/>
              </a:ext>
            </a:extLst>
          </p:cNvPr>
          <p:cNvSpPr txBox="1"/>
          <p:nvPr/>
        </p:nvSpPr>
        <p:spPr>
          <a:xfrm>
            <a:off x="397835" y="273677"/>
            <a:ext cx="11565566" cy="15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6880"/>
            <a:r>
              <a:rPr lang="ru-RU" sz="4597" b="1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Управление по данным на примере Приемной кампании</a:t>
            </a:r>
            <a:endParaRPr lang="ru-RU" sz="4597" b="1" noProof="0" dirty="0">
              <a:solidFill>
                <a:srgbClr val="006E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86D81304-7A12-8D8E-2066-66A659B6EB46}"/>
              </a:ext>
            </a:extLst>
          </p:cNvPr>
          <p:cNvGrpSpPr/>
          <p:nvPr/>
        </p:nvGrpSpPr>
        <p:grpSpPr>
          <a:xfrm flipH="1">
            <a:off x="15622185" y="8357246"/>
            <a:ext cx="1897205" cy="893265"/>
            <a:chOff x="-165359" y="4833281"/>
            <a:chExt cx="1095856" cy="515964"/>
          </a:xfrm>
        </p:grpSpPr>
        <p:sp>
          <p:nvSpPr>
            <p:cNvPr id="69" name="Полилиния: фигура 68">
              <a:extLst>
                <a:ext uri="{FF2B5EF4-FFF2-40B4-BE49-F238E27FC236}">
                  <a16:creationId xmlns:a16="http://schemas.microsoft.com/office/drawing/2014/main" id="{99120CEC-6E10-2D32-4EC8-99CF9CB4B460}"/>
                </a:ext>
              </a:extLst>
            </p:cNvPr>
            <p:cNvSpPr/>
            <p:nvPr/>
          </p:nvSpPr>
          <p:spPr>
            <a:xfrm>
              <a:off x="-165359" y="4939342"/>
              <a:ext cx="861848" cy="409903"/>
            </a:xfrm>
            <a:custGeom>
              <a:avLst/>
              <a:gdLst>
                <a:gd name="connsiteX0" fmla="*/ 0 w 1208690"/>
                <a:gd name="connsiteY0" fmla="*/ 409903 h 409903"/>
                <a:gd name="connsiteX1" fmla="*/ 409903 w 1208690"/>
                <a:gd name="connsiteY1" fmla="*/ 0 h 409903"/>
                <a:gd name="connsiteX2" fmla="*/ 1208690 w 1208690"/>
                <a:gd name="connsiteY2" fmla="*/ 0 h 409903"/>
                <a:gd name="connsiteX0" fmla="*/ 0 w 861848"/>
                <a:gd name="connsiteY0" fmla="*/ 409903 h 409903"/>
                <a:gd name="connsiteX1" fmla="*/ 409903 w 861848"/>
                <a:gd name="connsiteY1" fmla="*/ 0 h 409903"/>
                <a:gd name="connsiteX2" fmla="*/ 861848 w 861848"/>
                <a:gd name="connsiteY2" fmla="*/ 0 h 40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1848" h="409903">
                  <a:moveTo>
                    <a:pt x="0" y="409903"/>
                  </a:moveTo>
                  <a:lnTo>
                    <a:pt x="409903" y="0"/>
                  </a:lnTo>
                  <a:lnTo>
                    <a:pt x="861848" y="0"/>
                  </a:lnTo>
                </a:path>
              </a:pathLst>
            </a:custGeom>
            <a:noFill/>
            <a:ln w="38100">
              <a:solidFill>
                <a:srgbClr val="E1F2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799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C734D777-0BBB-AB29-394E-5A4A65FC5618}"/>
                </a:ext>
              </a:extLst>
            </p:cNvPr>
            <p:cNvSpPr/>
            <p:nvPr/>
          </p:nvSpPr>
          <p:spPr>
            <a:xfrm>
              <a:off x="710816" y="4833281"/>
              <a:ext cx="219681" cy="219681"/>
            </a:xfrm>
            <a:prstGeom prst="ellipse">
              <a:avLst/>
            </a:prstGeom>
            <a:noFill/>
            <a:ln w="38100">
              <a:solidFill>
                <a:srgbClr val="E1F2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799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7" name="TextBox 66">
            <a:hlinkClick r:id="rId3"/>
            <a:extLst>
              <a:ext uri="{FF2B5EF4-FFF2-40B4-BE49-F238E27FC236}">
                <a16:creationId xmlns:a16="http://schemas.microsoft.com/office/drawing/2014/main" id="{E2E9A9E0-B15A-472D-A4F4-75F41AE01A80}"/>
              </a:ext>
            </a:extLst>
          </p:cNvPr>
          <p:cNvSpPr txBox="1"/>
          <p:nvPr/>
        </p:nvSpPr>
        <p:spPr>
          <a:xfrm>
            <a:off x="100290" y="1957640"/>
            <a:ext cx="14582763" cy="1054195"/>
          </a:xfrm>
          <a:prstGeom prst="rect">
            <a:avLst/>
          </a:prstGeom>
          <a:noFill/>
          <a:ln>
            <a:noFill/>
          </a:ln>
        </p:spPr>
        <p:txBody>
          <a:bodyPr wrap="square" lIns="143933" tIns="107950" rIns="143933" bIns="107950" anchor="t">
            <a:noAutofit/>
          </a:bodyPr>
          <a:lstStyle/>
          <a:p>
            <a:pPr marL="252000" indent="252000" defTabSz="456880">
              <a:spcBef>
                <a:spcPts val="6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Показатели используются на штабах и оперативках</a:t>
            </a:r>
          </a:p>
          <a:p>
            <a:pPr marL="252000" indent="252000" defTabSz="456880">
              <a:spcBef>
                <a:spcPts val="6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Дашборды признаны единым источником данных для руководителей Академии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A2D4E6C-099C-C058-AAE9-1C7476183E5F}"/>
              </a:ext>
            </a:extLst>
          </p:cNvPr>
          <p:cNvGrpSpPr/>
          <p:nvPr/>
        </p:nvGrpSpPr>
        <p:grpSpPr>
          <a:xfrm>
            <a:off x="1598642" y="3283376"/>
            <a:ext cx="15143648" cy="6731535"/>
            <a:chOff x="551480" y="2260596"/>
            <a:chExt cx="16967910" cy="7542442"/>
          </a:xfrm>
        </p:grpSpPr>
        <p:pic>
          <p:nvPicPr>
            <p:cNvPr id="38" name="Рисунок 37">
              <a:extLst>
                <a:ext uri="{FF2B5EF4-FFF2-40B4-BE49-F238E27FC236}">
                  <a16:creationId xmlns:a16="http://schemas.microsoft.com/office/drawing/2014/main" id="{B7CCA98A-DF39-4D8C-9285-A28375605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227741" y="5556336"/>
              <a:ext cx="8291648" cy="4246702"/>
            </a:xfrm>
            <a:prstGeom prst="rect">
              <a:avLst/>
            </a:prstGeom>
            <a:noFill/>
            <a:ln w="76200">
              <a:solidFill>
                <a:srgbClr val="D6E8F6"/>
              </a:solidFill>
              <a:miter lim="800000"/>
            </a:ln>
          </p:spPr>
        </p:pic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0700C3F6-4DE0-4E34-A9F5-D2FA79795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51480" y="2260596"/>
              <a:ext cx="8389079" cy="2991488"/>
            </a:xfrm>
            <a:prstGeom prst="rect">
              <a:avLst/>
            </a:prstGeom>
            <a:noFill/>
            <a:ln w="76200">
              <a:solidFill>
                <a:srgbClr val="D6E8F6"/>
              </a:solidFill>
              <a:miter lim="800000"/>
            </a:ln>
          </p:spPr>
        </p:pic>
        <p:pic>
          <p:nvPicPr>
            <p:cNvPr id="40" name="Рисунок 39">
              <a:extLst>
                <a:ext uri="{FF2B5EF4-FFF2-40B4-BE49-F238E27FC236}">
                  <a16:creationId xmlns:a16="http://schemas.microsoft.com/office/drawing/2014/main" id="{8B5776D4-B285-423A-97F9-6498AFEA4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51480" y="5556335"/>
              <a:ext cx="8389079" cy="3502188"/>
            </a:xfrm>
            <a:prstGeom prst="rect">
              <a:avLst/>
            </a:prstGeom>
            <a:noFill/>
            <a:ln w="76200">
              <a:solidFill>
                <a:srgbClr val="D6E8F6"/>
              </a:solidFill>
              <a:miter lim="800000"/>
            </a:ln>
          </p:spPr>
        </p:pic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0D90CE49-0535-4BAE-8565-0E066839E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47"/>
            <a:stretch>
              <a:fillRect/>
            </a:stretch>
          </p:blipFill>
          <p:spPr>
            <a:xfrm>
              <a:off x="9236140" y="2260596"/>
              <a:ext cx="8283250" cy="2991488"/>
            </a:xfrm>
            <a:prstGeom prst="rect">
              <a:avLst/>
            </a:prstGeom>
            <a:noFill/>
            <a:ln w="76200">
              <a:solidFill>
                <a:srgbClr val="D6E8F6"/>
              </a:solidFill>
              <a:miter lim="800000"/>
            </a:ln>
          </p:spPr>
        </p:pic>
      </p:grpSp>
    </p:spTree>
    <p:extLst>
      <p:ext uri="{BB962C8B-B14F-4D97-AF65-F5344CB8AC3E}">
        <p14:creationId xmlns:p14="http://schemas.microsoft.com/office/powerpoint/2010/main" val="3109076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E856FAE-B2ED-B92F-3BC2-0EADF6CE455E}"/>
              </a:ext>
            </a:extLst>
          </p:cNvPr>
          <p:cNvGrpSpPr/>
          <p:nvPr/>
        </p:nvGrpSpPr>
        <p:grpSpPr>
          <a:xfrm>
            <a:off x="8984000" y="1087243"/>
            <a:ext cx="9449774" cy="9603183"/>
            <a:chOff x="8984000" y="1087243"/>
            <a:chExt cx="9295510" cy="9446415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ABDBFF"/>
              </a:gs>
            </a:gsLst>
            <a:lin ang="2700000" scaled="0"/>
          </a:gradFill>
        </p:grpSpPr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F94049E0-A109-A7C0-846E-CB048FFAA29F}"/>
                </a:ext>
              </a:extLst>
            </p:cNvPr>
            <p:cNvSpPr/>
            <p:nvPr/>
          </p:nvSpPr>
          <p:spPr>
            <a:xfrm rot="10800000">
              <a:off x="16049958" y="2571690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5 w 1375429"/>
                <a:gd name="connsiteY4" fmla="*/ 1588352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5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8 h 1588351"/>
                <a:gd name="connsiteX15" fmla="*/ 687633 w 1375429"/>
                <a:gd name="connsiteY15" fmla="*/ 6900 h 1588351"/>
                <a:gd name="connsiteX16" fmla="*/ 5845 w 1375429"/>
                <a:gd name="connsiteY16" fmla="*/ 400518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2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8"/>
                  </a:lnTo>
                  <a:cubicBezTo>
                    <a:pt x="1369422" y="400518"/>
                    <a:pt x="687633" y="6900"/>
                    <a:pt x="687633" y="6900"/>
                  </a:cubicBezTo>
                  <a:lnTo>
                    <a:pt x="5845" y="400518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95EC7D5C-9C7A-BFCD-AD9E-96C4D82B8930}"/>
                </a:ext>
              </a:extLst>
            </p:cNvPr>
            <p:cNvSpPr/>
            <p:nvPr/>
          </p:nvSpPr>
          <p:spPr>
            <a:xfrm rot="10800000">
              <a:off x="15365166" y="6129915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9 h 1588351"/>
                <a:gd name="connsiteX4" fmla="*/ 687714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4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753 h 1588351"/>
                <a:gd name="connsiteX12" fmla="*/ 687633 w 1375429"/>
                <a:gd name="connsiteY12" fmla="*/ 1581370 h 1588351"/>
                <a:gd name="connsiteX13" fmla="*/ 1369422 w 1375429"/>
                <a:gd name="connsiteY13" fmla="*/ 1187753 h 1588351"/>
                <a:gd name="connsiteX14" fmla="*/ 1369422 w 1375429"/>
                <a:gd name="connsiteY14" fmla="*/ 400436 h 1588351"/>
                <a:gd name="connsiteX15" fmla="*/ 687633 w 1375429"/>
                <a:gd name="connsiteY15" fmla="*/ 6819 h 1588351"/>
                <a:gd name="connsiteX16" fmla="*/ 5845 w 1375429"/>
                <a:gd name="connsiteY16" fmla="*/ 400436 h 1588351"/>
                <a:gd name="connsiteX17" fmla="*/ 5845 w 1375429"/>
                <a:gd name="connsiteY17" fmla="*/ 1187753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9"/>
                    <a:pt x="689176" y="1587459"/>
                  </a:cubicBezTo>
                  <a:lnTo>
                    <a:pt x="687714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4" y="0"/>
                  </a:lnTo>
                  <a:lnTo>
                    <a:pt x="1373968" y="396215"/>
                  </a:lnTo>
                  <a:close/>
                  <a:moveTo>
                    <a:pt x="5845" y="1187753"/>
                  </a:moveTo>
                  <a:lnTo>
                    <a:pt x="687633" y="1581370"/>
                  </a:lnTo>
                  <a:lnTo>
                    <a:pt x="1369422" y="1187753"/>
                  </a:lnTo>
                  <a:lnTo>
                    <a:pt x="1369422" y="400436"/>
                  </a:lnTo>
                  <a:cubicBezTo>
                    <a:pt x="1369422" y="400436"/>
                    <a:pt x="687633" y="6819"/>
                    <a:pt x="687633" y="6819"/>
                  </a:cubicBezTo>
                  <a:lnTo>
                    <a:pt x="5845" y="400436"/>
                  </a:lnTo>
                  <a:lnTo>
                    <a:pt x="5845" y="1187753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26CAA348-337A-A9B9-4EC8-5401014D517D}"/>
                </a:ext>
              </a:extLst>
            </p:cNvPr>
            <p:cNvSpPr/>
            <p:nvPr/>
          </p:nvSpPr>
          <p:spPr>
            <a:xfrm rot="10800000">
              <a:off x="16049958" y="7316044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5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5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3 w 1375429"/>
                <a:gd name="connsiteY15" fmla="*/ 6900 h 1588351"/>
                <a:gd name="connsiteX16" fmla="*/ 5845 w 1375429"/>
                <a:gd name="connsiteY16" fmla="*/ 400517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781E239A-AF5E-0FDA-F7A7-9864EC70EEC5}"/>
                </a:ext>
              </a:extLst>
            </p:cNvPr>
            <p:cNvSpPr/>
            <p:nvPr/>
          </p:nvSpPr>
          <p:spPr>
            <a:xfrm rot="10800000">
              <a:off x="14680374" y="7316044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5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4 w 1375429"/>
                <a:gd name="connsiteY8" fmla="*/ 893 h 1588351"/>
                <a:gd name="connsiteX9" fmla="*/ 687715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3 w 1375429"/>
                <a:gd name="connsiteY15" fmla="*/ 6900 h 1588351"/>
                <a:gd name="connsiteX16" fmla="*/ 5845 w 1375429"/>
                <a:gd name="connsiteY16" fmla="*/ 400517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4" y="893"/>
                    <a:pt x="686254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521625D6-F492-7EC0-5BB9-8A1C2D777559}"/>
                </a:ext>
              </a:extLst>
            </p:cNvPr>
            <p:cNvSpPr/>
            <p:nvPr/>
          </p:nvSpPr>
          <p:spPr>
            <a:xfrm rot="10800000">
              <a:off x="13310790" y="7316044"/>
              <a:ext cx="1375428" cy="1588351"/>
            </a:xfrm>
            <a:custGeom>
              <a:avLst/>
              <a:gdLst>
                <a:gd name="connsiteX0" fmla="*/ 1373968 w 1375428"/>
                <a:gd name="connsiteY0" fmla="*/ 396215 h 1588351"/>
                <a:gd name="connsiteX1" fmla="*/ 1375429 w 1375428"/>
                <a:gd name="connsiteY1" fmla="*/ 397108 h 1588351"/>
                <a:gd name="connsiteX2" fmla="*/ 1375429 w 1375428"/>
                <a:gd name="connsiteY2" fmla="*/ 1191243 h 1588351"/>
                <a:gd name="connsiteX3" fmla="*/ 689176 w 1375428"/>
                <a:gd name="connsiteY3" fmla="*/ 1587458 h 1588351"/>
                <a:gd name="connsiteX4" fmla="*/ 687715 w 1375428"/>
                <a:gd name="connsiteY4" fmla="*/ 1588351 h 1588351"/>
                <a:gd name="connsiteX5" fmla="*/ 1461 w 1375428"/>
                <a:gd name="connsiteY5" fmla="*/ 1192136 h 1588351"/>
                <a:gd name="connsiteX6" fmla="*/ 0 w 1375428"/>
                <a:gd name="connsiteY6" fmla="*/ 1191243 h 1588351"/>
                <a:gd name="connsiteX7" fmla="*/ 0 w 1375428"/>
                <a:gd name="connsiteY7" fmla="*/ 397108 h 1588351"/>
                <a:gd name="connsiteX8" fmla="*/ 686254 w 1375428"/>
                <a:gd name="connsiteY8" fmla="*/ 893 h 1588351"/>
                <a:gd name="connsiteX9" fmla="*/ 687715 w 1375428"/>
                <a:gd name="connsiteY9" fmla="*/ 0 h 1588351"/>
                <a:gd name="connsiteX10" fmla="*/ 1373968 w 1375428"/>
                <a:gd name="connsiteY10" fmla="*/ 396215 h 1588351"/>
                <a:gd name="connsiteX11" fmla="*/ 5845 w 1375428"/>
                <a:gd name="connsiteY11" fmla="*/ 1187834 h 1588351"/>
                <a:gd name="connsiteX12" fmla="*/ 687633 w 1375428"/>
                <a:gd name="connsiteY12" fmla="*/ 1581451 h 1588351"/>
                <a:gd name="connsiteX13" fmla="*/ 1369422 w 1375428"/>
                <a:gd name="connsiteY13" fmla="*/ 1187834 h 1588351"/>
                <a:gd name="connsiteX14" fmla="*/ 1369422 w 1375428"/>
                <a:gd name="connsiteY14" fmla="*/ 400517 h 1588351"/>
                <a:gd name="connsiteX15" fmla="*/ 687633 w 1375428"/>
                <a:gd name="connsiteY15" fmla="*/ 6900 h 1588351"/>
                <a:gd name="connsiteX16" fmla="*/ 5845 w 1375428"/>
                <a:gd name="connsiteY16" fmla="*/ 400517 h 1588351"/>
                <a:gd name="connsiteX17" fmla="*/ 5845 w 1375428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8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4" y="893"/>
                    <a:pt x="686254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F209D6DB-08C6-57FC-4C1A-C7752591B3FF}"/>
                </a:ext>
              </a:extLst>
            </p:cNvPr>
            <p:cNvSpPr/>
            <p:nvPr/>
          </p:nvSpPr>
          <p:spPr>
            <a:xfrm rot="10800000">
              <a:off x="11941205" y="7316044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4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4 w 1375429"/>
                <a:gd name="connsiteY9" fmla="*/ 0 h 1588351"/>
                <a:gd name="connsiteX10" fmla="*/ 1373968 w 1375429"/>
                <a:gd name="connsiteY10" fmla="*/ 396215 h 1588351"/>
                <a:gd name="connsiteX11" fmla="*/ 5844 w 1375429"/>
                <a:gd name="connsiteY11" fmla="*/ 1187834 h 1588351"/>
                <a:gd name="connsiteX12" fmla="*/ 687634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4 w 1375429"/>
                <a:gd name="connsiteY15" fmla="*/ 6900 h 1588351"/>
                <a:gd name="connsiteX16" fmla="*/ 5844 w 1375429"/>
                <a:gd name="connsiteY16" fmla="*/ 400517 h 1588351"/>
                <a:gd name="connsiteX17" fmla="*/ 5844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4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4" y="0"/>
                  </a:lnTo>
                  <a:lnTo>
                    <a:pt x="1373968" y="396215"/>
                  </a:lnTo>
                  <a:close/>
                  <a:moveTo>
                    <a:pt x="5844" y="1187834"/>
                  </a:moveTo>
                  <a:lnTo>
                    <a:pt x="687634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4" y="6900"/>
                    <a:pt x="687634" y="6900"/>
                  </a:cubicBezTo>
                  <a:lnTo>
                    <a:pt x="5844" y="400517"/>
                  </a:lnTo>
                  <a:lnTo>
                    <a:pt x="5844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475546A8-2C34-758C-1844-A5F877248D36}"/>
                </a:ext>
              </a:extLst>
            </p:cNvPr>
            <p:cNvSpPr/>
            <p:nvPr/>
          </p:nvSpPr>
          <p:spPr>
            <a:xfrm rot="10800000">
              <a:off x="15365166" y="8502173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4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4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3 w 1375429"/>
                <a:gd name="connsiteY15" fmla="*/ 6900 h 1588351"/>
                <a:gd name="connsiteX16" fmla="*/ 5845 w 1375429"/>
                <a:gd name="connsiteY16" fmla="*/ 400517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4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4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80355B3E-0225-9A97-73FD-903E68296F45}"/>
                </a:ext>
              </a:extLst>
            </p:cNvPr>
            <p:cNvSpPr/>
            <p:nvPr/>
          </p:nvSpPr>
          <p:spPr>
            <a:xfrm rot="10800000">
              <a:off x="13995582" y="8502173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5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4 w 1375429"/>
                <a:gd name="connsiteY8" fmla="*/ 893 h 1588351"/>
                <a:gd name="connsiteX9" fmla="*/ 687715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4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4 w 1375429"/>
                <a:gd name="connsiteY15" fmla="*/ 6900 h 1588351"/>
                <a:gd name="connsiteX16" fmla="*/ 5845 w 1375429"/>
                <a:gd name="connsiteY16" fmla="*/ 400517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4" y="893"/>
                    <a:pt x="686254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4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4" y="6900"/>
                    <a:pt x="687634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27A09103-D2C1-BBA4-679F-FACB680C8773}"/>
                </a:ext>
              </a:extLst>
            </p:cNvPr>
            <p:cNvSpPr/>
            <p:nvPr/>
          </p:nvSpPr>
          <p:spPr>
            <a:xfrm rot="10800000">
              <a:off x="12625997" y="8502173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5 w 1375429"/>
                <a:gd name="connsiteY3" fmla="*/ 1587458 h 1588351"/>
                <a:gd name="connsiteX4" fmla="*/ 687714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4 w 1375429"/>
                <a:gd name="connsiteY9" fmla="*/ 0 h 1588351"/>
                <a:gd name="connsiteX10" fmla="*/ 1373968 w 1375429"/>
                <a:gd name="connsiteY10" fmla="*/ 396215 h 1588351"/>
                <a:gd name="connsiteX11" fmla="*/ 5844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3 w 1375429"/>
                <a:gd name="connsiteY15" fmla="*/ 6900 h 1588351"/>
                <a:gd name="connsiteX16" fmla="*/ 5844 w 1375429"/>
                <a:gd name="connsiteY16" fmla="*/ 400517 h 1588351"/>
                <a:gd name="connsiteX17" fmla="*/ 5844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5" y="1587458"/>
                    <a:pt x="689175" y="1587458"/>
                  </a:cubicBezTo>
                  <a:lnTo>
                    <a:pt x="687714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4" y="0"/>
                  </a:lnTo>
                  <a:lnTo>
                    <a:pt x="1373968" y="396215"/>
                  </a:lnTo>
                  <a:close/>
                  <a:moveTo>
                    <a:pt x="5844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4" y="400517"/>
                  </a:lnTo>
                  <a:lnTo>
                    <a:pt x="5844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48F4704B-CCBB-5763-9E51-CF67301780FE}"/>
                </a:ext>
              </a:extLst>
            </p:cNvPr>
            <p:cNvSpPr/>
            <p:nvPr/>
          </p:nvSpPr>
          <p:spPr>
            <a:xfrm rot="10800000">
              <a:off x="16049958" y="9688221"/>
              <a:ext cx="1375510" cy="845437"/>
            </a:xfrm>
            <a:custGeom>
              <a:avLst/>
              <a:gdLst>
                <a:gd name="connsiteX0" fmla="*/ 5926 w 1375510"/>
                <a:gd name="connsiteY0" fmla="*/ 0 h 845437"/>
                <a:gd name="connsiteX1" fmla="*/ 5926 w 1375510"/>
                <a:gd name="connsiteY1" fmla="*/ 444920 h 845437"/>
                <a:gd name="connsiteX2" fmla="*/ 687796 w 1375510"/>
                <a:gd name="connsiteY2" fmla="*/ 838538 h 845437"/>
                <a:gd name="connsiteX3" fmla="*/ 1369585 w 1375510"/>
                <a:gd name="connsiteY3" fmla="*/ 444920 h 845437"/>
                <a:gd name="connsiteX4" fmla="*/ 1369585 w 1375510"/>
                <a:gd name="connsiteY4" fmla="*/ 0 h 845437"/>
                <a:gd name="connsiteX5" fmla="*/ 1375510 w 1375510"/>
                <a:gd name="connsiteY5" fmla="*/ 0 h 845437"/>
                <a:gd name="connsiteX6" fmla="*/ 1375510 w 1375510"/>
                <a:gd name="connsiteY6" fmla="*/ 448330 h 845437"/>
                <a:gd name="connsiteX7" fmla="*/ 689257 w 1375510"/>
                <a:gd name="connsiteY7" fmla="*/ 844545 h 845437"/>
                <a:gd name="connsiteX8" fmla="*/ 687796 w 1375510"/>
                <a:gd name="connsiteY8" fmla="*/ 845438 h 845437"/>
                <a:gd name="connsiteX9" fmla="*/ 1461 w 1375510"/>
                <a:gd name="connsiteY9" fmla="*/ 449222 h 845437"/>
                <a:gd name="connsiteX10" fmla="*/ 0 w 1375510"/>
                <a:gd name="connsiteY10" fmla="*/ 448330 h 845437"/>
                <a:gd name="connsiteX11" fmla="*/ 0 w 1375510"/>
                <a:gd name="connsiteY11" fmla="*/ 0 h 845437"/>
                <a:gd name="connsiteX12" fmla="*/ 5926 w 1375510"/>
                <a:gd name="connsiteY12" fmla="*/ 0 h 84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5510" h="845437">
                  <a:moveTo>
                    <a:pt x="5926" y="0"/>
                  </a:moveTo>
                  <a:lnTo>
                    <a:pt x="5926" y="444920"/>
                  </a:lnTo>
                  <a:lnTo>
                    <a:pt x="687796" y="838538"/>
                  </a:lnTo>
                  <a:lnTo>
                    <a:pt x="1369585" y="444920"/>
                  </a:lnTo>
                  <a:lnTo>
                    <a:pt x="1369585" y="0"/>
                  </a:lnTo>
                  <a:lnTo>
                    <a:pt x="1375510" y="0"/>
                  </a:lnTo>
                  <a:lnTo>
                    <a:pt x="1375510" y="448330"/>
                  </a:lnTo>
                  <a:lnTo>
                    <a:pt x="689257" y="844545"/>
                  </a:lnTo>
                  <a:lnTo>
                    <a:pt x="687796" y="845438"/>
                  </a:lnTo>
                  <a:lnTo>
                    <a:pt x="1461" y="449222"/>
                  </a:lnTo>
                  <a:lnTo>
                    <a:pt x="0" y="448330"/>
                  </a:lnTo>
                  <a:lnTo>
                    <a:pt x="0" y="0"/>
                  </a:lnTo>
                  <a:lnTo>
                    <a:pt x="592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896AF8EB-1A47-FB48-BA50-FFFBB6266C13}"/>
                </a:ext>
              </a:extLst>
            </p:cNvPr>
            <p:cNvSpPr/>
            <p:nvPr/>
          </p:nvSpPr>
          <p:spPr>
            <a:xfrm rot="10800000">
              <a:off x="14680374" y="9688221"/>
              <a:ext cx="1375510" cy="845437"/>
            </a:xfrm>
            <a:custGeom>
              <a:avLst/>
              <a:gdLst>
                <a:gd name="connsiteX0" fmla="*/ 5926 w 1375510"/>
                <a:gd name="connsiteY0" fmla="*/ 0 h 845437"/>
                <a:gd name="connsiteX1" fmla="*/ 5926 w 1375510"/>
                <a:gd name="connsiteY1" fmla="*/ 444920 h 845437"/>
                <a:gd name="connsiteX2" fmla="*/ 687715 w 1375510"/>
                <a:gd name="connsiteY2" fmla="*/ 838538 h 845437"/>
                <a:gd name="connsiteX3" fmla="*/ 1369585 w 1375510"/>
                <a:gd name="connsiteY3" fmla="*/ 444920 h 845437"/>
                <a:gd name="connsiteX4" fmla="*/ 1369585 w 1375510"/>
                <a:gd name="connsiteY4" fmla="*/ 0 h 845437"/>
                <a:gd name="connsiteX5" fmla="*/ 1375510 w 1375510"/>
                <a:gd name="connsiteY5" fmla="*/ 0 h 845437"/>
                <a:gd name="connsiteX6" fmla="*/ 1375510 w 1375510"/>
                <a:gd name="connsiteY6" fmla="*/ 448330 h 845437"/>
                <a:gd name="connsiteX7" fmla="*/ 689257 w 1375510"/>
                <a:gd name="connsiteY7" fmla="*/ 844545 h 845437"/>
                <a:gd name="connsiteX8" fmla="*/ 687715 w 1375510"/>
                <a:gd name="connsiteY8" fmla="*/ 845438 h 845437"/>
                <a:gd name="connsiteX9" fmla="*/ 1461 w 1375510"/>
                <a:gd name="connsiteY9" fmla="*/ 449222 h 845437"/>
                <a:gd name="connsiteX10" fmla="*/ 0 w 1375510"/>
                <a:gd name="connsiteY10" fmla="*/ 448330 h 845437"/>
                <a:gd name="connsiteX11" fmla="*/ 0 w 1375510"/>
                <a:gd name="connsiteY11" fmla="*/ 0 h 845437"/>
                <a:gd name="connsiteX12" fmla="*/ 5926 w 1375510"/>
                <a:gd name="connsiteY12" fmla="*/ 0 h 84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5510" h="845437">
                  <a:moveTo>
                    <a:pt x="5926" y="0"/>
                  </a:moveTo>
                  <a:lnTo>
                    <a:pt x="5926" y="444920"/>
                  </a:lnTo>
                  <a:lnTo>
                    <a:pt x="687715" y="838538"/>
                  </a:lnTo>
                  <a:lnTo>
                    <a:pt x="1369585" y="444920"/>
                  </a:lnTo>
                  <a:lnTo>
                    <a:pt x="1369585" y="0"/>
                  </a:lnTo>
                  <a:lnTo>
                    <a:pt x="1375510" y="0"/>
                  </a:lnTo>
                  <a:lnTo>
                    <a:pt x="1375510" y="448330"/>
                  </a:lnTo>
                  <a:lnTo>
                    <a:pt x="689257" y="844545"/>
                  </a:lnTo>
                  <a:lnTo>
                    <a:pt x="687715" y="845438"/>
                  </a:lnTo>
                  <a:lnTo>
                    <a:pt x="1461" y="449222"/>
                  </a:lnTo>
                  <a:lnTo>
                    <a:pt x="0" y="448330"/>
                  </a:lnTo>
                  <a:lnTo>
                    <a:pt x="0" y="0"/>
                  </a:lnTo>
                  <a:lnTo>
                    <a:pt x="592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: фигура 43">
              <a:extLst>
                <a:ext uri="{FF2B5EF4-FFF2-40B4-BE49-F238E27FC236}">
                  <a16:creationId xmlns:a16="http://schemas.microsoft.com/office/drawing/2014/main" id="{EAE3218A-8C65-B66B-49F4-8CCB750F5358}"/>
                </a:ext>
              </a:extLst>
            </p:cNvPr>
            <p:cNvSpPr/>
            <p:nvPr/>
          </p:nvSpPr>
          <p:spPr>
            <a:xfrm rot="10800000">
              <a:off x="13310789" y="9688221"/>
              <a:ext cx="1375510" cy="845437"/>
            </a:xfrm>
            <a:custGeom>
              <a:avLst/>
              <a:gdLst>
                <a:gd name="connsiteX0" fmla="*/ 5926 w 1375510"/>
                <a:gd name="connsiteY0" fmla="*/ 0 h 845437"/>
                <a:gd name="connsiteX1" fmla="*/ 5926 w 1375510"/>
                <a:gd name="connsiteY1" fmla="*/ 444920 h 845437"/>
                <a:gd name="connsiteX2" fmla="*/ 687715 w 1375510"/>
                <a:gd name="connsiteY2" fmla="*/ 838538 h 845437"/>
                <a:gd name="connsiteX3" fmla="*/ 1369585 w 1375510"/>
                <a:gd name="connsiteY3" fmla="*/ 444920 h 845437"/>
                <a:gd name="connsiteX4" fmla="*/ 1369585 w 1375510"/>
                <a:gd name="connsiteY4" fmla="*/ 0 h 845437"/>
                <a:gd name="connsiteX5" fmla="*/ 1375510 w 1375510"/>
                <a:gd name="connsiteY5" fmla="*/ 0 h 845437"/>
                <a:gd name="connsiteX6" fmla="*/ 1375510 w 1375510"/>
                <a:gd name="connsiteY6" fmla="*/ 448330 h 845437"/>
                <a:gd name="connsiteX7" fmla="*/ 689257 w 1375510"/>
                <a:gd name="connsiteY7" fmla="*/ 844545 h 845437"/>
                <a:gd name="connsiteX8" fmla="*/ 687715 w 1375510"/>
                <a:gd name="connsiteY8" fmla="*/ 845438 h 845437"/>
                <a:gd name="connsiteX9" fmla="*/ 1461 w 1375510"/>
                <a:gd name="connsiteY9" fmla="*/ 449222 h 845437"/>
                <a:gd name="connsiteX10" fmla="*/ 0 w 1375510"/>
                <a:gd name="connsiteY10" fmla="*/ 448330 h 845437"/>
                <a:gd name="connsiteX11" fmla="*/ 0 w 1375510"/>
                <a:gd name="connsiteY11" fmla="*/ 0 h 845437"/>
                <a:gd name="connsiteX12" fmla="*/ 5926 w 1375510"/>
                <a:gd name="connsiteY12" fmla="*/ 0 h 84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5510" h="845437">
                  <a:moveTo>
                    <a:pt x="5926" y="0"/>
                  </a:moveTo>
                  <a:lnTo>
                    <a:pt x="5926" y="444920"/>
                  </a:lnTo>
                  <a:lnTo>
                    <a:pt x="687715" y="838538"/>
                  </a:lnTo>
                  <a:lnTo>
                    <a:pt x="1369585" y="444920"/>
                  </a:lnTo>
                  <a:lnTo>
                    <a:pt x="1369585" y="0"/>
                  </a:lnTo>
                  <a:lnTo>
                    <a:pt x="1375510" y="0"/>
                  </a:lnTo>
                  <a:lnTo>
                    <a:pt x="1375510" y="448330"/>
                  </a:lnTo>
                  <a:lnTo>
                    <a:pt x="689257" y="844545"/>
                  </a:lnTo>
                  <a:lnTo>
                    <a:pt x="687715" y="845438"/>
                  </a:lnTo>
                  <a:lnTo>
                    <a:pt x="1461" y="449222"/>
                  </a:lnTo>
                  <a:lnTo>
                    <a:pt x="0" y="448330"/>
                  </a:lnTo>
                  <a:lnTo>
                    <a:pt x="0" y="0"/>
                  </a:lnTo>
                  <a:lnTo>
                    <a:pt x="592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: фигура 44">
              <a:extLst>
                <a:ext uri="{FF2B5EF4-FFF2-40B4-BE49-F238E27FC236}">
                  <a16:creationId xmlns:a16="http://schemas.microsoft.com/office/drawing/2014/main" id="{AC8B342F-465F-07C5-E74F-562B657DD31F}"/>
                </a:ext>
              </a:extLst>
            </p:cNvPr>
            <p:cNvSpPr/>
            <p:nvPr/>
          </p:nvSpPr>
          <p:spPr>
            <a:xfrm rot="10800000">
              <a:off x="11941205" y="9688221"/>
              <a:ext cx="1375510" cy="845437"/>
            </a:xfrm>
            <a:custGeom>
              <a:avLst/>
              <a:gdLst>
                <a:gd name="connsiteX0" fmla="*/ 5926 w 1375510"/>
                <a:gd name="connsiteY0" fmla="*/ 0 h 845437"/>
                <a:gd name="connsiteX1" fmla="*/ 5926 w 1375510"/>
                <a:gd name="connsiteY1" fmla="*/ 444920 h 845437"/>
                <a:gd name="connsiteX2" fmla="*/ 687796 w 1375510"/>
                <a:gd name="connsiteY2" fmla="*/ 838538 h 845437"/>
                <a:gd name="connsiteX3" fmla="*/ 1369585 w 1375510"/>
                <a:gd name="connsiteY3" fmla="*/ 444920 h 845437"/>
                <a:gd name="connsiteX4" fmla="*/ 1369585 w 1375510"/>
                <a:gd name="connsiteY4" fmla="*/ 0 h 845437"/>
                <a:gd name="connsiteX5" fmla="*/ 1375510 w 1375510"/>
                <a:gd name="connsiteY5" fmla="*/ 0 h 845437"/>
                <a:gd name="connsiteX6" fmla="*/ 1375510 w 1375510"/>
                <a:gd name="connsiteY6" fmla="*/ 448330 h 845437"/>
                <a:gd name="connsiteX7" fmla="*/ 689257 w 1375510"/>
                <a:gd name="connsiteY7" fmla="*/ 844545 h 845437"/>
                <a:gd name="connsiteX8" fmla="*/ 687796 w 1375510"/>
                <a:gd name="connsiteY8" fmla="*/ 845438 h 845437"/>
                <a:gd name="connsiteX9" fmla="*/ 1461 w 1375510"/>
                <a:gd name="connsiteY9" fmla="*/ 449222 h 845437"/>
                <a:gd name="connsiteX10" fmla="*/ 0 w 1375510"/>
                <a:gd name="connsiteY10" fmla="*/ 448330 h 845437"/>
                <a:gd name="connsiteX11" fmla="*/ 0 w 1375510"/>
                <a:gd name="connsiteY11" fmla="*/ 0 h 845437"/>
                <a:gd name="connsiteX12" fmla="*/ 5926 w 1375510"/>
                <a:gd name="connsiteY12" fmla="*/ 0 h 84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5510" h="845437">
                  <a:moveTo>
                    <a:pt x="5926" y="0"/>
                  </a:moveTo>
                  <a:lnTo>
                    <a:pt x="5926" y="444920"/>
                  </a:lnTo>
                  <a:lnTo>
                    <a:pt x="687796" y="838538"/>
                  </a:lnTo>
                  <a:lnTo>
                    <a:pt x="1369585" y="444920"/>
                  </a:lnTo>
                  <a:lnTo>
                    <a:pt x="1369585" y="0"/>
                  </a:lnTo>
                  <a:lnTo>
                    <a:pt x="1375510" y="0"/>
                  </a:lnTo>
                  <a:lnTo>
                    <a:pt x="1375510" y="448330"/>
                  </a:lnTo>
                  <a:lnTo>
                    <a:pt x="689257" y="844545"/>
                  </a:lnTo>
                  <a:lnTo>
                    <a:pt x="687796" y="845438"/>
                  </a:lnTo>
                  <a:lnTo>
                    <a:pt x="1461" y="449222"/>
                  </a:lnTo>
                  <a:lnTo>
                    <a:pt x="0" y="448330"/>
                  </a:lnTo>
                  <a:lnTo>
                    <a:pt x="0" y="0"/>
                  </a:lnTo>
                  <a:lnTo>
                    <a:pt x="592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: фигура 45">
              <a:extLst>
                <a:ext uri="{FF2B5EF4-FFF2-40B4-BE49-F238E27FC236}">
                  <a16:creationId xmlns:a16="http://schemas.microsoft.com/office/drawing/2014/main" id="{D0458033-3390-F458-5EDF-C94DED02496C}"/>
                </a:ext>
              </a:extLst>
            </p:cNvPr>
            <p:cNvSpPr/>
            <p:nvPr/>
          </p:nvSpPr>
          <p:spPr>
            <a:xfrm rot="10800000">
              <a:off x="17831262" y="4136338"/>
              <a:ext cx="448248" cy="1566109"/>
            </a:xfrm>
            <a:custGeom>
              <a:avLst/>
              <a:gdLst>
                <a:gd name="connsiteX0" fmla="*/ 0 w 448248"/>
                <a:gd name="connsiteY0" fmla="*/ 1566110 h 1566109"/>
                <a:gd name="connsiteX1" fmla="*/ 0 w 448248"/>
                <a:gd name="connsiteY1" fmla="*/ 1530311 h 1566109"/>
                <a:gd name="connsiteX2" fmla="*/ 417240 w 448248"/>
                <a:gd name="connsiteY2" fmla="*/ 1289384 h 1566109"/>
                <a:gd name="connsiteX3" fmla="*/ 417240 w 448248"/>
                <a:gd name="connsiteY3" fmla="*/ 276726 h 1566109"/>
                <a:gd name="connsiteX4" fmla="*/ 0 w 448248"/>
                <a:gd name="connsiteY4" fmla="*/ 35798 h 1566109"/>
                <a:gd name="connsiteX5" fmla="*/ 0 w 448248"/>
                <a:gd name="connsiteY5" fmla="*/ 0 h 1566109"/>
                <a:gd name="connsiteX6" fmla="*/ 448248 w 448248"/>
                <a:gd name="connsiteY6" fmla="*/ 258867 h 1566109"/>
                <a:gd name="connsiteX7" fmla="*/ 448248 w 448248"/>
                <a:gd name="connsiteY7" fmla="*/ 1307243 h 1566109"/>
                <a:gd name="connsiteX8" fmla="*/ 0 w 448248"/>
                <a:gd name="connsiteY8" fmla="*/ 1566110 h 1566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8248" h="1566109">
                  <a:moveTo>
                    <a:pt x="0" y="1566110"/>
                  </a:moveTo>
                  <a:lnTo>
                    <a:pt x="0" y="1530311"/>
                  </a:lnTo>
                  <a:lnTo>
                    <a:pt x="417240" y="1289384"/>
                  </a:lnTo>
                  <a:lnTo>
                    <a:pt x="417240" y="276726"/>
                  </a:lnTo>
                  <a:lnTo>
                    <a:pt x="0" y="35798"/>
                  </a:lnTo>
                  <a:lnTo>
                    <a:pt x="0" y="0"/>
                  </a:lnTo>
                  <a:lnTo>
                    <a:pt x="448248" y="258867"/>
                  </a:lnTo>
                  <a:lnTo>
                    <a:pt x="448248" y="1307243"/>
                  </a:lnTo>
                  <a:lnTo>
                    <a:pt x="0" y="156611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: фигура 46">
              <a:extLst>
                <a:ext uri="{FF2B5EF4-FFF2-40B4-BE49-F238E27FC236}">
                  <a16:creationId xmlns:a16="http://schemas.microsoft.com/office/drawing/2014/main" id="{75A12E73-0E0D-78D3-BA5D-7ED701BE99F3}"/>
                </a:ext>
              </a:extLst>
            </p:cNvPr>
            <p:cNvSpPr/>
            <p:nvPr/>
          </p:nvSpPr>
          <p:spPr>
            <a:xfrm rot="10800000">
              <a:off x="16046306" y="3870897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3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4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3"/>
                    <a:pt x="907942" y="2096913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4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: фигура 47">
              <a:extLst>
                <a:ext uri="{FF2B5EF4-FFF2-40B4-BE49-F238E27FC236}">
                  <a16:creationId xmlns:a16="http://schemas.microsoft.com/office/drawing/2014/main" id="{533D36AB-B970-07BD-66B3-0B5E8B3E768B}"/>
                </a:ext>
              </a:extLst>
            </p:cNvPr>
            <p:cNvSpPr/>
            <p:nvPr/>
          </p:nvSpPr>
          <p:spPr>
            <a:xfrm rot="10800000">
              <a:off x="14261349" y="3870897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3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4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3"/>
                    <a:pt x="907942" y="2096913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4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: фигура 48">
              <a:extLst>
                <a:ext uri="{FF2B5EF4-FFF2-40B4-BE49-F238E27FC236}">
                  <a16:creationId xmlns:a16="http://schemas.microsoft.com/office/drawing/2014/main" id="{4512D7FA-E883-A1C1-0D5E-9208F1C6AE4C}"/>
                </a:ext>
              </a:extLst>
            </p:cNvPr>
            <p:cNvSpPr/>
            <p:nvPr/>
          </p:nvSpPr>
          <p:spPr>
            <a:xfrm rot="10800000">
              <a:off x="16938743" y="5416793"/>
              <a:ext cx="1340767" cy="2096831"/>
            </a:xfrm>
            <a:custGeom>
              <a:avLst/>
              <a:gdLst>
                <a:gd name="connsiteX0" fmla="*/ 432744 w 1340767"/>
                <a:gd name="connsiteY0" fmla="*/ 2096831 h 2096831"/>
                <a:gd name="connsiteX1" fmla="*/ 0 w 1340767"/>
                <a:gd name="connsiteY1" fmla="*/ 1846975 h 2096831"/>
                <a:gd name="connsiteX2" fmla="*/ 0 w 1340767"/>
                <a:gd name="connsiteY2" fmla="*/ 1811176 h 2096831"/>
                <a:gd name="connsiteX3" fmla="*/ 432744 w 1340767"/>
                <a:gd name="connsiteY3" fmla="*/ 2061033 h 2096831"/>
                <a:gd name="connsiteX4" fmla="*/ 1309759 w 1340767"/>
                <a:gd name="connsiteY4" fmla="*/ 1554745 h 2096831"/>
                <a:gd name="connsiteX5" fmla="*/ 1309759 w 1340767"/>
                <a:gd name="connsiteY5" fmla="*/ 542087 h 2096831"/>
                <a:gd name="connsiteX6" fmla="*/ 432744 w 1340767"/>
                <a:gd name="connsiteY6" fmla="*/ 35798 h 2096831"/>
                <a:gd name="connsiteX7" fmla="*/ 0 w 1340767"/>
                <a:gd name="connsiteY7" fmla="*/ 285655 h 2096831"/>
                <a:gd name="connsiteX8" fmla="*/ 0 w 1340767"/>
                <a:gd name="connsiteY8" fmla="*/ 249857 h 2096831"/>
                <a:gd name="connsiteX9" fmla="*/ 432744 w 1340767"/>
                <a:gd name="connsiteY9" fmla="*/ 0 h 2096831"/>
                <a:gd name="connsiteX10" fmla="*/ 1340767 w 1340767"/>
                <a:gd name="connsiteY10" fmla="*/ 524228 h 2096831"/>
                <a:gd name="connsiteX11" fmla="*/ 1340767 w 1340767"/>
                <a:gd name="connsiteY11" fmla="*/ 1572603 h 2096831"/>
                <a:gd name="connsiteX12" fmla="*/ 432744 w 1340767"/>
                <a:gd name="connsiteY12" fmla="*/ 2096831 h 209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0767" h="2096831">
                  <a:moveTo>
                    <a:pt x="432744" y="2096831"/>
                  </a:moveTo>
                  <a:lnTo>
                    <a:pt x="0" y="1846975"/>
                  </a:lnTo>
                  <a:lnTo>
                    <a:pt x="0" y="1811176"/>
                  </a:lnTo>
                  <a:lnTo>
                    <a:pt x="432744" y="2061033"/>
                  </a:lnTo>
                  <a:lnTo>
                    <a:pt x="1309759" y="1554745"/>
                  </a:lnTo>
                  <a:lnTo>
                    <a:pt x="1309759" y="542087"/>
                  </a:lnTo>
                  <a:lnTo>
                    <a:pt x="432744" y="35798"/>
                  </a:lnTo>
                  <a:lnTo>
                    <a:pt x="0" y="285655"/>
                  </a:lnTo>
                  <a:lnTo>
                    <a:pt x="0" y="249857"/>
                  </a:lnTo>
                  <a:lnTo>
                    <a:pt x="432744" y="0"/>
                  </a:lnTo>
                  <a:lnTo>
                    <a:pt x="1340767" y="524228"/>
                  </a:lnTo>
                  <a:lnTo>
                    <a:pt x="1340767" y="1572603"/>
                  </a:lnTo>
                  <a:lnTo>
                    <a:pt x="432744" y="2096831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: фигура 49">
              <a:extLst>
                <a:ext uri="{FF2B5EF4-FFF2-40B4-BE49-F238E27FC236}">
                  <a16:creationId xmlns:a16="http://schemas.microsoft.com/office/drawing/2014/main" id="{294630B4-DCF6-B0FD-364D-F0BD9B3A69DD}"/>
                </a:ext>
              </a:extLst>
            </p:cNvPr>
            <p:cNvSpPr/>
            <p:nvPr/>
          </p:nvSpPr>
          <p:spPr>
            <a:xfrm rot="10800000">
              <a:off x="15153787" y="5416712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2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3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2"/>
                    <a:pt x="907942" y="2096912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3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: фигура 50">
              <a:extLst>
                <a:ext uri="{FF2B5EF4-FFF2-40B4-BE49-F238E27FC236}">
                  <a16:creationId xmlns:a16="http://schemas.microsoft.com/office/drawing/2014/main" id="{E9C16D18-7B8C-A047-AFF9-EADBAB41BADF}"/>
                </a:ext>
              </a:extLst>
            </p:cNvPr>
            <p:cNvSpPr/>
            <p:nvPr/>
          </p:nvSpPr>
          <p:spPr>
            <a:xfrm rot="10800000">
              <a:off x="13368911" y="5416712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2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1009 w 1815884"/>
                <a:gd name="connsiteY7" fmla="*/ 1554745 h 2096912"/>
                <a:gd name="connsiteX8" fmla="*/ 907942 w 1815884"/>
                <a:gd name="connsiteY8" fmla="*/ 2061033 h 2096912"/>
                <a:gd name="connsiteX9" fmla="*/ 1784876 w 1815884"/>
                <a:gd name="connsiteY9" fmla="*/ 1554745 h 2096912"/>
                <a:gd name="connsiteX10" fmla="*/ 1784876 w 1815884"/>
                <a:gd name="connsiteY10" fmla="*/ 542087 h 2096912"/>
                <a:gd name="connsiteX11" fmla="*/ 907942 w 1815884"/>
                <a:gd name="connsiteY11" fmla="*/ 35798 h 2096912"/>
                <a:gd name="connsiteX12" fmla="*/ 31009 w 1815884"/>
                <a:gd name="connsiteY12" fmla="*/ 542087 h 2096912"/>
                <a:gd name="connsiteX13" fmla="*/ 31009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2"/>
                    <a:pt x="907942" y="2096912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1009" y="1554745"/>
                  </a:moveTo>
                  <a:lnTo>
                    <a:pt x="907942" y="2061033"/>
                  </a:lnTo>
                  <a:lnTo>
                    <a:pt x="1784876" y="1554745"/>
                  </a:lnTo>
                  <a:lnTo>
                    <a:pt x="1784876" y="542087"/>
                  </a:lnTo>
                  <a:cubicBezTo>
                    <a:pt x="1784876" y="542087"/>
                    <a:pt x="907942" y="35798"/>
                    <a:pt x="907942" y="35798"/>
                  </a:cubicBezTo>
                  <a:lnTo>
                    <a:pt x="31009" y="542087"/>
                  </a:lnTo>
                  <a:lnTo>
                    <a:pt x="31009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: фигура 51">
              <a:extLst>
                <a:ext uri="{FF2B5EF4-FFF2-40B4-BE49-F238E27FC236}">
                  <a16:creationId xmlns:a16="http://schemas.microsoft.com/office/drawing/2014/main" id="{29890C49-6993-76D8-812B-4058F2DC3D97}"/>
                </a:ext>
              </a:extLst>
            </p:cNvPr>
            <p:cNvSpPr/>
            <p:nvPr/>
          </p:nvSpPr>
          <p:spPr>
            <a:xfrm rot="10800000">
              <a:off x="17831262" y="7227969"/>
              <a:ext cx="448248" cy="1566028"/>
            </a:xfrm>
            <a:custGeom>
              <a:avLst/>
              <a:gdLst>
                <a:gd name="connsiteX0" fmla="*/ 0 w 448248"/>
                <a:gd name="connsiteY0" fmla="*/ 1566028 h 1566028"/>
                <a:gd name="connsiteX1" fmla="*/ 0 w 448248"/>
                <a:gd name="connsiteY1" fmla="*/ 1530230 h 1566028"/>
                <a:gd name="connsiteX2" fmla="*/ 417240 w 448248"/>
                <a:gd name="connsiteY2" fmla="*/ 1289303 h 1566028"/>
                <a:gd name="connsiteX3" fmla="*/ 417240 w 448248"/>
                <a:gd name="connsiteY3" fmla="*/ 276644 h 1566028"/>
                <a:gd name="connsiteX4" fmla="*/ 0 w 448248"/>
                <a:gd name="connsiteY4" fmla="*/ 35798 h 1566028"/>
                <a:gd name="connsiteX5" fmla="*/ 0 w 448248"/>
                <a:gd name="connsiteY5" fmla="*/ 0 h 1566028"/>
                <a:gd name="connsiteX6" fmla="*/ 448248 w 448248"/>
                <a:gd name="connsiteY6" fmla="*/ 258786 h 1566028"/>
                <a:gd name="connsiteX7" fmla="*/ 448248 w 448248"/>
                <a:gd name="connsiteY7" fmla="*/ 1307242 h 1566028"/>
                <a:gd name="connsiteX8" fmla="*/ 0 w 448248"/>
                <a:gd name="connsiteY8" fmla="*/ 1566028 h 156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8248" h="1566028">
                  <a:moveTo>
                    <a:pt x="0" y="1566028"/>
                  </a:moveTo>
                  <a:lnTo>
                    <a:pt x="0" y="1530230"/>
                  </a:lnTo>
                  <a:lnTo>
                    <a:pt x="417240" y="1289303"/>
                  </a:lnTo>
                  <a:lnTo>
                    <a:pt x="417240" y="276644"/>
                  </a:lnTo>
                  <a:lnTo>
                    <a:pt x="0" y="35798"/>
                  </a:lnTo>
                  <a:lnTo>
                    <a:pt x="0" y="0"/>
                  </a:lnTo>
                  <a:lnTo>
                    <a:pt x="448248" y="258786"/>
                  </a:lnTo>
                  <a:lnTo>
                    <a:pt x="448248" y="1307242"/>
                  </a:lnTo>
                  <a:lnTo>
                    <a:pt x="0" y="15660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: фигура 52">
              <a:extLst>
                <a:ext uri="{FF2B5EF4-FFF2-40B4-BE49-F238E27FC236}">
                  <a16:creationId xmlns:a16="http://schemas.microsoft.com/office/drawing/2014/main" id="{1800D73C-328F-2452-EAF4-E51F0400D10F}"/>
                </a:ext>
              </a:extLst>
            </p:cNvPr>
            <p:cNvSpPr/>
            <p:nvPr/>
          </p:nvSpPr>
          <p:spPr>
            <a:xfrm rot="10800000">
              <a:off x="16046306" y="6962527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3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3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3"/>
                    <a:pt x="907942" y="2096913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3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: фигура 53">
              <a:extLst>
                <a:ext uri="{FF2B5EF4-FFF2-40B4-BE49-F238E27FC236}">
                  <a16:creationId xmlns:a16="http://schemas.microsoft.com/office/drawing/2014/main" id="{4CFAC355-6AB8-2A89-A5FF-9598C11E605E}"/>
                </a:ext>
              </a:extLst>
            </p:cNvPr>
            <p:cNvSpPr/>
            <p:nvPr/>
          </p:nvSpPr>
          <p:spPr>
            <a:xfrm rot="10800000">
              <a:off x="14261349" y="6962527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3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3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3"/>
                    <a:pt x="907942" y="2096913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3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: фигура 54">
              <a:extLst>
                <a:ext uri="{FF2B5EF4-FFF2-40B4-BE49-F238E27FC236}">
                  <a16:creationId xmlns:a16="http://schemas.microsoft.com/office/drawing/2014/main" id="{2D0C10E8-7590-3714-1BDE-94A1776A6589}"/>
                </a:ext>
              </a:extLst>
            </p:cNvPr>
            <p:cNvSpPr/>
            <p:nvPr/>
          </p:nvSpPr>
          <p:spPr>
            <a:xfrm rot="10800000">
              <a:off x="17908703" y="10319600"/>
              <a:ext cx="370807" cy="214058"/>
            </a:xfrm>
            <a:custGeom>
              <a:avLst/>
              <a:gdLst>
                <a:gd name="connsiteX0" fmla="*/ 0 w 370807"/>
                <a:gd name="connsiteY0" fmla="*/ 178341 h 214058"/>
                <a:gd name="connsiteX1" fmla="*/ 308790 w 370807"/>
                <a:gd name="connsiteY1" fmla="*/ 0 h 214058"/>
                <a:gd name="connsiteX2" fmla="*/ 370807 w 370807"/>
                <a:gd name="connsiteY2" fmla="*/ 0 h 214058"/>
                <a:gd name="connsiteX3" fmla="*/ 0 w 370807"/>
                <a:gd name="connsiteY3" fmla="*/ 214058 h 214058"/>
                <a:gd name="connsiteX4" fmla="*/ 0 w 370807"/>
                <a:gd name="connsiteY4" fmla="*/ 178341 h 21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807" h="214058">
                  <a:moveTo>
                    <a:pt x="0" y="178341"/>
                  </a:moveTo>
                  <a:lnTo>
                    <a:pt x="308790" y="0"/>
                  </a:lnTo>
                  <a:lnTo>
                    <a:pt x="370807" y="0"/>
                  </a:lnTo>
                  <a:lnTo>
                    <a:pt x="0" y="214058"/>
                  </a:lnTo>
                  <a:lnTo>
                    <a:pt x="0" y="178341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: фигура 55">
              <a:extLst>
                <a:ext uri="{FF2B5EF4-FFF2-40B4-BE49-F238E27FC236}">
                  <a16:creationId xmlns:a16="http://schemas.microsoft.com/office/drawing/2014/main" id="{270B014B-B437-D3E2-8C59-B7275C72BB12}"/>
                </a:ext>
              </a:extLst>
            </p:cNvPr>
            <p:cNvSpPr/>
            <p:nvPr/>
          </p:nvSpPr>
          <p:spPr>
            <a:xfrm rot="10800000">
              <a:off x="16938743" y="8508342"/>
              <a:ext cx="1340767" cy="2025316"/>
            </a:xfrm>
            <a:custGeom>
              <a:avLst/>
              <a:gdLst>
                <a:gd name="connsiteX0" fmla="*/ 432744 w 1340767"/>
                <a:gd name="connsiteY0" fmla="*/ 2025316 h 2025316"/>
                <a:gd name="connsiteX1" fmla="*/ 0 w 1340767"/>
                <a:gd name="connsiteY1" fmla="*/ 1775460 h 2025316"/>
                <a:gd name="connsiteX2" fmla="*/ 0 w 1340767"/>
                <a:gd name="connsiteY2" fmla="*/ 1739661 h 2025316"/>
                <a:gd name="connsiteX3" fmla="*/ 432744 w 1340767"/>
                <a:gd name="connsiteY3" fmla="*/ 1989518 h 2025316"/>
                <a:gd name="connsiteX4" fmla="*/ 1309759 w 1340767"/>
                <a:gd name="connsiteY4" fmla="*/ 1483149 h 2025316"/>
                <a:gd name="connsiteX5" fmla="*/ 1309759 w 1340767"/>
                <a:gd name="connsiteY5" fmla="*/ 470572 h 2025316"/>
                <a:gd name="connsiteX6" fmla="*/ 494762 w 1340767"/>
                <a:gd name="connsiteY6" fmla="*/ 0 h 2025316"/>
                <a:gd name="connsiteX7" fmla="*/ 556698 w 1340767"/>
                <a:gd name="connsiteY7" fmla="*/ 0 h 2025316"/>
                <a:gd name="connsiteX8" fmla="*/ 1340767 w 1340767"/>
                <a:gd name="connsiteY8" fmla="*/ 452632 h 2025316"/>
                <a:gd name="connsiteX9" fmla="*/ 1340767 w 1340767"/>
                <a:gd name="connsiteY9" fmla="*/ 1501088 h 2025316"/>
                <a:gd name="connsiteX10" fmla="*/ 432744 w 1340767"/>
                <a:gd name="connsiteY10" fmla="*/ 2025316 h 20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0767" h="2025316">
                  <a:moveTo>
                    <a:pt x="432744" y="2025316"/>
                  </a:moveTo>
                  <a:lnTo>
                    <a:pt x="0" y="1775460"/>
                  </a:lnTo>
                  <a:lnTo>
                    <a:pt x="0" y="1739661"/>
                  </a:lnTo>
                  <a:lnTo>
                    <a:pt x="432744" y="1989518"/>
                  </a:lnTo>
                  <a:lnTo>
                    <a:pt x="1309759" y="1483149"/>
                  </a:lnTo>
                  <a:lnTo>
                    <a:pt x="1309759" y="470572"/>
                  </a:lnTo>
                  <a:lnTo>
                    <a:pt x="494762" y="0"/>
                  </a:lnTo>
                  <a:lnTo>
                    <a:pt x="556698" y="0"/>
                  </a:lnTo>
                  <a:lnTo>
                    <a:pt x="1340767" y="452632"/>
                  </a:lnTo>
                  <a:lnTo>
                    <a:pt x="1340767" y="1501088"/>
                  </a:lnTo>
                  <a:lnTo>
                    <a:pt x="432744" y="202531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: фигура 56">
              <a:extLst>
                <a:ext uri="{FF2B5EF4-FFF2-40B4-BE49-F238E27FC236}">
                  <a16:creationId xmlns:a16="http://schemas.microsoft.com/office/drawing/2014/main" id="{80936E48-FF85-8F59-FC54-E7B9D1E3D51B}"/>
                </a:ext>
              </a:extLst>
            </p:cNvPr>
            <p:cNvSpPr/>
            <p:nvPr/>
          </p:nvSpPr>
          <p:spPr>
            <a:xfrm rot="10800000">
              <a:off x="15153787" y="8508342"/>
              <a:ext cx="1815965" cy="2025316"/>
            </a:xfrm>
            <a:custGeom>
              <a:avLst/>
              <a:gdLst>
                <a:gd name="connsiteX0" fmla="*/ 846006 w 1815965"/>
                <a:gd name="connsiteY0" fmla="*/ 0 h 2025316"/>
                <a:gd name="connsiteX1" fmla="*/ 31009 w 1815965"/>
                <a:gd name="connsiteY1" fmla="*/ 470572 h 2025316"/>
                <a:gd name="connsiteX2" fmla="*/ 31009 w 1815965"/>
                <a:gd name="connsiteY2" fmla="*/ 1483149 h 2025316"/>
                <a:gd name="connsiteX3" fmla="*/ 907942 w 1815965"/>
                <a:gd name="connsiteY3" fmla="*/ 1989518 h 2025316"/>
                <a:gd name="connsiteX4" fmla="*/ 1784957 w 1815965"/>
                <a:gd name="connsiteY4" fmla="*/ 1483149 h 2025316"/>
                <a:gd name="connsiteX5" fmla="*/ 1784957 w 1815965"/>
                <a:gd name="connsiteY5" fmla="*/ 470572 h 2025316"/>
                <a:gd name="connsiteX6" fmla="*/ 969960 w 1815965"/>
                <a:gd name="connsiteY6" fmla="*/ 0 h 2025316"/>
                <a:gd name="connsiteX7" fmla="*/ 1031897 w 1815965"/>
                <a:gd name="connsiteY7" fmla="*/ 0 h 2025316"/>
                <a:gd name="connsiteX8" fmla="*/ 1815966 w 1815965"/>
                <a:gd name="connsiteY8" fmla="*/ 452632 h 2025316"/>
                <a:gd name="connsiteX9" fmla="*/ 1815966 w 1815965"/>
                <a:gd name="connsiteY9" fmla="*/ 1501088 h 2025316"/>
                <a:gd name="connsiteX10" fmla="*/ 907942 w 1815965"/>
                <a:gd name="connsiteY10" fmla="*/ 2025316 h 2025316"/>
                <a:gd name="connsiteX11" fmla="*/ 0 w 1815965"/>
                <a:gd name="connsiteY11" fmla="*/ 1501088 h 2025316"/>
                <a:gd name="connsiteX12" fmla="*/ 0 w 1815965"/>
                <a:gd name="connsiteY12" fmla="*/ 452632 h 2025316"/>
                <a:gd name="connsiteX13" fmla="*/ 783988 w 1815965"/>
                <a:gd name="connsiteY13" fmla="*/ 0 h 2025316"/>
                <a:gd name="connsiteX14" fmla="*/ 846006 w 1815965"/>
                <a:gd name="connsiteY14" fmla="*/ 0 h 20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15965" h="2025316">
                  <a:moveTo>
                    <a:pt x="846006" y="0"/>
                  </a:moveTo>
                  <a:lnTo>
                    <a:pt x="31009" y="470572"/>
                  </a:lnTo>
                  <a:lnTo>
                    <a:pt x="31009" y="1483149"/>
                  </a:lnTo>
                  <a:lnTo>
                    <a:pt x="907942" y="1989518"/>
                  </a:lnTo>
                  <a:lnTo>
                    <a:pt x="1784957" y="1483149"/>
                  </a:lnTo>
                  <a:lnTo>
                    <a:pt x="1784957" y="470572"/>
                  </a:lnTo>
                  <a:lnTo>
                    <a:pt x="969960" y="0"/>
                  </a:lnTo>
                  <a:lnTo>
                    <a:pt x="1031897" y="0"/>
                  </a:lnTo>
                  <a:lnTo>
                    <a:pt x="1815966" y="452632"/>
                  </a:lnTo>
                  <a:lnTo>
                    <a:pt x="1815966" y="1501088"/>
                  </a:lnTo>
                  <a:lnTo>
                    <a:pt x="907942" y="2025316"/>
                  </a:lnTo>
                  <a:lnTo>
                    <a:pt x="0" y="1501088"/>
                  </a:lnTo>
                  <a:lnTo>
                    <a:pt x="0" y="452632"/>
                  </a:lnTo>
                  <a:lnTo>
                    <a:pt x="783988" y="0"/>
                  </a:lnTo>
                  <a:lnTo>
                    <a:pt x="84600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: фигура 57">
              <a:extLst>
                <a:ext uri="{FF2B5EF4-FFF2-40B4-BE49-F238E27FC236}">
                  <a16:creationId xmlns:a16="http://schemas.microsoft.com/office/drawing/2014/main" id="{0F7C757B-7C61-78B2-0A61-9888D06B9E0C}"/>
                </a:ext>
              </a:extLst>
            </p:cNvPr>
            <p:cNvSpPr/>
            <p:nvPr/>
          </p:nvSpPr>
          <p:spPr>
            <a:xfrm rot="10800000">
              <a:off x="13368911" y="8508342"/>
              <a:ext cx="1815884" cy="2025316"/>
            </a:xfrm>
            <a:custGeom>
              <a:avLst/>
              <a:gdLst>
                <a:gd name="connsiteX0" fmla="*/ 846006 w 1815884"/>
                <a:gd name="connsiteY0" fmla="*/ 0 h 2025316"/>
                <a:gd name="connsiteX1" fmla="*/ 31009 w 1815884"/>
                <a:gd name="connsiteY1" fmla="*/ 470572 h 2025316"/>
                <a:gd name="connsiteX2" fmla="*/ 31009 w 1815884"/>
                <a:gd name="connsiteY2" fmla="*/ 1483149 h 2025316"/>
                <a:gd name="connsiteX3" fmla="*/ 907942 w 1815884"/>
                <a:gd name="connsiteY3" fmla="*/ 1989518 h 2025316"/>
                <a:gd name="connsiteX4" fmla="*/ 1784876 w 1815884"/>
                <a:gd name="connsiteY4" fmla="*/ 1483149 h 2025316"/>
                <a:gd name="connsiteX5" fmla="*/ 1784876 w 1815884"/>
                <a:gd name="connsiteY5" fmla="*/ 470572 h 2025316"/>
                <a:gd name="connsiteX6" fmla="*/ 969879 w 1815884"/>
                <a:gd name="connsiteY6" fmla="*/ 0 h 2025316"/>
                <a:gd name="connsiteX7" fmla="*/ 1031897 w 1815884"/>
                <a:gd name="connsiteY7" fmla="*/ 0 h 2025316"/>
                <a:gd name="connsiteX8" fmla="*/ 1815885 w 1815884"/>
                <a:gd name="connsiteY8" fmla="*/ 452632 h 2025316"/>
                <a:gd name="connsiteX9" fmla="*/ 1815885 w 1815884"/>
                <a:gd name="connsiteY9" fmla="*/ 1501088 h 2025316"/>
                <a:gd name="connsiteX10" fmla="*/ 907942 w 1815884"/>
                <a:gd name="connsiteY10" fmla="*/ 2025316 h 2025316"/>
                <a:gd name="connsiteX11" fmla="*/ 0 w 1815884"/>
                <a:gd name="connsiteY11" fmla="*/ 1501088 h 2025316"/>
                <a:gd name="connsiteX12" fmla="*/ 0 w 1815884"/>
                <a:gd name="connsiteY12" fmla="*/ 452632 h 2025316"/>
                <a:gd name="connsiteX13" fmla="*/ 783988 w 1815884"/>
                <a:gd name="connsiteY13" fmla="*/ 0 h 2025316"/>
                <a:gd name="connsiteX14" fmla="*/ 846006 w 1815884"/>
                <a:gd name="connsiteY14" fmla="*/ 0 h 20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15884" h="2025316">
                  <a:moveTo>
                    <a:pt x="846006" y="0"/>
                  </a:moveTo>
                  <a:lnTo>
                    <a:pt x="31009" y="470572"/>
                  </a:lnTo>
                  <a:lnTo>
                    <a:pt x="31009" y="1483149"/>
                  </a:lnTo>
                  <a:lnTo>
                    <a:pt x="907942" y="1989518"/>
                  </a:lnTo>
                  <a:lnTo>
                    <a:pt x="1784876" y="1483149"/>
                  </a:lnTo>
                  <a:lnTo>
                    <a:pt x="1784876" y="470572"/>
                  </a:lnTo>
                  <a:lnTo>
                    <a:pt x="969879" y="0"/>
                  </a:lnTo>
                  <a:lnTo>
                    <a:pt x="1031897" y="0"/>
                  </a:lnTo>
                  <a:lnTo>
                    <a:pt x="1815885" y="452632"/>
                  </a:lnTo>
                  <a:lnTo>
                    <a:pt x="1815885" y="1501088"/>
                  </a:lnTo>
                  <a:lnTo>
                    <a:pt x="907942" y="2025316"/>
                  </a:lnTo>
                  <a:lnTo>
                    <a:pt x="0" y="1501088"/>
                  </a:lnTo>
                  <a:lnTo>
                    <a:pt x="0" y="452632"/>
                  </a:lnTo>
                  <a:lnTo>
                    <a:pt x="783988" y="0"/>
                  </a:lnTo>
                  <a:lnTo>
                    <a:pt x="84600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: фигура 58">
              <a:extLst>
                <a:ext uri="{FF2B5EF4-FFF2-40B4-BE49-F238E27FC236}">
                  <a16:creationId xmlns:a16="http://schemas.microsoft.com/office/drawing/2014/main" id="{1DF09957-7F1F-A1B8-1736-7DB9AF0FE243}"/>
                </a:ext>
              </a:extLst>
            </p:cNvPr>
            <p:cNvSpPr/>
            <p:nvPr/>
          </p:nvSpPr>
          <p:spPr>
            <a:xfrm rot="10800000">
              <a:off x="17908703" y="10319600"/>
              <a:ext cx="370807" cy="214058"/>
            </a:xfrm>
            <a:custGeom>
              <a:avLst/>
              <a:gdLst>
                <a:gd name="connsiteX0" fmla="*/ 0 w 370807"/>
                <a:gd name="connsiteY0" fmla="*/ 214058 h 214058"/>
                <a:gd name="connsiteX1" fmla="*/ 0 w 370807"/>
                <a:gd name="connsiteY1" fmla="*/ 178341 h 214058"/>
                <a:gd name="connsiteX2" fmla="*/ 308790 w 370807"/>
                <a:gd name="connsiteY2" fmla="*/ 0 h 214058"/>
                <a:gd name="connsiteX3" fmla="*/ 370807 w 370807"/>
                <a:gd name="connsiteY3" fmla="*/ 0 h 214058"/>
                <a:gd name="connsiteX4" fmla="*/ 0 w 370807"/>
                <a:gd name="connsiteY4" fmla="*/ 214058 h 21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807" h="214058">
                  <a:moveTo>
                    <a:pt x="0" y="214058"/>
                  </a:moveTo>
                  <a:lnTo>
                    <a:pt x="0" y="178341"/>
                  </a:lnTo>
                  <a:lnTo>
                    <a:pt x="308790" y="0"/>
                  </a:lnTo>
                  <a:lnTo>
                    <a:pt x="370807" y="0"/>
                  </a:lnTo>
                  <a:lnTo>
                    <a:pt x="0" y="21405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: фигура 59">
              <a:extLst>
                <a:ext uri="{FF2B5EF4-FFF2-40B4-BE49-F238E27FC236}">
                  <a16:creationId xmlns:a16="http://schemas.microsoft.com/office/drawing/2014/main" id="{571C5B4F-DA34-C624-66ED-574D9A7ED616}"/>
                </a:ext>
              </a:extLst>
            </p:cNvPr>
            <p:cNvSpPr/>
            <p:nvPr/>
          </p:nvSpPr>
          <p:spPr>
            <a:xfrm rot="10800000">
              <a:off x="16123747" y="10054158"/>
              <a:ext cx="1661002" cy="479500"/>
            </a:xfrm>
            <a:custGeom>
              <a:avLst/>
              <a:gdLst>
                <a:gd name="connsiteX0" fmla="*/ 61937 w 1661002"/>
                <a:gd name="connsiteY0" fmla="*/ 0 h 479500"/>
                <a:gd name="connsiteX1" fmla="*/ 830501 w 1661002"/>
                <a:gd name="connsiteY1" fmla="*/ 443703 h 479500"/>
                <a:gd name="connsiteX2" fmla="*/ 1598985 w 1661002"/>
                <a:gd name="connsiteY2" fmla="*/ 0 h 479500"/>
                <a:gd name="connsiteX3" fmla="*/ 1661003 w 1661002"/>
                <a:gd name="connsiteY3" fmla="*/ 0 h 479500"/>
                <a:gd name="connsiteX4" fmla="*/ 830501 w 1661002"/>
                <a:gd name="connsiteY4" fmla="*/ 479501 h 479500"/>
                <a:gd name="connsiteX5" fmla="*/ 0 w 1661002"/>
                <a:gd name="connsiteY5" fmla="*/ 0 h 479500"/>
                <a:gd name="connsiteX6" fmla="*/ 61937 w 1661002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02" h="479500">
                  <a:moveTo>
                    <a:pt x="61937" y="0"/>
                  </a:moveTo>
                  <a:lnTo>
                    <a:pt x="830501" y="443703"/>
                  </a:lnTo>
                  <a:lnTo>
                    <a:pt x="1598985" y="0"/>
                  </a:lnTo>
                  <a:lnTo>
                    <a:pt x="1661003" y="0"/>
                  </a:lnTo>
                  <a:lnTo>
                    <a:pt x="830501" y="479501"/>
                  </a:lnTo>
                  <a:lnTo>
                    <a:pt x="0" y="0"/>
                  </a:lnTo>
                  <a:lnTo>
                    <a:pt x="61937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Полилиния: фигура 60">
              <a:extLst>
                <a:ext uri="{FF2B5EF4-FFF2-40B4-BE49-F238E27FC236}">
                  <a16:creationId xmlns:a16="http://schemas.microsoft.com/office/drawing/2014/main" id="{D75B694A-8839-92A1-3806-15A9A06FF470}"/>
                </a:ext>
              </a:extLst>
            </p:cNvPr>
            <p:cNvSpPr/>
            <p:nvPr/>
          </p:nvSpPr>
          <p:spPr>
            <a:xfrm rot="10800000">
              <a:off x="14338790" y="10054158"/>
              <a:ext cx="1661083" cy="479500"/>
            </a:xfrm>
            <a:custGeom>
              <a:avLst/>
              <a:gdLst>
                <a:gd name="connsiteX0" fmla="*/ 62018 w 1661083"/>
                <a:gd name="connsiteY0" fmla="*/ 0 h 479500"/>
                <a:gd name="connsiteX1" fmla="*/ 830583 w 1661083"/>
                <a:gd name="connsiteY1" fmla="*/ 443703 h 479500"/>
                <a:gd name="connsiteX2" fmla="*/ 1599066 w 1661083"/>
                <a:gd name="connsiteY2" fmla="*/ 0 h 479500"/>
                <a:gd name="connsiteX3" fmla="*/ 1661084 w 1661083"/>
                <a:gd name="connsiteY3" fmla="*/ 0 h 479500"/>
                <a:gd name="connsiteX4" fmla="*/ 830583 w 1661083"/>
                <a:gd name="connsiteY4" fmla="*/ 479501 h 479500"/>
                <a:gd name="connsiteX5" fmla="*/ 0 w 1661083"/>
                <a:gd name="connsiteY5" fmla="*/ 0 h 479500"/>
                <a:gd name="connsiteX6" fmla="*/ 62018 w 1661083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83" h="479500">
                  <a:moveTo>
                    <a:pt x="62018" y="0"/>
                  </a:moveTo>
                  <a:lnTo>
                    <a:pt x="830583" y="443703"/>
                  </a:lnTo>
                  <a:lnTo>
                    <a:pt x="1599066" y="0"/>
                  </a:lnTo>
                  <a:lnTo>
                    <a:pt x="1661084" y="0"/>
                  </a:lnTo>
                  <a:lnTo>
                    <a:pt x="830583" y="479501"/>
                  </a:lnTo>
                  <a:lnTo>
                    <a:pt x="0" y="0"/>
                  </a:lnTo>
                  <a:lnTo>
                    <a:pt x="6201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: фигура 61">
              <a:extLst>
                <a:ext uri="{FF2B5EF4-FFF2-40B4-BE49-F238E27FC236}">
                  <a16:creationId xmlns:a16="http://schemas.microsoft.com/office/drawing/2014/main" id="{334F34FF-BD32-FF55-4261-F25251F35A6B}"/>
                </a:ext>
              </a:extLst>
            </p:cNvPr>
            <p:cNvSpPr/>
            <p:nvPr/>
          </p:nvSpPr>
          <p:spPr>
            <a:xfrm rot="10800000">
              <a:off x="12553914" y="10054158"/>
              <a:ext cx="1661002" cy="479500"/>
            </a:xfrm>
            <a:custGeom>
              <a:avLst/>
              <a:gdLst>
                <a:gd name="connsiteX0" fmla="*/ 62018 w 1661002"/>
                <a:gd name="connsiteY0" fmla="*/ 0 h 479500"/>
                <a:gd name="connsiteX1" fmla="*/ 830502 w 1661002"/>
                <a:gd name="connsiteY1" fmla="*/ 443703 h 479500"/>
                <a:gd name="connsiteX2" fmla="*/ 1599066 w 1661002"/>
                <a:gd name="connsiteY2" fmla="*/ 0 h 479500"/>
                <a:gd name="connsiteX3" fmla="*/ 1661003 w 1661002"/>
                <a:gd name="connsiteY3" fmla="*/ 0 h 479500"/>
                <a:gd name="connsiteX4" fmla="*/ 830502 w 1661002"/>
                <a:gd name="connsiteY4" fmla="*/ 479501 h 479500"/>
                <a:gd name="connsiteX5" fmla="*/ 0 w 1661002"/>
                <a:gd name="connsiteY5" fmla="*/ 0 h 479500"/>
                <a:gd name="connsiteX6" fmla="*/ 62018 w 1661002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02" h="479500">
                  <a:moveTo>
                    <a:pt x="62018" y="0"/>
                  </a:moveTo>
                  <a:lnTo>
                    <a:pt x="830502" y="443703"/>
                  </a:lnTo>
                  <a:lnTo>
                    <a:pt x="1599066" y="0"/>
                  </a:lnTo>
                  <a:lnTo>
                    <a:pt x="1661003" y="0"/>
                  </a:lnTo>
                  <a:lnTo>
                    <a:pt x="830502" y="479501"/>
                  </a:lnTo>
                  <a:lnTo>
                    <a:pt x="0" y="0"/>
                  </a:lnTo>
                  <a:lnTo>
                    <a:pt x="6201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: фигура 62">
              <a:extLst>
                <a:ext uri="{FF2B5EF4-FFF2-40B4-BE49-F238E27FC236}">
                  <a16:creationId xmlns:a16="http://schemas.microsoft.com/office/drawing/2014/main" id="{D89984EC-4C74-11E7-FA38-83112ABE0F57}"/>
                </a:ext>
              </a:extLst>
            </p:cNvPr>
            <p:cNvSpPr/>
            <p:nvPr/>
          </p:nvSpPr>
          <p:spPr>
            <a:xfrm rot="10800000">
              <a:off x="10768957" y="10054158"/>
              <a:ext cx="1661002" cy="479500"/>
            </a:xfrm>
            <a:custGeom>
              <a:avLst/>
              <a:gdLst>
                <a:gd name="connsiteX0" fmla="*/ 62018 w 1661002"/>
                <a:gd name="connsiteY0" fmla="*/ 0 h 479500"/>
                <a:gd name="connsiteX1" fmla="*/ 830501 w 1661002"/>
                <a:gd name="connsiteY1" fmla="*/ 443703 h 479500"/>
                <a:gd name="connsiteX2" fmla="*/ 1599066 w 1661002"/>
                <a:gd name="connsiteY2" fmla="*/ 0 h 479500"/>
                <a:gd name="connsiteX3" fmla="*/ 1661003 w 1661002"/>
                <a:gd name="connsiteY3" fmla="*/ 0 h 479500"/>
                <a:gd name="connsiteX4" fmla="*/ 830501 w 1661002"/>
                <a:gd name="connsiteY4" fmla="*/ 479501 h 479500"/>
                <a:gd name="connsiteX5" fmla="*/ 0 w 1661002"/>
                <a:gd name="connsiteY5" fmla="*/ 0 h 479500"/>
                <a:gd name="connsiteX6" fmla="*/ 62018 w 1661002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02" h="479500">
                  <a:moveTo>
                    <a:pt x="62018" y="0"/>
                  </a:moveTo>
                  <a:lnTo>
                    <a:pt x="830501" y="443703"/>
                  </a:lnTo>
                  <a:lnTo>
                    <a:pt x="1599066" y="0"/>
                  </a:lnTo>
                  <a:lnTo>
                    <a:pt x="1661003" y="0"/>
                  </a:lnTo>
                  <a:lnTo>
                    <a:pt x="830501" y="479501"/>
                  </a:lnTo>
                  <a:lnTo>
                    <a:pt x="0" y="0"/>
                  </a:lnTo>
                  <a:lnTo>
                    <a:pt x="6201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: фигура 64">
              <a:extLst>
                <a:ext uri="{FF2B5EF4-FFF2-40B4-BE49-F238E27FC236}">
                  <a16:creationId xmlns:a16="http://schemas.microsoft.com/office/drawing/2014/main" id="{30836085-78D5-6520-3AEC-4574C5A095E2}"/>
                </a:ext>
              </a:extLst>
            </p:cNvPr>
            <p:cNvSpPr/>
            <p:nvPr/>
          </p:nvSpPr>
          <p:spPr>
            <a:xfrm rot="10800000">
              <a:off x="8984000" y="10054158"/>
              <a:ext cx="1661002" cy="479500"/>
            </a:xfrm>
            <a:custGeom>
              <a:avLst/>
              <a:gdLst>
                <a:gd name="connsiteX0" fmla="*/ 62018 w 1661002"/>
                <a:gd name="connsiteY0" fmla="*/ 0 h 479500"/>
                <a:gd name="connsiteX1" fmla="*/ 830502 w 1661002"/>
                <a:gd name="connsiteY1" fmla="*/ 443703 h 479500"/>
                <a:gd name="connsiteX2" fmla="*/ 1598985 w 1661002"/>
                <a:gd name="connsiteY2" fmla="*/ 0 h 479500"/>
                <a:gd name="connsiteX3" fmla="*/ 1661003 w 1661002"/>
                <a:gd name="connsiteY3" fmla="*/ 0 h 479500"/>
                <a:gd name="connsiteX4" fmla="*/ 830502 w 1661002"/>
                <a:gd name="connsiteY4" fmla="*/ 479501 h 479500"/>
                <a:gd name="connsiteX5" fmla="*/ 0 w 1661002"/>
                <a:gd name="connsiteY5" fmla="*/ 0 h 479500"/>
                <a:gd name="connsiteX6" fmla="*/ 62018 w 1661002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02" h="479500">
                  <a:moveTo>
                    <a:pt x="62018" y="0"/>
                  </a:moveTo>
                  <a:lnTo>
                    <a:pt x="830502" y="443703"/>
                  </a:lnTo>
                  <a:lnTo>
                    <a:pt x="1598985" y="0"/>
                  </a:lnTo>
                  <a:lnTo>
                    <a:pt x="1661003" y="0"/>
                  </a:lnTo>
                  <a:lnTo>
                    <a:pt x="830502" y="479501"/>
                  </a:lnTo>
                  <a:lnTo>
                    <a:pt x="0" y="0"/>
                  </a:lnTo>
                  <a:lnTo>
                    <a:pt x="6201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: фигура 65">
              <a:extLst>
                <a:ext uri="{FF2B5EF4-FFF2-40B4-BE49-F238E27FC236}">
                  <a16:creationId xmlns:a16="http://schemas.microsoft.com/office/drawing/2014/main" id="{E76AEDAB-8852-1F8C-3F4B-F3E572BB246C}"/>
                </a:ext>
              </a:extLst>
            </p:cNvPr>
            <p:cNvSpPr/>
            <p:nvPr/>
          </p:nvSpPr>
          <p:spPr>
            <a:xfrm rot="10800000">
              <a:off x="16003608" y="2921230"/>
              <a:ext cx="98546" cy="98546"/>
            </a:xfrm>
            <a:custGeom>
              <a:avLst/>
              <a:gdLst>
                <a:gd name="connsiteX0" fmla="*/ 49273 w 98546"/>
                <a:gd name="connsiteY0" fmla="*/ 0 h 98546"/>
                <a:gd name="connsiteX1" fmla="*/ 98546 w 98546"/>
                <a:gd name="connsiteY1" fmla="*/ 49273 h 98546"/>
                <a:gd name="connsiteX2" fmla="*/ 49273 w 98546"/>
                <a:gd name="connsiteY2" fmla="*/ 98547 h 98546"/>
                <a:gd name="connsiteX3" fmla="*/ 0 w 98546"/>
                <a:gd name="connsiteY3" fmla="*/ 49273 h 98546"/>
                <a:gd name="connsiteX4" fmla="*/ 49273 w 98546"/>
                <a:gd name="connsiteY4" fmla="*/ 0 h 9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6" h="98546">
                  <a:moveTo>
                    <a:pt x="49273" y="0"/>
                  </a:moveTo>
                  <a:cubicBezTo>
                    <a:pt x="76467" y="0"/>
                    <a:pt x="98546" y="22079"/>
                    <a:pt x="98546" y="49273"/>
                  </a:cubicBezTo>
                  <a:cubicBezTo>
                    <a:pt x="98546" y="76467"/>
                    <a:pt x="76467" y="98547"/>
                    <a:pt x="49273" y="98547"/>
                  </a:cubicBezTo>
                  <a:cubicBezTo>
                    <a:pt x="22080" y="98547"/>
                    <a:pt x="0" y="76467"/>
                    <a:pt x="0" y="49273"/>
                  </a:cubicBezTo>
                  <a:cubicBezTo>
                    <a:pt x="0" y="22079"/>
                    <a:pt x="22080" y="0"/>
                    <a:pt x="49273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: фигура 66">
              <a:extLst>
                <a:ext uri="{FF2B5EF4-FFF2-40B4-BE49-F238E27FC236}">
                  <a16:creationId xmlns:a16="http://schemas.microsoft.com/office/drawing/2014/main" id="{5EE534E5-2476-4913-36E8-A44362012707}"/>
                </a:ext>
              </a:extLst>
            </p:cNvPr>
            <p:cNvSpPr/>
            <p:nvPr/>
          </p:nvSpPr>
          <p:spPr>
            <a:xfrm rot="10800000">
              <a:off x="11935766" y="1380690"/>
              <a:ext cx="16722" cy="16722"/>
            </a:xfrm>
            <a:custGeom>
              <a:avLst/>
              <a:gdLst>
                <a:gd name="connsiteX0" fmla="*/ 8361 w 16722"/>
                <a:gd name="connsiteY0" fmla="*/ 0 h 16722"/>
                <a:gd name="connsiteX1" fmla="*/ 16722 w 16722"/>
                <a:gd name="connsiteY1" fmla="*/ 8361 h 16722"/>
                <a:gd name="connsiteX2" fmla="*/ 8361 w 16722"/>
                <a:gd name="connsiteY2" fmla="*/ 16723 h 16722"/>
                <a:gd name="connsiteX3" fmla="*/ 0 w 16722"/>
                <a:gd name="connsiteY3" fmla="*/ 8361 h 16722"/>
                <a:gd name="connsiteX4" fmla="*/ 8361 w 16722"/>
                <a:gd name="connsiteY4" fmla="*/ 0 h 1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2" h="16722">
                  <a:moveTo>
                    <a:pt x="8361" y="0"/>
                  </a:moveTo>
                  <a:cubicBezTo>
                    <a:pt x="12988" y="0"/>
                    <a:pt x="16722" y="3734"/>
                    <a:pt x="16722" y="8361"/>
                  </a:cubicBezTo>
                  <a:cubicBezTo>
                    <a:pt x="16722" y="12988"/>
                    <a:pt x="12988" y="16723"/>
                    <a:pt x="8361" y="16723"/>
                  </a:cubicBezTo>
                  <a:cubicBezTo>
                    <a:pt x="3734" y="16723"/>
                    <a:pt x="0" y="12988"/>
                    <a:pt x="0" y="8361"/>
                  </a:cubicBezTo>
                  <a:cubicBezTo>
                    <a:pt x="0" y="3734"/>
                    <a:pt x="3734" y="0"/>
                    <a:pt x="836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: фигура 67">
              <a:extLst>
                <a:ext uri="{FF2B5EF4-FFF2-40B4-BE49-F238E27FC236}">
                  <a16:creationId xmlns:a16="http://schemas.microsoft.com/office/drawing/2014/main" id="{124675AB-E586-8866-C18B-62482D47143D}"/>
                </a:ext>
              </a:extLst>
            </p:cNvPr>
            <p:cNvSpPr/>
            <p:nvPr/>
          </p:nvSpPr>
          <p:spPr>
            <a:xfrm rot="10800000">
              <a:off x="16674681" y="4093640"/>
              <a:ext cx="125983" cy="125983"/>
            </a:xfrm>
            <a:custGeom>
              <a:avLst/>
              <a:gdLst>
                <a:gd name="connsiteX0" fmla="*/ 62992 w 125983"/>
                <a:gd name="connsiteY0" fmla="*/ 125983 h 125983"/>
                <a:gd name="connsiteX1" fmla="*/ 0 w 125983"/>
                <a:gd name="connsiteY1" fmla="*/ 62992 h 125983"/>
                <a:gd name="connsiteX2" fmla="*/ 62992 w 125983"/>
                <a:gd name="connsiteY2" fmla="*/ 0 h 125983"/>
                <a:gd name="connsiteX3" fmla="*/ 125984 w 125983"/>
                <a:gd name="connsiteY3" fmla="*/ 62992 h 125983"/>
                <a:gd name="connsiteX4" fmla="*/ 62992 w 125983"/>
                <a:gd name="connsiteY4" fmla="*/ 125983 h 12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983" h="125983">
                  <a:moveTo>
                    <a:pt x="62992" y="125983"/>
                  </a:moveTo>
                  <a:cubicBezTo>
                    <a:pt x="28168" y="125983"/>
                    <a:pt x="0" y="97816"/>
                    <a:pt x="0" y="62992"/>
                  </a:cubicBezTo>
                  <a:cubicBezTo>
                    <a:pt x="0" y="28167"/>
                    <a:pt x="28168" y="0"/>
                    <a:pt x="62992" y="0"/>
                  </a:cubicBezTo>
                  <a:cubicBezTo>
                    <a:pt x="97816" y="0"/>
                    <a:pt x="125984" y="28167"/>
                    <a:pt x="125984" y="62992"/>
                  </a:cubicBezTo>
                  <a:cubicBezTo>
                    <a:pt x="125984" y="97816"/>
                    <a:pt x="97816" y="125983"/>
                    <a:pt x="62992" y="12598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: фигура 68">
              <a:extLst>
                <a:ext uri="{FF2B5EF4-FFF2-40B4-BE49-F238E27FC236}">
                  <a16:creationId xmlns:a16="http://schemas.microsoft.com/office/drawing/2014/main" id="{625CDBAB-9A57-35F0-8888-D11F5E8BE320}"/>
                </a:ext>
              </a:extLst>
            </p:cNvPr>
            <p:cNvSpPr/>
            <p:nvPr/>
          </p:nvSpPr>
          <p:spPr>
            <a:xfrm rot="10800000">
              <a:off x="17382852" y="3721616"/>
              <a:ext cx="79226" cy="79226"/>
            </a:xfrm>
            <a:custGeom>
              <a:avLst/>
              <a:gdLst>
                <a:gd name="connsiteX0" fmla="*/ 79227 w 79226"/>
                <a:gd name="connsiteY0" fmla="*/ 39613 h 79226"/>
                <a:gd name="connsiteX1" fmla="*/ 39613 w 79226"/>
                <a:gd name="connsiteY1" fmla="*/ 79227 h 79226"/>
                <a:gd name="connsiteX2" fmla="*/ 0 w 79226"/>
                <a:gd name="connsiteY2" fmla="*/ 39613 h 79226"/>
                <a:gd name="connsiteX3" fmla="*/ 39613 w 79226"/>
                <a:gd name="connsiteY3" fmla="*/ 0 h 79226"/>
                <a:gd name="connsiteX4" fmla="*/ 79227 w 79226"/>
                <a:gd name="connsiteY4" fmla="*/ 39613 h 7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226" h="79226">
                  <a:moveTo>
                    <a:pt x="79227" y="39613"/>
                  </a:moveTo>
                  <a:cubicBezTo>
                    <a:pt x="79227" y="61491"/>
                    <a:pt x="61491" y="79227"/>
                    <a:pt x="39613" y="79227"/>
                  </a:cubicBezTo>
                  <a:cubicBezTo>
                    <a:pt x="17736" y="79227"/>
                    <a:pt x="0" y="61491"/>
                    <a:pt x="0" y="39613"/>
                  </a:cubicBezTo>
                  <a:cubicBezTo>
                    <a:pt x="0" y="17736"/>
                    <a:pt x="17736" y="0"/>
                    <a:pt x="39613" y="0"/>
                  </a:cubicBezTo>
                  <a:cubicBezTo>
                    <a:pt x="61491" y="0"/>
                    <a:pt x="79227" y="17736"/>
                    <a:pt x="79227" y="3961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: фигура 69">
              <a:extLst>
                <a:ext uri="{FF2B5EF4-FFF2-40B4-BE49-F238E27FC236}">
                  <a16:creationId xmlns:a16="http://schemas.microsoft.com/office/drawing/2014/main" id="{C1A7EF9A-C558-1AE0-A338-94E14327FA9A}"/>
                </a:ext>
              </a:extLst>
            </p:cNvPr>
            <p:cNvSpPr/>
            <p:nvPr/>
          </p:nvSpPr>
          <p:spPr>
            <a:xfrm rot="10800000">
              <a:off x="17392350" y="2940387"/>
              <a:ext cx="60231" cy="60231"/>
            </a:xfrm>
            <a:custGeom>
              <a:avLst/>
              <a:gdLst>
                <a:gd name="connsiteX0" fmla="*/ 30116 w 60231"/>
                <a:gd name="connsiteY0" fmla="*/ 0 h 60231"/>
                <a:gd name="connsiteX1" fmla="*/ 60232 w 60231"/>
                <a:gd name="connsiteY1" fmla="*/ 30116 h 60231"/>
                <a:gd name="connsiteX2" fmla="*/ 30116 w 60231"/>
                <a:gd name="connsiteY2" fmla="*/ 60232 h 60231"/>
                <a:gd name="connsiteX3" fmla="*/ 0 w 60231"/>
                <a:gd name="connsiteY3" fmla="*/ 30116 h 60231"/>
                <a:gd name="connsiteX4" fmla="*/ 30116 w 60231"/>
                <a:gd name="connsiteY4" fmla="*/ 0 h 6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31" h="60231">
                  <a:moveTo>
                    <a:pt x="30116" y="0"/>
                  </a:moveTo>
                  <a:cubicBezTo>
                    <a:pt x="46757" y="0"/>
                    <a:pt x="60232" y="13475"/>
                    <a:pt x="60232" y="30116"/>
                  </a:cubicBezTo>
                  <a:cubicBezTo>
                    <a:pt x="60232" y="46757"/>
                    <a:pt x="46757" y="60232"/>
                    <a:pt x="30116" y="60232"/>
                  </a:cubicBezTo>
                  <a:cubicBezTo>
                    <a:pt x="13475" y="60232"/>
                    <a:pt x="0" y="46757"/>
                    <a:pt x="0" y="30116"/>
                  </a:cubicBezTo>
                  <a:cubicBezTo>
                    <a:pt x="0" y="13475"/>
                    <a:pt x="13475" y="0"/>
                    <a:pt x="30116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: фигура 70">
              <a:extLst>
                <a:ext uri="{FF2B5EF4-FFF2-40B4-BE49-F238E27FC236}">
                  <a16:creationId xmlns:a16="http://schemas.microsoft.com/office/drawing/2014/main" id="{8EBAEBBD-CD06-8222-AC6A-5FDCF29E8036}"/>
                </a:ext>
              </a:extLst>
            </p:cNvPr>
            <p:cNvSpPr/>
            <p:nvPr/>
          </p:nvSpPr>
          <p:spPr>
            <a:xfrm rot="10800000">
              <a:off x="16645621" y="2483129"/>
              <a:ext cx="184104" cy="184104"/>
            </a:xfrm>
            <a:custGeom>
              <a:avLst/>
              <a:gdLst>
                <a:gd name="connsiteX0" fmla="*/ 184105 w 184104"/>
                <a:gd name="connsiteY0" fmla="*/ 92052 h 184104"/>
                <a:gd name="connsiteX1" fmla="*/ 92052 w 184104"/>
                <a:gd name="connsiteY1" fmla="*/ 184105 h 184104"/>
                <a:gd name="connsiteX2" fmla="*/ 0 w 184104"/>
                <a:gd name="connsiteY2" fmla="*/ 92052 h 184104"/>
                <a:gd name="connsiteX3" fmla="*/ 92052 w 184104"/>
                <a:gd name="connsiteY3" fmla="*/ 0 h 184104"/>
                <a:gd name="connsiteX4" fmla="*/ 184105 w 184104"/>
                <a:gd name="connsiteY4" fmla="*/ 92052 h 18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104" h="184104">
                  <a:moveTo>
                    <a:pt x="184105" y="92052"/>
                  </a:moveTo>
                  <a:cubicBezTo>
                    <a:pt x="184105" y="142892"/>
                    <a:pt x="142892" y="184105"/>
                    <a:pt x="92052" y="184105"/>
                  </a:cubicBezTo>
                  <a:cubicBezTo>
                    <a:pt x="41213" y="184105"/>
                    <a:pt x="0" y="142892"/>
                    <a:pt x="0" y="92052"/>
                  </a:cubicBezTo>
                  <a:cubicBezTo>
                    <a:pt x="0" y="41213"/>
                    <a:pt x="41213" y="0"/>
                    <a:pt x="92052" y="0"/>
                  </a:cubicBezTo>
                  <a:cubicBezTo>
                    <a:pt x="142892" y="0"/>
                    <a:pt x="184105" y="41213"/>
                    <a:pt x="184105" y="9205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: фигура 71">
              <a:extLst>
                <a:ext uri="{FF2B5EF4-FFF2-40B4-BE49-F238E27FC236}">
                  <a16:creationId xmlns:a16="http://schemas.microsoft.com/office/drawing/2014/main" id="{8399F486-9EC1-B03F-0D77-9325D3EED147}"/>
                </a:ext>
              </a:extLst>
            </p:cNvPr>
            <p:cNvSpPr/>
            <p:nvPr/>
          </p:nvSpPr>
          <p:spPr>
            <a:xfrm rot="10800000">
              <a:off x="15975440" y="3683787"/>
              <a:ext cx="154881" cy="154882"/>
            </a:xfrm>
            <a:custGeom>
              <a:avLst/>
              <a:gdLst>
                <a:gd name="connsiteX0" fmla="*/ 77441 w 154881"/>
                <a:gd name="connsiteY0" fmla="*/ 0 h 154882"/>
                <a:gd name="connsiteX1" fmla="*/ 154882 w 154881"/>
                <a:gd name="connsiteY1" fmla="*/ 77441 h 154882"/>
                <a:gd name="connsiteX2" fmla="*/ 77441 w 154881"/>
                <a:gd name="connsiteY2" fmla="*/ 154882 h 154882"/>
                <a:gd name="connsiteX3" fmla="*/ 0 w 154881"/>
                <a:gd name="connsiteY3" fmla="*/ 77441 h 154882"/>
                <a:gd name="connsiteX4" fmla="*/ 77441 w 154881"/>
                <a:gd name="connsiteY4" fmla="*/ 0 h 15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881" h="154882">
                  <a:moveTo>
                    <a:pt x="77441" y="0"/>
                  </a:moveTo>
                  <a:cubicBezTo>
                    <a:pt x="120220" y="0"/>
                    <a:pt x="154882" y="34662"/>
                    <a:pt x="154882" y="77441"/>
                  </a:cubicBezTo>
                  <a:cubicBezTo>
                    <a:pt x="154882" y="120220"/>
                    <a:pt x="120220" y="154882"/>
                    <a:pt x="77441" y="154882"/>
                  </a:cubicBezTo>
                  <a:cubicBezTo>
                    <a:pt x="34662" y="154882"/>
                    <a:pt x="0" y="120220"/>
                    <a:pt x="0" y="77441"/>
                  </a:cubicBezTo>
                  <a:cubicBezTo>
                    <a:pt x="0" y="34662"/>
                    <a:pt x="34662" y="0"/>
                    <a:pt x="7744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: фигура 72">
              <a:extLst>
                <a:ext uri="{FF2B5EF4-FFF2-40B4-BE49-F238E27FC236}">
                  <a16:creationId xmlns:a16="http://schemas.microsoft.com/office/drawing/2014/main" id="{620D0676-A1AC-98AD-E995-893FF5F068FA}"/>
                </a:ext>
              </a:extLst>
            </p:cNvPr>
            <p:cNvSpPr/>
            <p:nvPr/>
          </p:nvSpPr>
          <p:spPr>
            <a:xfrm rot="10800000">
              <a:off x="16665508" y="6456644"/>
              <a:ext cx="144329" cy="144329"/>
            </a:xfrm>
            <a:custGeom>
              <a:avLst/>
              <a:gdLst>
                <a:gd name="connsiteX0" fmla="*/ 72165 w 144329"/>
                <a:gd name="connsiteY0" fmla="*/ 144329 h 144329"/>
                <a:gd name="connsiteX1" fmla="*/ 0 w 144329"/>
                <a:gd name="connsiteY1" fmla="*/ 72164 h 144329"/>
                <a:gd name="connsiteX2" fmla="*/ 72165 w 144329"/>
                <a:gd name="connsiteY2" fmla="*/ 0 h 144329"/>
                <a:gd name="connsiteX3" fmla="*/ 144329 w 144329"/>
                <a:gd name="connsiteY3" fmla="*/ 72164 h 144329"/>
                <a:gd name="connsiteX4" fmla="*/ 72165 w 144329"/>
                <a:gd name="connsiteY4" fmla="*/ 144329 h 144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329" h="144329">
                  <a:moveTo>
                    <a:pt x="72165" y="144329"/>
                  </a:moveTo>
                  <a:cubicBezTo>
                    <a:pt x="32308" y="144329"/>
                    <a:pt x="0" y="112021"/>
                    <a:pt x="0" y="72164"/>
                  </a:cubicBezTo>
                  <a:cubicBezTo>
                    <a:pt x="0" y="32308"/>
                    <a:pt x="32308" y="0"/>
                    <a:pt x="72165" y="0"/>
                  </a:cubicBezTo>
                  <a:cubicBezTo>
                    <a:pt x="112022" y="0"/>
                    <a:pt x="144329" y="32308"/>
                    <a:pt x="144329" y="72164"/>
                  </a:cubicBezTo>
                  <a:cubicBezTo>
                    <a:pt x="144329" y="112021"/>
                    <a:pt x="112022" y="144329"/>
                    <a:pt x="72165" y="14432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: фигура 73">
              <a:extLst>
                <a:ext uri="{FF2B5EF4-FFF2-40B4-BE49-F238E27FC236}">
                  <a16:creationId xmlns:a16="http://schemas.microsoft.com/office/drawing/2014/main" id="{028F7A15-A51B-6D2D-8021-F2CEBC9D3891}"/>
                </a:ext>
              </a:extLst>
            </p:cNvPr>
            <p:cNvSpPr/>
            <p:nvPr/>
          </p:nvSpPr>
          <p:spPr>
            <a:xfrm rot="10800000">
              <a:off x="17416134" y="6127074"/>
              <a:ext cx="12663" cy="12663"/>
            </a:xfrm>
            <a:custGeom>
              <a:avLst/>
              <a:gdLst>
                <a:gd name="connsiteX0" fmla="*/ 12663 w 12663"/>
                <a:gd name="connsiteY0" fmla="*/ 6332 h 12663"/>
                <a:gd name="connsiteX1" fmla="*/ 6332 w 12663"/>
                <a:gd name="connsiteY1" fmla="*/ 12664 h 12663"/>
                <a:gd name="connsiteX2" fmla="*/ 0 w 12663"/>
                <a:gd name="connsiteY2" fmla="*/ 6332 h 12663"/>
                <a:gd name="connsiteX3" fmla="*/ 6332 w 12663"/>
                <a:gd name="connsiteY3" fmla="*/ 0 h 12663"/>
                <a:gd name="connsiteX4" fmla="*/ 12663 w 12663"/>
                <a:gd name="connsiteY4" fmla="*/ 6332 h 1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3" h="12663">
                  <a:moveTo>
                    <a:pt x="12663" y="6332"/>
                  </a:moveTo>
                  <a:cubicBezTo>
                    <a:pt x="12663" y="9829"/>
                    <a:pt x="9829" y="12664"/>
                    <a:pt x="6332" y="12664"/>
                  </a:cubicBezTo>
                  <a:cubicBezTo>
                    <a:pt x="2835" y="12664"/>
                    <a:pt x="0" y="9829"/>
                    <a:pt x="0" y="6332"/>
                  </a:cubicBezTo>
                  <a:cubicBezTo>
                    <a:pt x="0" y="2835"/>
                    <a:pt x="2835" y="0"/>
                    <a:pt x="6332" y="0"/>
                  </a:cubicBezTo>
                  <a:cubicBezTo>
                    <a:pt x="9829" y="0"/>
                    <a:pt x="12663" y="2835"/>
                    <a:pt x="12663" y="633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: фигура 74">
              <a:extLst>
                <a:ext uri="{FF2B5EF4-FFF2-40B4-BE49-F238E27FC236}">
                  <a16:creationId xmlns:a16="http://schemas.microsoft.com/office/drawing/2014/main" id="{2580FFD9-BEB8-F7AA-1EA5-42368BD153F4}"/>
                </a:ext>
              </a:extLst>
            </p:cNvPr>
            <p:cNvSpPr/>
            <p:nvPr/>
          </p:nvSpPr>
          <p:spPr>
            <a:xfrm rot="10800000">
              <a:off x="17364994" y="5285208"/>
              <a:ext cx="114943" cy="114943"/>
            </a:xfrm>
            <a:custGeom>
              <a:avLst/>
              <a:gdLst>
                <a:gd name="connsiteX0" fmla="*/ 114944 w 114943"/>
                <a:gd name="connsiteY0" fmla="*/ 57472 h 114943"/>
                <a:gd name="connsiteX1" fmla="*/ 57472 w 114943"/>
                <a:gd name="connsiteY1" fmla="*/ 114944 h 114943"/>
                <a:gd name="connsiteX2" fmla="*/ 0 w 114943"/>
                <a:gd name="connsiteY2" fmla="*/ 57472 h 114943"/>
                <a:gd name="connsiteX3" fmla="*/ 57472 w 114943"/>
                <a:gd name="connsiteY3" fmla="*/ 0 h 114943"/>
                <a:gd name="connsiteX4" fmla="*/ 114944 w 114943"/>
                <a:gd name="connsiteY4" fmla="*/ 57472 h 114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943" h="114943">
                  <a:moveTo>
                    <a:pt x="114944" y="57472"/>
                  </a:moveTo>
                  <a:cubicBezTo>
                    <a:pt x="114944" y="89212"/>
                    <a:pt x="89213" y="114944"/>
                    <a:pt x="57472" y="114944"/>
                  </a:cubicBezTo>
                  <a:cubicBezTo>
                    <a:pt x="25731" y="114944"/>
                    <a:pt x="0" y="89213"/>
                    <a:pt x="0" y="57472"/>
                  </a:cubicBezTo>
                  <a:cubicBezTo>
                    <a:pt x="0" y="25731"/>
                    <a:pt x="25731" y="0"/>
                    <a:pt x="57472" y="0"/>
                  </a:cubicBezTo>
                  <a:cubicBezTo>
                    <a:pt x="89213" y="0"/>
                    <a:pt x="114944" y="25731"/>
                    <a:pt x="114944" y="5747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: фигура 75">
              <a:extLst>
                <a:ext uri="{FF2B5EF4-FFF2-40B4-BE49-F238E27FC236}">
                  <a16:creationId xmlns:a16="http://schemas.microsoft.com/office/drawing/2014/main" id="{2FF7C7F8-AB66-82BB-4251-FE7D9A6EDC35}"/>
                </a:ext>
              </a:extLst>
            </p:cNvPr>
            <p:cNvSpPr/>
            <p:nvPr/>
          </p:nvSpPr>
          <p:spPr>
            <a:xfrm rot="10800000">
              <a:off x="16688076" y="4897760"/>
              <a:ext cx="99195" cy="99195"/>
            </a:xfrm>
            <a:custGeom>
              <a:avLst/>
              <a:gdLst>
                <a:gd name="connsiteX0" fmla="*/ 49598 w 99195"/>
                <a:gd name="connsiteY0" fmla="*/ 99196 h 99195"/>
                <a:gd name="connsiteX1" fmla="*/ 0 w 99195"/>
                <a:gd name="connsiteY1" fmla="*/ 49598 h 99195"/>
                <a:gd name="connsiteX2" fmla="*/ 49598 w 99195"/>
                <a:gd name="connsiteY2" fmla="*/ 0 h 99195"/>
                <a:gd name="connsiteX3" fmla="*/ 99196 w 99195"/>
                <a:gd name="connsiteY3" fmla="*/ 49598 h 99195"/>
                <a:gd name="connsiteX4" fmla="*/ 49598 w 99195"/>
                <a:gd name="connsiteY4" fmla="*/ 99196 h 9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195" h="99195">
                  <a:moveTo>
                    <a:pt x="49598" y="99196"/>
                  </a:moveTo>
                  <a:cubicBezTo>
                    <a:pt x="22242" y="99196"/>
                    <a:pt x="0" y="77035"/>
                    <a:pt x="0" y="49598"/>
                  </a:cubicBezTo>
                  <a:cubicBezTo>
                    <a:pt x="0" y="22161"/>
                    <a:pt x="22161" y="0"/>
                    <a:pt x="49598" y="0"/>
                  </a:cubicBezTo>
                  <a:cubicBezTo>
                    <a:pt x="76954" y="0"/>
                    <a:pt x="99196" y="22161"/>
                    <a:pt x="99196" y="49598"/>
                  </a:cubicBezTo>
                  <a:cubicBezTo>
                    <a:pt x="99196" y="77035"/>
                    <a:pt x="77035" y="99196"/>
                    <a:pt x="49598" y="9919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: фигура 76">
              <a:extLst>
                <a:ext uri="{FF2B5EF4-FFF2-40B4-BE49-F238E27FC236}">
                  <a16:creationId xmlns:a16="http://schemas.microsoft.com/office/drawing/2014/main" id="{297E65BE-4196-F6E5-7C63-66290F7F6071}"/>
                </a:ext>
              </a:extLst>
            </p:cNvPr>
            <p:cNvSpPr/>
            <p:nvPr/>
          </p:nvSpPr>
          <p:spPr>
            <a:xfrm rot="10800000">
              <a:off x="15323199" y="6483920"/>
              <a:ext cx="89779" cy="89779"/>
            </a:xfrm>
            <a:custGeom>
              <a:avLst/>
              <a:gdLst>
                <a:gd name="connsiteX0" fmla="*/ 0 w 89779"/>
                <a:gd name="connsiteY0" fmla="*/ 44890 h 89779"/>
                <a:gd name="connsiteX1" fmla="*/ 44890 w 89779"/>
                <a:gd name="connsiteY1" fmla="*/ 0 h 89779"/>
                <a:gd name="connsiteX2" fmla="*/ 89780 w 89779"/>
                <a:gd name="connsiteY2" fmla="*/ 44890 h 89779"/>
                <a:gd name="connsiteX3" fmla="*/ 44890 w 89779"/>
                <a:gd name="connsiteY3" fmla="*/ 89780 h 89779"/>
                <a:gd name="connsiteX4" fmla="*/ 0 w 89779"/>
                <a:gd name="connsiteY4" fmla="*/ 44890 h 8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779" h="89779">
                  <a:moveTo>
                    <a:pt x="0" y="44890"/>
                  </a:moveTo>
                  <a:cubicBezTo>
                    <a:pt x="0" y="20131"/>
                    <a:pt x="20050" y="0"/>
                    <a:pt x="44890" y="0"/>
                  </a:cubicBezTo>
                  <a:cubicBezTo>
                    <a:pt x="69648" y="0"/>
                    <a:pt x="89780" y="20050"/>
                    <a:pt x="89780" y="44890"/>
                  </a:cubicBezTo>
                  <a:cubicBezTo>
                    <a:pt x="89780" y="69648"/>
                    <a:pt x="69729" y="89780"/>
                    <a:pt x="44890" y="89780"/>
                  </a:cubicBezTo>
                  <a:cubicBezTo>
                    <a:pt x="20131" y="89780"/>
                    <a:pt x="0" y="69730"/>
                    <a:pt x="0" y="4489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: фигура 77">
              <a:extLst>
                <a:ext uri="{FF2B5EF4-FFF2-40B4-BE49-F238E27FC236}">
                  <a16:creationId xmlns:a16="http://schemas.microsoft.com/office/drawing/2014/main" id="{F00DAE66-97FB-943D-63C5-83765B6F85EF}"/>
                </a:ext>
              </a:extLst>
            </p:cNvPr>
            <p:cNvSpPr/>
            <p:nvPr/>
          </p:nvSpPr>
          <p:spPr>
            <a:xfrm rot="10800000">
              <a:off x="15965537" y="6046062"/>
              <a:ext cx="174688" cy="174688"/>
            </a:xfrm>
            <a:custGeom>
              <a:avLst/>
              <a:gdLst>
                <a:gd name="connsiteX0" fmla="*/ 87344 w 174688"/>
                <a:gd name="connsiteY0" fmla="*/ 0 h 174688"/>
                <a:gd name="connsiteX1" fmla="*/ 174689 w 174688"/>
                <a:gd name="connsiteY1" fmla="*/ 87344 h 174688"/>
                <a:gd name="connsiteX2" fmla="*/ 87344 w 174688"/>
                <a:gd name="connsiteY2" fmla="*/ 174689 h 174688"/>
                <a:gd name="connsiteX3" fmla="*/ 0 w 174688"/>
                <a:gd name="connsiteY3" fmla="*/ 87344 h 174688"/>
                <a:gd name="connsiteX4" fmla="*/ 87344 w 174688"/>
                <a:gd name="connsiteY4" fmla="*/ 0 h 17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688" h="174688">
                  <a:moveTo>
                    <a:pt x="87344" y="0"/>
                  </a:moveTo>
                  <a:cubicBezTo>
                    <a:pt x="135562" y="0"/>
                    <a:pt x="174689" y="39126"/>
                    <a:pt x="174689" y="87344"/>
                  </a:cubicBezTo>
                  <a:cubicBezTo>
                    <a:pt x="174689" y="135562"/>
                    <a:pt x="135562" y="174689"/>
                    <a:pt x="87344" y="174689"/>
                  </a:cubicBezTo>
                  <a:cubicBezTo>
                    <a:pt x="39126" y="174689"/>
                    <a:pt x="0" y="135562"/>
                    <a:pt x="0" y="87344"/>
                  </a:cubicBezTo>
                  <a:cubicBezTo>
                    <a:pt x="0" y="39126"/>
                    <a:pt x="39126" y="0"/>
                    <a:pt x="87344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: фигура 78">
              <a:extLst>
                <a:ext uri="{FF2B5EF4-FFF2-40B4-BE49-F238E27FC236}">
                  <a16:creationId xmlns:a16="http://schemas.microsoft.com/office/drawing/2014/main" id="{1566D995-8CFB-AD67-C5F2-16DB57796204}"/>
                </a:ext>
              </a:extLst>
            </p:cNvPr>
            <p:cNvSpPr/>
            <p:nvPr/>
          </p:nvSpPr>
          <p:spPr>
            <a:xfrm rot="10800000">
              <a:off x="15293895" y="7245341"/>
              <a:ext cx="148387" cy="148387"/>
            </a:xfrm>
            <a:custGeom>
              <a:avLst/>
              <a:gdLst>
                <a:gd name="connsiteX0" fmla="*/ 74194 w 148387"/>
                <a:gd name="connsiteY0" fmla="*/ 0 h 148387"/>
                <a:gd name="connsiteX1" fmla="*/ 148388 w 148387"/>
                <a:gd name="connsiteY1" fmla="*/ 74194 h 148387"/>
                <a:gd name="connsiteX2" fmla="*/ 74194 w 148387"/>
                <a:gd name="connsiteY2" fmla="*/ 148388 h 148387"/>
                <a:gd name="connsiteX3" fmla="*/ 0 w 148387"/>
                <a:gd name="connsiteY3" fmla="*/ 74194 h 148387"/>
                <a:gd name="connsiteX4" fmla="*/ 74194 w 148387"/>
                <a:gd name="connsiteY4" fmla="*/ 0 h 148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387" h="148387">
                  <a:moveTo>
                    <a:pt x="74194" y="0"/>
                  </a:moveTo>
                  <a:cubicBezTo>
                    <a:pt x="115187" y="0"/>
                    <a:pt x="148388" y="33201"/>
                    <a:pt x="148388" y="74194"/>
                  </a:cubicBezTo>
                  <a:cubicBezTo>
                    <a:pt x="148388" y="115187"/>
                    <a:pt x="115187" y="148388"/>
                    <a:pt x="74194" y="148388"/>
                  </a:cubicBezTo>
                  <a:cubicBezTo>
                    <a:pt x="33201" y="148388"/>
                    <a:pt x="0" y="115187"/>
                    <a:pt x="0" y="74194"/>
                  </a:cubicBezTo>
                  <a:cubicBezTo>
                    <a:pt x="0" y="33201"/>
                    <a:pt x="33201" y="0"/>
                    <a:pt x="74194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: фигура 79">
              <a:extLst>
                <a:ext uri="{FF2B5EF4-FFF2-40B4-BE49-F238E27FC236}">
                  <a16:creationId xmlns:a16="http://schemas.microsoft.com/office/drawing/2014/main" id="{D8DD2152-0D19-A266-FC8D-DA84A7189B63}"/>
                </a:ext>
              </a:extLst>
            </p:cNvPr>
            <p:cNvSpPr/>
            <p:nvPr/>
          </p:nvSpPr>
          <p:spPr>
            <a:xfrm rot="10800000">
              <a:off x="13963275" y="7284304"/>
              <a:ext cx="70459" cy="70460"/>
            </a:xfrm>
            <a:custGeom>
              <a:avLst/>
              <a:gdLst>
                <a:gd name="connsiteX0" fmla="*/ 70460 w 70459"/>
                <a:gd name="connsiteY0" fmla="*/ 35230 h 70460"/>
                <a:gd name="connsiteX1" fmla="*/ 35230 w 70459"/>
                <a:gd name="connsiteY1" fmla="*/ 70460 h 70460"/>
                <a:gd name="connsiteX2" fmla="*/ 0 w 70459"/>
                <a:gd name="connsiteY2" fmla="*/ 35230 h 70460"/>
                <a:gd name="connsiteX3" fmla="*/ 35230 w 70459"/>
                <a:gd name="connsiteY3" fmla="*/ 0 h 70460"/>
                <a:gd name="connsiteX4" fmla="*/ 70460 w 70459"/>
                <a:gd name="connsiteY4" fmla="*/ 35230 h 70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59" h="70460">
                  <a:moveTo>
                    <a:pt x="70460" y="35230"/>
                  </a:moveTo>
                  <a:cubicBezTo>
                    <a:pt x="70460" y="54712"/>
                    <a:pt x="54712" y="70460"/>
                    <a:pt x="35230" y="70460"/>
                  </a:cubicBezTo>
                  <a:cubicBezTo>
                    <a:pt x="15748" y="70460"/>
                    <a:pt x="0" y="54712"/>
                    <a:pt x="0" y="35230"/>
                  </a:cubicBezTo>
                  <a:cubicBezTo>
                    <a:pt x="0" y="15748"/>
                    <a:pt x="15748" y="0"/>
                    <a:pt x="35230" y="0"/>
                  </a:cubicBezTo>
                  <a:cubicBezTo>
                    <a:pt x="54712" y="0"/>
                    <a:pt x="70460" y="15748"/>
                    <a:pt x="70460" y="3523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: фигура 80">
              <a:extLst>
                <a:ext uri="{FF2B5EF4-FFF2-40B4-BE49-F238E27FC236}">
                  <a16:creationId xmlns:a16="http://schemas.microsoft.com/office/drawing/2014/main" id="{21B5A5DD-738F-A488-0EE8-79258F5E52D4}"/>
                </a:ext>
              </a:extLst>
            </p:cNvPr>
            <p:cNvSpPr/>
            <p:nvPr/>
          </p:nvSpPr>
          <p:spPr>
            <a:xfrm rot="10800000">
              <a:off x="13245525" y="7646671"/>
              <a:ext cx="136373" cy="136373"/>
            </a:xfrm>
            <a:custGeom>
              <a:avLst/>
              <a:gdLst>
                <a:gd name="connsiteX0" fmla="*/ 68187 w 136373"/>
                <a:gd name="connsiteY0" fmla="*/ 0 h 136373"/>
                <a:gd name="connsiteX1" fmla="*/ 136374 w 136373"/>
                <a:gd name="connsiteY1" fmla="*/ 68187 h 136373"/>
                <a:gd name="connsiteX2" fmla="*/ 68187 w 136373"/>
                <a:gd name="connsiteY2" fmla="*/ 136374 h 136373"/>
                <a:gd name="connsiteX3" fmla="*/ 0 w 136373"/>
                <a:gd name="connsiteY3" fmla="*/ 68187 h 136373"/>
                <a:gd name="connsiteX4" fmla="*/ 68187 w 136373"/>
                <a:gd name="connsiteY4" fmla="*/ 0 h 136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373" h="136373">
                  <a:moveTo>
                    <a:pt x="68187" y="0"/>
                  </a:moveTo>
                  <a:cubicBezTo>
                    <a:pt x="105852" y="0"/>
                    <a:pt x="136374" y="30522"/>
                    <a:pt x="136374" y="68187"/>
                  </a:cubicBezTo>
                  <a:cubicBezTo>
                    <a:pt x="136374" y="105852"/>
                    <a:pt x="105852" y="136374"/>
                    <a:pt x="68187" y="136374"/>
                  </a:cubicBezTo>
                  <a:cubicBezTo>
                    <a:pt x="30521" y="136374"/>
                    <a:pt x="0" y="105852"/>
                    <a:pt x="0" y="68187"/>
                  </a:cubicBezTo>
                  <a:cubicBezTo>
                    <a:pt x="0" y="30522"/>
                    <a:pt x="30521" y="0"/>
                    <a:pt x="68187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: фигура 81">
              <a:extLst>
                <a:ext uri="{FF2B5EF4-FFF2-40B4-BE49-F238E27FC236}">
                  <a16:creationId xmlns:a16="http://schemas.microsoft.com/office/drawing/2014/main" id="{6E750AB9-EC71-D8DC-2709-404ED652F11B}"/>
                </a:ext>
              </a:extLst>
            </p:cNvPr>
            <p:cNvSpPr/>
            <p:nvPr/>
          </p:nvSpPr>
          <p:spPr>
            <a:xfrm rot="10800000">
              <a:off x="12563086" y="7253702"/>
              <a:ext cx="131666" cy="131665"/>
            </a:xfrm>
            <a:custGeom>
              <a:avLst/>
              <a:gdLst>
                <a:gd name="connsiteX0" fmla="*/ 131666 w 131666"/>
                <a:gd name="connsiteY0" fmla="*/ 65833 h 131665"/>
                <a:gd name="connsiteX1" fmla="*/ 65833 w 131666"/>
                <a:gd name="connsiteY1" fmla="*/ 131666 h 131665"/>
                <a:gd name="connsiteX2" fmla="*/ 0 w 131666"/>
                <a:gd name="connsiteY2" fmla="*/ 65833 h 131665"/>
                <a:gd name="connsiteX3" fmla="*/ 65833 w 131666"/>
                <a:gd name="connsiteY3" fmla="*/ 0 h 131665"/>
                <a:gd name="connsiteX4" fmla="*/ 131666 w 131666"/>
                <a:gd name="connsiteY4" fmla="*/ 65833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666" h="131665">
                  <a:moveTo>
                    <a:pt x="131666" y="65833"/>
                  </a:moveTo>
                  <a:cubicBezTo>
                    <a:pt x="131666" y="102199"/>
                    <a:pt x="102200" y="131666"/>
                    <a:pt x="65833" y="131666"/>
                  </a:cubicBezTo>
                  <a:cubicBezTo>
                    <a:pt x="29467" y="131666"/>
                    <a:pt x="0" y="102199"/>
                    <a:pt x="0" y="65833"/>
                  </a:cubicBezTo>
                  <a:cubicBezTo>
                    <a:pt x="0" y="29467"/>
                    <a:pt x="29467" y="0"/>
                    <a:pt x="65833" y="0"/>
                  </a:cubicBezTo>
                  <a:cubicBezTo>
                    <a:pt x="102200" y="0"/>
                    <a:pt x="131666" y="29467"/>
                    <a:pt x="131666" y="6583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: фигура 82">
              <a:extLst>
                <a:ext uri="{FF2B5EF4-FFF2-40B4-BE49-F238E27FC236}">
                  <a16:creationId xmlns:a16="http://schemas.microsoft.com/office/drawing/2014/main" id="{237A2159-F241-89B7-3A0F-A294235F2492}"/>
                </a:ext>
              </a:extLst>
            </p:cNvPr>
            <p:cNvSpPr/>
            <p:nvPr/>
          </p:nvSpPr>
          <p:spPr>
            <a:xfrm rot="10800000">
              <a:off x="11867011" y="7637741"/>
              <a:ext cx="154232" cy="154232"/>
            </a:xfrm>
            <a:custGeom>
              <a:avLst/>
              <a:gdLst>
                <a:gd name="connsiteX0" fmla="*/ 77116 w 154232"/>
                <a:gd name="connsiteY0" fmla="*/ 0 h 154232"/>
                <a:gd name="connsiteX1" fmla="*/ 154232 w 154232"/>
                <a:gd name="connsiteY1" fmla="*/ 77116 h 154232"/>
                <a:gd name="connsiteX2" fmla="*/ 77116 w 154232"/>
                <a:gd name="connsiteY2" fmla="*/ 154233 h 154232"/>
                <a:gd name="connsiteX3" fmla="*/ 0 w 154232"/>
                <a:gd name="connsiteY3" fmla="*/ 77116 h 154232"/>
                <a:gd name="connsiteX4" fmla="*/ 77116 w 154232"/>
                <a:gd name="connsiteY4" fmla="*/ 0 h 15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232" h="154232">
                  <a:moveTo>
                    <a:pt x="77116" y="0"/>
                  </a:moveTo>
                  <a:cubicBezTo>
                    <a:pt x="119652" y="0"/>
                    <a:pt x="154232" y="34499"/>
                    <a:pt x="154232" y="77116"/>
                  </a:cubicBezTo>
                  <a:cubicBezTo>
                    <a:pt x="154232" y="119652"/>
                    <a:pt x="119733" y="154233"/>
                    <a:pt x="77116" y="154233"/>
                  </a:cubicBezTo>
                  <a:cubicBezTo>
                    <a:pt x="34580" y="154233"/>
                    <a:pt x="0" y="119733"/>
                    <a:pt x="0" y="77116"/>
                  </a:cubicBezTo>
                  <a:cubicBezTo>
                    <a:pt x="0" y="34581"/>
                    <a:pt x="34499" y="0"/>
                    <a:pt x="77116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: фигура 83">
              <a:extLst>
                <a:ext uri="{FF2B5EF4-FFF2-40B4-BE49-F238E27FC236}">
                  <a16:creationId xmlns:a16="http://schemas.microsoft.com/office/drawing/2014/main" id="{00505580-31C6-6B67-229A-246A79C72609}"/>
                </a:ext>
              </a:extLst>
            </p:cNvPr>
            <p:cNvSpPr/>
            <p:nvPr/>
          </p:nvSpPr>
          <p:spPr>
            <a:xfrm rot="10800000">
              <a:off x="16693270" y="8856583"/>
              <a:ext cx="88805" cy="88805"/>
            </a:xfrm>
            <a:custGeom>
              <a:avLst/>
              <a:gdLst>
                <a:gd name="connsiteX0" fmla="*/ 88805 w 88805"/>
                <a:gd name="connsiteY0" fmla="*/ 44403 h 88805"/>
                <a:gd name="connsiteX1" fmla="*/ 44403 w 88805"/>
                <a:gd name="connsiteY1" fmla="*/ 88806 h 88805"/>
                <a:gd name="connsiteX2" fmla="*/ 0 w 88805"/>
                <a:gd name="connsiteY2" fmla="*/ 44403 h 88805"/>
                <a:gd name="connsiteX3" fmla="*/ 44403 w 88805"/>
                <a:gd name="connsiteY3" fmla="*/ 0 h 88805"/>
                <a:gd name="connsiteX4" fmla="*/ 88805 w 88805"/>
                <a:gd name="connsiteY4" fmla="*/ 44403 h 88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05" h="88805">
                  <a:moveTo>
                    <a:pt x="88805" y="44403"/>
                  </a:moveTo>
                  <a:cubicBezTo>
                    <a:pt x="88805" y="68926"/>
                    <a:pt x="68926" y="88806"/>
                    <a:pt x="44403" y="88806"/>
                  </a:cubicBezTo>
                  <a:cubicBezTo>
                    <a:pt x="19880" y="88806"/>
                    <a:pt x="0" y="68926"/>
                    <a:pt x="0" y="44403"/>
                  </a:cubicBezTo>
                  <a:cubicBezTo>
                    <a:pt x="0" y="19880"/>
                    <a:pt x="19880" y="0"/>
                    <a:pt x="44403" y="0"/>
                  </a:cubicBezTo>
                  <a:cubicBezTo>
                    <a:pt x="68926" y="0"/>
                    <a:pt x="88805" y="19880"/>
                    <a:pt x="88805" y="4440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: фигура 84">
              <a:extLst>
                <a:ext uri="{FF2B5EF4-FFF2-40B4-BE49-F238E27FC236}">
                  <a16:creationId xmlns:a16="http://schemas.microsoft.com/office/drawing/2014/main" id="{1AE50910-8B73-DC3A-CAC4-242A91A8DE7D}"/>
                </a:ext>
              </a:extLst>
            </p:cNvPr>
            <p:cNvSpPr/>
            <p:nvPr/>
          </p:nvSpPr>
          <p:spPr>
            <a:xfrm rot="10800000">
              <a:off x="17386992" y="8470110"/>
              <a:ext cx="70946" cy="70946"/>
            </a:xfrm>
            <a:custGeom>
              <a:avLst/>
              <a:gdLst>
                <a:gd name="connsiteX0" fmla="*/ 70947 w 70946"/>
                <a:gd name="connsiteY0" fmla="*/ 35473 h 70946"/>
                <a:gd name="connsiteX1" fmla="*/ 35473 w 70946"/>
                <a:gd name="connsiteY1" fmla="*/ 70947 h 70946"/>
                <a:gd name="connsiteX2" fmla="*/ 0 w 70946"/>
                <a:gd name="connsiteY2" fmla="*/ 35473 h 70946"/>
                <a:gd name="connsiteX3" fmla="*/ 35473 w 70946"/>
                <a:gd name="connsiteY3" fmla="*/ 0 h 70946"/>
                <a:gd name="connsiteX4" fmla="*/ 70947 w 70946"/>
                <a:gd name="connsiteY4" fmla="*/ 35473 h 70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46" h="70946">
                  <a:moveTo>
                    <a:pt x="70947" y="35473"/>
                  </a:moveTo>
                  <a:cubicBezTo>
                    <a:pt x="70947" y="55065"/>
                    <a:pt x="55065" y="70947"/>
                    <a:pt x="35473" y="70947"/>
                  </a:cubicBezTo>
                  <a:cubicBezTo>
                    <a:pt x="15882" y="70947"/>
                    <a:pt x="0" y="55065"/>
                    <a:pt x="0" y="35473"/>
                  </a:cubicBezTo>
                  <a:cubicBezTo>
                    <a:pt x="0" y="15882"/>
                    <a:pt x="15882" y="0"/>
                    <a:pt x="35473" y="0"/>
                  </a:cubicBezTo>
                  <a:cubicBezTo>
                    <a:pt x="55065" y="0"/>
                    <a:pt x="70947" y="15882"/>
                    <a:pt x="70947" y="3547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: фигура 85">
              <a:extLst>
                <a:ext uri="{FF2B5EF4-FFF2-40B4-BE49-F238E27FC236}">
                  <a16:creationId xmlns:a16="http://schemas.microsoft.com/office/drawing/2014/main" id="{1C693EE8-69DC-5159-704E-1837231C536A}"/>
                </a:ext>
              </a:extLst>
            </p:cNvPr>
            <p:cNvSpPr/>
            <p:nvPr/>
          </p:nvSpPr>
          <p:spPr>
            <a:xfrm rot="10800000">
              <a:off x="17405662" y="7698054"/>
              <a:ext cx="33606" cy="33606"/>
            </a:xfrm>
            <a:custGeom>
              <a:avLst/>
              <a:gdLst>
                <a:gd name="connsiteX0" fmla="*/ 0 w 33606"/>
                <a:gd name="connsiteY0" fmla="*/ 16803 h 33606"/>
                <a:gd name="connsiteX1" fmla="*/ 16803 w 33606"/>
                <a:gd name="connsiteY1" fmla="*/ 0 h 33606"/>
                <a:gd name="connsiteX2" fmla="*/ 33606 w 33606"/>
                <a:gd name="connsiteY2" fmla="*/ 16803 h 33606"/>
                <a:gd name="connsiteX3" fmla="*/ 16803 w 33606"/>
                <a:gd name="connsiteY3" fmla="*/ 33607 h 33606"/>
                <a:gd name="connsiteX4" fmla="*/ 0 w 33606"/>
                <a:gd name="connsiteY4" fmla="*/ 16803 h 3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06" h="33606">
                  <a:moveTo>
                    <a:pt x="0" y="16803"/>
                  </a:moveTo>
                  <a:cubicBezTo>
                    <a:pt x="0" y="7549"/>
                    <a:pt x="7549" y="0"/>
                    <a:pt x="16803" y="0"/>
                  </a:cubicBezTo>
                  <a:cubicBezTo>
                    <a:pt x="26057" y="0"/>
                    <a:pt x="33606" y="7549"/>
                    <a:pt x="33606" y="16803"/>
                  </a:cubicBezTo>
                  <a:cubicBezTo>
                    <a:pt x="33606" y="26057"/>
                    <a:pt x="26057" y="33607"/>
                    <a:pt x="16803" y="33607"/>
                  </a:cubicBezTo>
                  <a:cubicBezTo>
                    <a:pt x="7549" y="33607"/>
                    <a:pt x="0" y="26057"/>
                    <a:pt x="0" y="1680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: фигура 86">
              <a:extLst>
                <a:ext uri="{FF2B5EF4-FFF2-40B4-BE49-F238E27FC236}">
                  <a16:creationId xmlns:a16="http://schemas.microsoft.com/office/drawing/2014/main" id="{12087805-34E5-A2CB-9D7C-B7F2FDEAE5DC}"/>
                </a:ext>
              </a:extLst>
            </p:cNvPr>
            <p:cNvSpPr/>
            <p:nvPr/>
          </p:nvSpPr>
          <p:spPr>
            <a:xfrm rot="10800000">
              <a:off x="16668025" y="7249887"/>
              <a:ext cx="139296" cy="139296"/>
            </a:xfrm>
            <a:custGeom>
              <a:avLst/>
              <a:gdLst>
                <a:gd name="connsiteX0" fmla="*/ 139296 w 139296"/>
                <a:gd name="connsiteY0" fmla="*/ 69648 h 139296"/>
                <a:gd name="connsiteX1" fmla="*/ 69648 w 139296"/>
                <a:gd name="connsiteY1" fmla="*/ 139296 h 139296"/>
                <a:gd name="connsiteX2" fmla="*/ 0 w 139296"/>
                <a:gd name="connsiteY2" fmla="*/ 69648 h 139296"/>
                <a:gd name="connsiteX3" fmla="*/ 69648 w 139296"/>
                <a:gd name="connsiteY3" fmla="*/ 0 h 139296"/>
                <a:gd name="connsiteX4" fmla="*/ 139296 w 139296"/>
                <a:gd name="connsiteY4" fmla="*/ 69648 h 139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96" h="139296">
                  <a:moveTo>
                    <a:pt x="139296" y="69648"/>
                  </a:moveTo>
                  <a:cubicBezTo>
                    <a:pt x="139296" y="108114"/>
                    <a:pt x="108114" y="139296"/>
                    <a:pt x="69648" y="139296"/>
                  </a:cubicBezTo>
                  <a:cubicBezTo>
                    <a:pt x="31183" y="139296"/>
                    <a:pt x="0" y="108114"/>
                    <a:pt x="0" y="69648"/>
                  </a:cubicBezTo>
                  <a:cubicBezTo>
                    <a:pt x="0" y="31183"/>
                    <a:pt x="31183" y="0"/>
                    <a:pt x="69648" y="0"/>
                  </a:cubicBezTo>
                  <a:cubicBezTo>
                    <a:pt x="108114" y="0"/>
                    <a:pt x="139296" y="31183"/>
                    <a:pt x="139296" y="6964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: фигура 87">
              <a:extLst>
                <a:ext uri="{FF2B5EF4-FFF2-40B4-BE49-F238E27FC236}">
                  <a16:creationId xmlns:a16="http://schemas.microsoft.com/office/drawing/2014/main" id="{09A7BE38-4979-0558-0C94-4328A1AFB23C}"/>
                </a:ext>
              </a:extLst>
            </p:cNvPr>
            <p:cNvSpPr/>
            <p:nvPr/>
          </p:nvSpPr>
          <p:spPr>
            <a:xfrm rot="10800000">
              <a:off x="15995490" y="8448192"/>
              <a:ext cx="114781" cy="114781"/>
            </a:xfrm>
            <a:custGeom>
              <a:avLst/>
              <a:gdLst>
                <a:gd name="connsiteX0" fmla="*/ 0 w 114781"/>
                <a:gd name="connsiteY0" fmla="*/ 57391 h 114781"/>
                <a:gd name="connsiteX1" fmla="*/ 57391 w 114781"/>
                <a:gd name="connsiteY1" fmla="*/ 0 h 114781"/>
                <a:gd name="connsiteX2" fmla="*/ 114781 w 114781"/>
                <a:gd name="connsiteY2" fmla="*/ 57391 h 114781"/>
                <a:gd name="connsiteX3" fmla="*/ 57391 w 114781"/>
                <a:gd name="connsiteY3" fmla="*/ 114781 h 114781"/>
                <a:gd name="connsiteX4" fmla="*/ 0 w 114781"/>
                <a:gd name="connsiteY4" fmla="*/ 57391 h 11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781" h="114781">
                  <a:moveTo>
                    <a:pt x="0" y="57391"/>
                  </a:moveTo>
                  <a:cubicBezTo>
                    <a:pt x="0" y="25732"/>
                    <a:pt x="25732" y="0"/>
                    <a:pt x="57391" y="0"/>
                  </a:cubicBezTo>
                  <a:cubicBezTo>
                    <a:pt x="89049" y="0"/>
                    <a:pt x="114781" y="25732"/>
                    <a:pt x="114781" y="57391"/>
                  </a:cubicBezTo>
                  <a:cubicBezTo>
                    <a:pt x="114781" y="89049"/>
                    <a:pt x="89049" y="114781"/>
                    <a:pt x="57391" y="114781"/>
                  </a:cubicBezTo>
                  <a:cubicBezTo>
                    <a:pt x="25732" y="114781"/>
                    <a:pt x="0" y="89049"/>
                    <a:pt x="0" y="57391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Полилиния: фигура 88">
              <a:extLst>
                <a:ext uri="{FF2B5EF4-FFF2-40B4-BE49-F238E27FC236}">
                  <a16:creationId xmlns:a16="http://schemas.microsoft.com/office/drawing/2014/main" id="{FBA00D0B-AD33-CEF3-D30B-989670ED8140}"/>
                </a:ext>
              </a:extLst>
            </p:cNvPr>
            <p:cNvSpPr/>
            <p:nvPr/>
          </p:nvSpPr>
          <p:spPr>
            <a:xfrm rot="10800000">
              <a:off x="16013592" y="7675488"/>
              <a:ext cx="78739" cy="78739"/>
            </a:xfrm>
            <a:custGeom>
              <a:avLst/>
              <a:gdLst>
                <a:gd name="connsiteX0" fmla="*/ 78740 w 78739"/>
                <a:gd name="connsiteY0" fmla="*/ 39370 h 78739"/>
                <a:gd name="connsiteX1" fmla="*/ 39370 w 78739"/>
                <a:gd name="connsiteY1" fmla="*/ 78740 h 78739"/>
                <a:gd name="connsiteX2" fmla="*/ 0 w 78739"/>
                <a:gd name="connsiteY2" fmla="*/ 39370 h 78739"/>
                <a:gd name="connsiteX3" fmla="*/ 39370 w 78739"/>
                <a:gd name="connsiteY3" fmla="*/ 0 h 78739"/>
                <a:gd name="connsiteX4" fmla="*/ 78740 w 78739"/>
                <a:gd name="connsiteY4" fmla="*/ 39370 h 7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739" h="78739">
                  <a:moveTo>
                    <a:pt x="78740" y="39370"/>
                  </a:moveTo>
                  <a:cubicBezTo>
                    <a:pt x="78740" y="61125"/>
                    <a:pt x="61125" y="78740"/>
                    <a:pt x="39370" y="78740"/>
                  </a:cubicBezTo>
                  <a:cubicBezTo>
                    <a:pt x="17615" y="78740"/>
                    <a:pt x="0" y="61125"/>
                    <a:pt x="0" y="39370"/>
                  </a:cubicBezTo>
                  <a:cubicBezTo>
                    <a:pt x="0" y="17615"/>
                    <a:pt x="17615" y="0"/>
                    <a:pt x="39370" y="0"/>
                  </a:cubicBezTo>
                  <a:cubicBezTo>
                    <a:pt x="61125" y="0"/>
                    <a:pt x="78740" y="17615"/>
                    <a:pt x="78740" y="3937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: фигура 89">
              <a:extLst>
                <a:ext uri="{FF2B5EF4-FFF2-40B4-BE49-F238E27FC236}">
                  <a16:creationId xmlns:a16="http://schemas.microsoft.com/office/drawing/2014/main" id="{CD99004E-3D1D-C476-FB96-4368AFC30A96}"/>
                </a:ext>
              </a:extLst>
            </p:cNvPr>
            <p:cNvSpPr/>
            <p:nvPr/>
          </p:nvSpPr>
          <p:spPr>
            <a:xfrm rot="10800000">
              <a:off x="14651070" y="7682631"/>
              <a:ext cx="64452" cy="64452"/>
            </a:xfrm>
            <a:custGeom>
              <a:avLst/>
              <a:gdLst>
                <a:gd name="connsiteX0" fmla="*/ 32226 w 64452"/>
                <a:gd name="connsiteY0" fmla="*/ 64453 h 64452"/>
                <a:gd name="connsiteX1" fmla="*/ 0 w 64452"/>
                <a:gd name="connsiteY1" fmla="*/ 32226 h 64452"/>
                <a:gd name="connsiteX2" fmla="*/ 32226 w 64452"/>
                <a:gd name="connsiteY2" fmla="*/ 0 h 64452"/>
                <a:gd name="connsiteX3" fmla="*/ 64453 w 64452"/>
                <a:gd name="connsiteY3" fmla="*/ 32226 h 64452"/>
                <a:gd name="connsiteX4" fmla="*/ 32226 w 64452"/>
                <a:gd name="connsiteY4" fmla="*/ 64453 h 64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52" h="64452">
                  <a:moveTo>
                    <a:pt x="32226" y="64453"/>
                  </a:moveTo>
                  <a:cubicBezTo>
                    <a:pt x="14449" y="64453"/>
                    <a:pt x="0" y="50004"/>
                    <a:pt x="0" y="32226"/>
                  </a:cubicBezTo>
                  <a:cubicBezTo>
                    <a:pt x="0" y="14449"/>
                    <a:pt x="14449" y="0"/>
                    <a:pt x="32226" y="0"/>
                  </a:cubicBezTo>
                  <a:cubicBezTo>
                    <a:pt x="50004" y="0"/>
                    <a:pt x="64453" y="14449"/>
                    <a:pt x="64453" y="32226"/>
                  </a:cubicBezTo>
                  <a:cubicBezTo>
                    <a:pt x="64453" y="50004"/>
                    <a:pt x="50004" y="64453"/>
                    <a:pt x="32226" y="6445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90">
              <a:extLst>
                <a:ext uri="{FF2B5EF4-FFF2-40B4-BE49-F238E27FC236}">
                  <a16:creationId xmlns:a16="http://schemas.microsoft.com/office/drawing/2014/main" id="{B50F0502-D449-3EAF-BCC5-63ECE70B49C1}"/>
                </a:ext>
              </a:extLst>
            </p:cNvPr>
            <p:cNvSpPr/>
            <p:nvPr/>
          </p:nvSpPr>
          <p:spPr>
            <a:xfrm rot="10800000">
              <a:off x="13944279" y="8846762"/>
              <a:ext cx="108449" cy="108449"/>
            </a:xfrm>
            <a:custGeom>
              <a:avLst/>
              <a:gdLst>
                <a:gd name="connsiteX0" fmla="*/ 0 w 108449"/>
                <a:gd name="connsiteY0" fmla="*/ 54225 h 108449"/>
                <a:gd name="connsiteX1" fmla="*/ 54225 w 108449"/>
                <a:gd name="connsiteY1" fmla="*/ 0 h 108449"/>
                <a:gd name="connsiteX2" fmla="*/ 108450 w 108449"/>
                <a:gd name="connsiteY2" fmla="*/ 54225 h 108449"/>
                <a:gd name="connsiteX3" fmla="*/ 54225 w 108449"/>
                <a:gd name="connsiteY3" fmla="*/ 108450 h 108449"/>
                <a:gd name="connsiteX4" fmla="*/ 0 w 108449"/>
                <a:gd name="connsiteY4" fmla="*/ 54225 h 108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449" h="108449">
                  <a:moveTo>
                    <a:pt x="0" y="54225"/>
                  </a:moveTo>
                  <a:cubicBezTo>
                    <a:pt x="0" y="24271"/>
                    <a:pt x="24271" y="0"/>
                    <a:pt x="54225" y="0"/>
                  </a:cubicBezTo>
                  <a:cubicBezTo>
                    <a:pt x="84178" y="0"/>
                    <a:pt x="108450" y="24271"/>
                    <a:pt x="108450" y="54225"/>
                  </a:cubicBezTo>
                  <a:cubicBezTo>
                    <a:pt x="108450" y="84179"/>
                    <a:pt x="84178" y="108450"/>
                    <a:pt x="54225" y="108450"/>
                  </a:cubicBezTo>
                  <a:cubicBezTo>
                    <a:pt x="24271" y="108450"/>
                    <a:pt x="0" y="84179"/>
                    <a:pt x="0" y="54225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91">
              <a:extLst>
                <a:ext uri="{FF2B5EF4-FFF2-40B4-BE49-F238E27FC236}">
                  <a16:creationId xmlns:a16="http://schemas.microsoft.com/office/drawing/2014/main" id="{B99547BB-9759-37B3-C4E1-8A2E979900E2}"/>
                </a:ext>
              </a:extLst>
            </p:cNvPr>
            <p:cNvSpPr/>
            <p:nvPr/>
          </p:nvSpPr>
          <p:spPr>
            <a:xfrm rot="10800000">
              <a:off x="14605206" y="8427493"/>
              <a:ext cx="156180" cy="156180"/>
            </a:xfrm>
            <a:custGeom>
              <a:avLst/>
              <a:gdLst>
                <a:gd name="connsiteX0" fmla="*/ 78090 w 156180"/>
                <a:gd name="connsiteY0" fmla="*/ 156181 h 156180"/>
                <a:gd name="connsiteX1" fmla="*/ 0 w 156180"/>
                <a:gd name="connsiteY1" fmla="*/ 78090 h 156180"/>
                <a:gd name="connsiteX2" fmla="*/ 78090 w 156180"/>
                <a:gd name="connsiteY2" fmla="*/ 0 h 156180"/>
                <a:gd name="connsiteX3" fmla="*/ 156181 w 156180"/>
                <a:gd name="connsiteY3" fmla="*/ 78090 h 156180"/>
                <a:gd name="connsiteX4" fmla="*/ 78090 w 156180"/>
                <a:gd name="connsiteY4" fmla="*/ 156181 h 156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180" h="156180">
                  <a:moveTo>
                    <a:pt x="78090" y="156181"/>
                  </a:moveTo>
                  <a:cubicBezTo>
                    <a:pt x="34905" y="156181"/>
                    <a:pt x="0" y="121194"/>
                    <a:pt x="0" y="78090"/>
                  </a:cubicBezTo>
                  <a:cubicBezTo>
                    <a:pt x="0" y="34986"/>
                    <a:pt x="34986" y="0"/>
                    <a:pt x="78090" y="0"/>
                  </a:cubicBezTo>
                  <a:cubicBezTo>
                    <a:pt x="121194" y="0"/>
                    <a:pt x="156181" y="34986"/>
                    <a:pt x="156181" y="78090"/>
                  </a:cubicBezTo>
                  <a:cubicBezTo>
                    <a:pt x="156181" y="121194"/>
                    <a:pt x="121194" y="156181"/>
                    <a:pt x="78090" y="156181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: фигура 92">
              <a:extLst>
                <a:ext uri="{FF2B5EF4-FFF2-40B4-BE49-F238E27FC236}">
                  <a16:creationId xmlns:a16="http://schemas.microsoft.com/office/drawing/2014/main" id="{2F664F87-D5C2-5664-1377-2EF80636A007}"/>
                </a:ext>
              </a:extLst>
            </p:cNvPr>
            <p:cNvSpPr/>
            <p:nvPr/>
          </p:nvSpPr>
          <p:spPr>
            <a:xfrm rot="10800000">
              <a:off x="11859867" y="8421404"/>
              <a:ext cx="168519" cy="168519"/>
            </a:xfrm>
            <a:custGeom>
              <a:avLst/>
              <a:gdLst>
                <a:gd name="connsiteX0" fmla="*/ 84260 w 168519"/>
                <a:gd name="connsiteY0" fmla="*/ 0 h 168519"/>
                <a:gd name="connsiteX1" fmla="*/ 168519 w 168519"/>
                <a:gd name="connsiteY1" fmla="*/ 84260 h 168519"/>
                <a:gd name="connsiteX2" fmla="*/ 84260 w 168519"/>
                <a:gd name="connsiteY2" fmla="*/ 168519 h 168519"/>
                <a:gd name="connsiteX3" fmla="*/ 0 w 168519"/>
                <a:gd name="connsiteY3" fmla="*/ 84260 h 168519"/>
                <a:gd name="connsiteX4" fmla="*/ 84260 w 168519"/>
                <a:gd name="connsiteY4" fmla="*/ 0 h 168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19" h="168519">
                  <a:moveTo>
                    <a:pt x="84260" y="0"/>
                  </a:moveTo>
                  <a:cubicBezTo>
                    <a:pt x="130854" y="0"/>
                    <a:pt x="168519" y="37746"/>
                    <a:pt x="168519" y="84260"/>
                  </a:cubicBezTo>
                  <a:cubicBezTo>
                    <a:pt x="168519" y="130773"/>
                    <a:pt x="130773" y="168519"/>
                    <a:pt x="84260" y="168519"/>
                  </a:cubicBezTo>
                  <a:cubicBezTo>
                    <a:pt x="37665" y="168519"/>
                    <a:pt x="0" y="130773"/>
                    <a:pt x="0" y="84260"/>
                  </a:cubicBezTo>
                  <a:cubicBezTo>
                    <a:pt x="0" y="37746"/>
                    <a:pt x="37746" y="0"/>
                    <a:pt x="84260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: фигура 93">
              <a:extLst>
                <a:ext uri="{FF2B5EF4-FFF2-40B4-BE49-F238E27FC236}">
                  <a16:creationId xmlns:a16="http://schemas.microsoft.com/office/drawing/2014/main" id="{43C2FF2F-C8EB-9A30-6A47-D5A3A07A5229}"/>
                </a:ext>
              </a:extLst>
            </p:cNvPr>
            <p:cNvSpPr/>
            <p:nvPr/>
          </p:nvSpPr>
          <p:spPr>
            <a:xfrm rot="10800000">
              <a:off x="15316299" y="8849116"/>
              <a:ext cx="103741" cy="103741"/>
            </a:xfrm>
            <a:custGeom>
              <a:avLst/>
              <a:gdLst>
                <a:gd name="connsiteX0" fmla="*/ 0 w 103741"/>
                <a:gd name="connsiteY0" fmla="*/ 51871 h 103741"/>
                <a:gd name="connsiteX1" fmla="*/ 51871 w 103741"/>
                <a:gd name="connsiteY1" fmla="*/ 0 h 103741"/>
                <a:gd name="connsiteX2" fmla="*/ 103742 w 103741"/>
                <a:gd name="connsiteY2" fmla="*/ 51871 h 103741"/>
                <a:gd name="connsiteX3" fmla="*/ 51871 w 103741"/>
                <a:gd name="connsiteY3" fmla="*/ 103742 h 103741"/>
                <a:gd name="connsiteX4" fmla="*/ 0 w 103741"/>
                <a:gd name="connsiteY4" fmla="*/ 51871 h 10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741" h="103741">
                  <a:moveTo>
                    <a:pt x="0" y="51871"/>
                  </a:moveTo>
                  <a:cubicBezTo>
                    <a:pt x="0" y="23216"/>
                    <a:pt x="23216" y="0"/>
                    <a:pt x="51871" y="0"/>
                  </a:cubicBezTo>
                  <a:cubicBezTo>
                    <a:pt x="80525" y="0"/>
                    <a:pt x="103742" y="23216"/>
                    <a:pt x="103742" y="51871"/>
                  </a:cubicBezTo>
                  <a:cubicBezTo>
                    <a:pt x="103742" y="80526"/>
                    <a:pt x="80525" y="103742"/>
                    <a:pt x="51871" y="103742"/>
                  </a:cubicBezTo>
                  <a:cubicBezTo>
                    <a:pt x="23216" y="103742"/>
                    <a:pt x="0" y="80526"/>
                    <a:pt x="0" y="51871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: фигура 94">
              <a:extLst>
                <a:ext uri="{FF2B5EF4-FFF2-40B4-BE49-F238E27FC236}">
                  <a16:creationId xmlns:a16="http://schemas.microsoft.com/office/drawing/2014/main" id="{2391E9B1-235D-25FA-47B4-3A20BCEA3032}"/>
                </a:ext>
              </a:extLst>
            </p:cNvPr>
            <p:cNvSpPr/>
            <p:nvPr/>
          </p:nvSpPr>
          <p:spPr>
            <a:xfrm rot="10800000">
              <a:off x="15283180" y="9606802"/>
              <a:ext cx="169817" cy="169818"/>
            </a:xfrm>
            <a:custGeom>
              <a:avLst/>
              <a:gdLst>
                <a:gd name="connsiteX0" fmla="*/ 84909 w 169817"/>
                <a:gd name="connsiteY0" fmla="*/ 0 h 169818"/>
                <a:gd name="connsiteX1" fmla="*/ 169818 w 169817"/>
                <a:gd name="connsiteY1" fmla="*/ 84909 h 169818"/>
                <a:gd name="connsiteX2" fmla="*/ 84909 w 169817"/>
                <a:gd name="connsiteY2" fmla="*/ 169818 h 169818"/>
                <a:gd name="connsiteX3" fmla="*/ 0 w 169817"/>
                <a:gd name="connsiteY3" fmla="*/ 84909 h 169818"/>
                <a:gd name="connsiteX4" fmla="*/ 84909 w 169817"/>
                <a:gd name="connsiteY4" fmla="*/ 0 h 169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17" h="169818">
                  <a:moveTo>
                    <a:pt x="84909" y="0"/>
                  </a:moveTo>
                  <a:cubicBezTo>
                    <a:pt x="131828" y="0"/>
                    <a:pt x="169818" y="38071"/>
                    <a:pt x="169818" y="84909"/>
                  </a:cubicBezTo>
                  <a:cubicBezTo>
                    <a:pt x="169818" y="131747"/>
                    <a:pt x="131747" y="169818"/>
                    <a:pt x="84909" y="169818"/>
                  </a:cubicBezTo>
                  <a:cubicBezTo>
                    <a:pt x="37990" y="169818"/>
                    <a:pt x="0" y="131747"/>
                    <a:pt x="0" y="84909"/>
                  </a:cubicBezTo>
                  <a:cubicBezTo>
                    <a:pt x="0" y="37990"/>
                    <a:pt x="38071" y="0"/>
                    <a:pt x="84909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: фигура 95">
              <a:extLst>
                <a:ext uri="{FF2B5EF4-FFF2-40B4-BE49-F238E27FC236}">
                  <a16:creationId xmlns:a16="http://schemas.microsoft.com/office/drawing/2014/main" id="{9DD55D51-DAFD-8A3D-9074-B7C3D0A9983E}"/>
                </a:ext>
              </a:extLst>
            </p:cNvPr>
            <p:cNvSpPr/>
            <p:nvPr/>
          </p:nvSpPr>
          <p:spPr>
            <a:xfrm rot="10800000">
              <a:off x="13224988" y="8416859"/>
              <a:ext cx="177448" cy="177448"/>
            </a:xfrm>
            <a:custGeom>
              <a:avLst/>
              <a:gdLst>
                <a:gd name="connsiteX0" fmla="*/ 177448 w 177448"/>
                <a:gd name="connsiteY0" fmla="*/ 88724 h 177448"/>
                <a:gd name="connsiteX1" fmla="*/ 88724 w 177448"/>
                <a:gd name="connsiteY1" fmla="*/ 177448 h 177448"/>
                <a:gd name="connsiteX2" fmla="*/ 0 w 177448"/>
                <a:gd name="connsiteY2" fmla="*/ 88724 h 177448"/>
                <a:gd name="connsiteX3" fmla="*/ 88724 w 177448"/>
                <a:gd name="connsiteY3" fmla="*/ 0 h 177448"/>
                <a:gd name="connsiteX4" fmla="*/ 177448 w 177448"/>
                <a:gd name="connsiteY4" fmla="*/ 88724 h 177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48" h="177448">
                  <a:moveTo>
                    <a:pt x="177448" y="88724"/>
                  </a:moveTo>
                  <a:cubicBezTo>
                    <a:pt x="177448" y="137725"/>
                    <a:pt x="137725" y="177448"/>
                    <a:pt x="88724" y="177448"/>
                  </a:cubicBezTo>
                  <a:cubicBezTo>
                    <a:pt x="39723" y="177448"/>
                    <a:pt x="0" y="137725"/>
                    <a:pt x="0" y="88724"/>
                  </a:cubicBezTo>
                  <a:cubicBezTo>
                    <a:pt x="0" y="39723"/>
                    <a:pt x="39723" y="0"/>
                    <a:pt x="88724" y="0"/>
                  </a:cubicBezTo>
                  <a:cubicBezTo>
                    <a:pt x="137725" y="0"/>
                    <a:pt x="177448" y="39723"/>
                    <a:pt x="177448" y="8872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: фигура 96">
              <a:extLst>
                <a:ext uri="{FF2B5EF4-FFF2-40B4-BE49-F238E27FC236}">
                  <a16:creationId xmlns:a16="http://schemas.microsoft.com/office/drawing/2014/main" id="{6B769DAC-F1B3-13F4-B592-D4276EA5F98E}"/>
                </a:ext>
              </a:extLst>
            </p:cNvPr>
            <p:cNvSpPr/>
            <p:nvPr/>
          </p:nvSpPr>
          <p:spPr>
            <a:xfrm rot="10800000">
              <a:off x="12596287" y="8868354"/>
              <a:ext cx="65264" cy="65264"/>
            </a:xfrm>
            <a:custGeom>
              <a:avLst/>
              <a:gdLst>
                <a:gd name="connsiteX0" fmla="*/ 65265 w 65264"/>
                <a:gd name="connsiteY0" fmla="*/ 32632 h 65264"/>
                <a:gd name="connsiteX1" fmla="*/ 32632 w 65264"/>
                <a:gd name="connsiteY1" fmla="*/ 65265 h 65264"/>
                <a:gd name="connsiteX2" fmla="*/ 0 w 65264"/>
                <a:gd name="connsiteY2" fmla="*/ 32632 h 65264"/>
                <a:gd name="connsiteX3" fmla="*/ 32632 w 65264"/>
                <a:gd name="connsiteY3" fmla="*/ 0 h 65264"/>
                <a:gd name="connsiteX4" fmla="*/ 65265 w 65264"/>
                <a:gd name="connsiteY4" fmla="*/ 32632 h 6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64" h="65264">
                  <a:moveTo>
                    <a:pt x="65265" y="32632"/>
                  </a:moveTo>
                  <a:cubicBezTo>
                    <a:pt x="65265" y="50655"/>
                    <a:pt x="50655" y="65265"/>
                    <a:pt x="32632" y="65265"/>
                  </a:cubicBezTo>
                  <a:cubicBezTo>
                    <a:pt x="14610" y="65265"/>
                    <a:pt x="0" y="50655"/>
                    <a:pt x="0" y="32632"/>
                  </a:cubicBezTo>
                  <a:cubicBezTo>
                    <a:pt x="0" y="14610"/>
                    <a:pt x="14610" y="0"/>
                    <a:pt x="32632" y="0"/>
                  </a:cubicBezTo>
                  <a:cubicBezTo>
                    <a:pt x="50655" y="0"/>
                    <a:pt x="65265" y="14610"/>
                    <a:pt x="65265" y="3263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97">
              <a:extLst>
                <a:ext uri="{FF2B5EF4-FFF2-40B4-BE49-F238E27FC236}">
                  <a16:creationId xmlns:a16="http://schemas.microsoft.com/office/drawing/2014/main" id="{35460651-F4FF-4179-B795-D4921C462F1B}"/>
                </a:ext>
              </a:extLst>
            </p:cNvPr>
            <p:cNvSpPr/>
            <p:nvPr/>
          </p:nvSpPr>
          <p:spPr>
            <a:xfrm rot="10800000">
              <a:off x="11878700" y="10021688"/>
              <a:ext cx="130854" cy="130854"/>
            </a:xfrm>
            <a:custGeom>
              <a:avLst/>
              <a:gdLst>
                <a:gd name="connsiteX0" fmla="*/ 65427 w 130854"/>
                <a:gd name="connsiteY0" fmla="*/ 0 h 130854"/>
                <a:gd name="connsiteX1" fmla="*/ 130854 w 130854"/>
                <a:gd name="connsiteY1" fmla="*/ 65427 h 130854"/>
                <a:gd name="connsiteX2" fmla="*/ 65427 w 130854"/>
                <a:gd name="connsiteY2" fmla="*/ 130854 h 130854"/>
                <a:gd name="connsiteX3" fmla="*/ 0 w 130854"/>
                <a:gd name="connsiteY3" fmla="*/ 65427 h 130854"/>
                <a:gd name="connsiteX4" fmla="*/ 65427 w 130854"/>
                <a:gd name="connsiteY4" fmla="*/ 0 h 130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854" h="130854">
                  <a:moveTo>
                    <a:pt x="65427" y="0"/>
                  </a:moveTo>
                  <a:cubicBezTo>
                    <a:pt x="101550" y="0"/>
                    <a:pt x="130854" y="29304"/>
                    <a:pt x="130854" y="65427"/>
                  </a:cubicBezTo>
                  <a:cubicBezTo>
                    <a:pt x="130854" y="101550"/>
                    <a:pt x="101550" y="130854"/>
                    <a:pt x="65427" y="130854"/>
                  </a:cubicBezTo>
                  <a:cubicBezTo>
                    <a:pt x="29304" y="130854"/>
                    <a:pt x="0" y="101550"/>
                    <a:pt x="0" y="65427"/>
                  </a:cubicBezTo>
                  <a:cubicBezTo>
                    <a:pt x="0" y="29304"/>
                    <a:pt x="29304" y="0"/>
                    <a:pt x="65427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98">
              <a:extLst>
                <a:ext uri="{FF2B5EF4-FFF2-40B4-BE49-F238E27FC236}">
                  <a16:creationId xmlns:a16="http://schemas.microsoft.com/office/drawing/2014/main" id="{A9242FA8-273F-A1DC-0B85-AECF0CF89786}"/>
                </a:ext>
              </a:extLst>
            </p:cNvPr>
            <p:cNvSpPr/>
            <p:nvPr/>
          </p:nvSpPr>
          <p:spPr>
            <a:xfrm rot="10800000">
              <a:off x="12528831" y="9591623"/>
              <a:ext cx="200177" cy="200177"/>
            </a:xfrm>
            <a:custGeom>
              <a:avLst/>
              <a:gdLst>
                <a:gd name="connsiteX0" fmla="*/ 200177 w 200177"/>
                <a:gd name="connsiteY0" fmla="*/ 100089 h 200177"/>
                <a:gd name="connsiteX1" fmla="*/ 100089 w 200177"/>
                <a:gd name="connsiteY1" fmla="*/ 200178 h 200177"/>
                <a:gd name="connsiteX2" fmla="*/ 0 w 200177"/>
                <a:gd name="connsiteY2" fmla="*/ 100089 h 200177"/>
                <a:gd name="connsiteX3" fmla="*/ 100089 w 200177"/>
                <a:gd name="connsiteY3" fmla="*/ 0 h 200177"/>
                <a:gd name="connsiteX4" fmla="*/ 200177 w 200177"/>
                <a:gd name="connsiteY4" fmla="*/ 100089 h 2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177" h="200177">
                  <a:moveTo>
                    <a:pt x="200177" y="100089"/>
                  </a:moveTo>
                  <a:cubicBezTo>
                    <a:pt x="200177" y="155366"/>
                    <a:pt x="155366" y="200178"/>
                    <a:pt x="100089" y="200178"/>
                  </a:cubicBezTo>
                  <a:cubicBezTo>
                    <a:pt x="44811" y="200178"/>
                    <a:pt x="0" y="155366"/>
                    <a:pt x="0" y="100089"/>
                  </a:cubicBezTo>
                  <a:cubicBezTo>
                    <a:pt x="0" y="44811"/>
                    <a:pt x="44811" y="0"/>
                    <a:pt x="100089" y="0"/>
                  </a:cubicBezTo>
                  <a:cubicBezTo>
                    <a:pt x="155366" y="0"/>
                    <a:pt x="200177" y="44811"/>
                    <a:pt x="200177" y="10008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99">
              <a:extLst>
                <a:ext uri="{FF2B5EF4-FFF2-40B4-BE49-F238E27FC236}">
                  <a16:creationId xmlns:a16="http://schemas.microsoft.com/office/drawing/2014/main" id="{2E855A61-433B-31B3-4188-61040B5F029A}"/>
                </a:ext>
              </a:extLst>
            </p:cNvPr>
            <p:cNvSpPr/>
            <p:nvPr/>
          </p:nvSpPr>
          <p:spPr>
            <a:xfrm rot="10800000">
              <a:off x="17409396" y="10073965"/>
              <a:ext cx="26138" cy="26138"/>
            </a:xfrm>
            <a:custGeom>
              <a:avLst/>
              <a:gdLst>
                <a:gd name="connsiteX0" fmla="*/ 26138 w 26138"/>
                <a:gd name="connsiteY0" fmla="*/ 13069 h 26138"/>
                <a:gd name="connsiteX1" fmla="*/ 13069 w 26138"/>
                <a:gd name="connsiteY1" fmla="*/ 26138 h 26138"/>
                <a:gd name="connsiteX2" fmla="*/ 0 w 26138"/>
                <a:gd name="connsiteY2" fmla="*/ 13069 h 26138"/>
                <a:gd name="connsiteX3" fmla="*/ 13069 w 26138"/>
                <a:gd name="connsiteY3" fmla="*/ 0 h 26138"/>
                <a:gd name="connsiteX4" fmla="*/ 26138 w 26138"/>
                <a:gd name="connsiteY4" fmla="*/ 13069 h 2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38" h="26138">
                  <a:moveTo>
                    <a:pt x="26138" y="13069"/>
                  </a:moveTo>
                  <a:cubicBezTo>
                    <a:pt x="26138" y="20294"/>
                    <a:pt x="20294" y="26138"/>
                    <a:pt x="13069" y="26138"/>
                  </a:cubicBezTo>
                  <a:cubicBezTo>
                    <a:pt x="5845" y="26138"/>
                    <a:pt x="0" y="20294"/>
                    <a:pt x="0" y="13069"/>
                  </a:cubicBezTo>
                  <a:cubicBezTo>
                    <a:pt x="0" y="5845"/>
                    <a:pt x="5845" y="0"/>
                    <a:pt x="13069" y="0"/>
                  </a:cubicBezTo>
                  <a:cubicBezTo>
                    <a:pt x="20294" y="0"/>
                    <a:pt x="26138" y="5845"/>
                    <a:pt x="26138" y="1306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100">
              <a:extLst>
                <a:ext uri="{FF2B5EF4-FFF2-40B4-BE49-F238E27FC236}">
                  <a16:creationId xmlns:a16="http://schemas.microsoft.com/office/drawing/2014/main" id="{6A620B5F-8036-431B-8E8E-0F2492B20C42}"/>
                </a:ext>
              </a:extLst>
            </p:cNvPr>
            <p:cNvSpPr/>
            <p:nvPr/>
          </p:nvSpPr>
          <p:spPr>
            <a:xfrm rot="10800000">
              <a:off x="16694975" y="9649013"/>
              <a:ext cx="85396" cy="85396"/>
            </a:xfrm>
            <a:custGeom>
              <a:avLst/>
              <a:gdLst>
                <a:gd name="connsiteX0" fmla="*/ 42698 w 85396"/>
                <a:gd name="connsiteY0" fmla="*/ 85396 h 85396"/>
                <a:gd name="connsiteX1" fmla="*/ 0 w 85396"/>
                <a:gd name="connsiteY1" fmla="*/ 42698 h 85396"/>
                <a:gd name="connsiteX2" fmla="*/ 42698 w 85396"/>
                <a:gd name="connsiteY2" fmla="*/ 0 h 85396"/>
                <a:gd name="connsiteX3" fmla="*/ 85396 w 85396"/>
                <a:gd name="connsiteY3" fmla="*/ 42698 h 85396"/>
                <a:gd name="connsiteX4" fmla="*/ 42698 w 85396"/>
                <a:gd name="connsiteY4" fmla="*/ 85396 h 85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396" h="85396">
                  <a:moveTo>
                    <a:pt x="42698" y="85396"/>
                  </a:moveTo>
                  <a:cubicBezTo>
                    <a:pt x="19157" y="85396"/>
                    <a:pt x="0" y="66320"/>
                    <a:pt x="0" y="42698"/>
                  </a:cubicBezTo>
                  <a:cubicBezTo>
                    <a:pt x="0" y="19157"/>
                    <a:pt x="19076" y="0"/>
                    <a:pt x="42698" y="0"/>
                  </a:cubicBezTo>
                  <a:cubicBezTo>
                    <a:pt x="66320" y="0"/>
                    <a:pt x="85396" y="19076"/>
                    <a:pt x="85396" y="42698"/>
                  </a:cubicBezTo>
                  <a:cubicBezTo>
                    <a:pt x="85396" y="66320"/>
                    <a:pt x="66320" y="85396"/>
                    <a:pt x="42698" y="8539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101">
              <a:extLst>
                <a:ext uri="{FF2B5EF4-FFF2-40B4-BE49-F238E27FC236}">
                  <a16:creationId xmlns:a16="http://schemas.microsoft.com/office/drawing/2014/main" id="{9E73F787-1F95-BC07-60B4-5AF54168052D}"/>
                </a:ext>
              </a:extLst>
            </p:cNvPr>
            <p:cNvSpPr/>
            <p:nvPr/>
          </p:nvSpPr>
          <p:spPr>
            <a:xfrm rot="10800000">
              <a:off x="15943944" y="9978098"/>
              <a:ext cx="217873" cy="217873"/>
            </a:xfrm>
            <a:custGeom>
              <a:avLst/>
              <a:gdLst>
                <a:gd name="connsiteX0" fmla="*/ 108937 w 217873"/>
                <a:gd name="connsiteY0" fmla="*/ 217874 h 217873"/>
                <a:gd name="connsiteX1" fmla="*/ 0 w 217873"/>
                <a:gd name="connsiteY1" fmla="*/ 108937 h 217873"/>
                <a:gd name="connsiteX2" fmla="*/ 108937 w 217873"/>
                <a:gd name="connsiteY2" fmla="*/ 0 h 217873"/>
                <a:gd name="connsiteX3" fmla="*/ 217874 w 217873"/>
                <a:gd name="connsiteY3" fmla="*/ 108937 h 217873"/>
                <a:gd name="connsiteX4" fmla="*/ 108937 w 217873"/>
                <a:gd name="connsiteY4" fmla="*/ 217874 h 21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873" h="217873">
                  <a:moveTo>
                    <a:pt x="108937" y="217874"/>
                  </a:moveTo>
                  <a:cubicBezTo>
                    <a:pt x="48786" y="217874"/>
                    <a:pt x="0" y="169088"/>
                    <a:pt x="0" y="108937"/>
                  </a:cubicBezTo>
                  <a:cubicBezTo>
                    <a:pt x="0" y="48786"/>
                    <a:pt x="48786" y="0"/>
                    <a:pt x="108937" y="0"/>
                  </a:cubicBezTo>
                  <a:cubicBezTo>
                    <a:pt x="169087" y="0"/>
                    <a:pt x="217874" y="48786"/>
                    <a:pt x="217874" y="108937"/>
                  </a:cubicBezTo>
                  <a:cubicBezTo>
                    <a:pt x="217874" y="169088"/>
                    <a:pt x="169087" y="217874"/>
                    <a:pt x="108937" y="21787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102">
              <a:extLst>
                <a:ext uri="{FF2B5EF4-FFF2-40B4-BE49-F238E27FC236}">
                  <a16:creationId xmlns:a16="http://schemas.microsoft.com/office/drawing/2014/main" id="{DDD09AD0-7B22-9C1A-8217-D3269830F75E}"/>
                </a:ext>
              </a:extLst>
            </p:cNvPr>
            <p:cNvSpPr/>
            <p:nvPr/>
          </p:nvSpPr>
          <p:spPr>
            <a:xfrm rot="10800000">
              <a:off x="14617464" y="10021283"/>
              <a:ext cx="131665" cy="131665"/>
            </a:xfrm>
            <a:custGeom>
              <a:avLst/>
              <a:gdLst>
                <a:gd name="connsiteX0" fmla="*/ 65833 w 131665"/>
                <a:gd name="connsiteY0" fmla="*/ 131666 h 131665"/>
                <a:gd name="connsiteX1" fmla="*/ 0 w 131665"/>
                <a:gd name="connsiteY1" fmla="*/ 65833 h 131665"/>
                <a:gd name="connsiteX2" fmla="*/ 65833 w 131665"/>
                <a:gd name="connsiteY2" fmla="*/ 0 h 131665"/>
                <a:gd name="connsiteX3" fmla="*/ 131666 w 131665"/>
                <a:gd name="connsiteY3" fmla="*/ 65833 h 131665"/>
                <a:gd name="connsiteX4" fmla="*/ 65833 w 131665"/>
                <a:gd name="connsiteY4" fmla="*/ 131666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665" h="131665">
                  <a:moveTo>
                    <a:pt x="65833" y="131666"/>
                  </a:moveTo>
                  <a:cubicBezTo>
                    <a:pt x="29467" y="131666"/>
                    <a:pt x="0" y="102199"/>
                    <a:pt x="0" y="65833"/>
                  </a:cubicBezTo>
                  <a:cubicBezTo>
                    <a:pt x="0" y="29467"/>
                    <a:pt x="29467" y="0"/>
                    <a:pt x="65833" y="0"/>
                  </a:cubicBezTo>
                  <a:cubicBezTo>
                    <a:pt x="102199" y="0"/>
                    <a:pt x="131666" y="29467"/>
                    <a:pt x="131666" y="65833"/>
                  </a:cubicBezTo>
                  <a:cubicBezTo>
                    <a:pt x="131666" y="102199"/>
                    <a:pt x="102199" y="131666"/>
                    <a:pt x="65833" y="13166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103">
              <a:extLst>
                <a:ext uri="{FF2B5EF4-FFF2-40B4-BE49-F238E27FC236}">
                  <a16:creationId xmlns:a16="http://schemas.microsoft.com/office/drawing/2014/main" id="{8F0D75A2-9478-78A8-8341-74FE38CD0167}"/>
                </a:ext>
              </a:extLst>
            </p:cNvPr>
            <p:cNvSpPr/>
            <p:nvPr/>
          </p:nvSpPr>
          <p:spPr>
            <a:xfrm rot="10800000">
              <a:off x="13923580" y="9616787"/>
              <a:ext cx="149848" cy="149849"/>
            </a:xfrm>
            <a:custGeom>
              <a:avLst/>
              <a:gdLst>
                <a:gd name="connsiteX0" fmla="*/ 74924 w 149848"/>
                <a:gd name="connsiteY0" fmla="*/ 0 h 149849"/>
                <a:gd name="connsiteX1" fmla="*/ 149849 w 149848"/>
                <a:gd name="connsiteY1" fmla="*/ 74925 h 149849"/>
                <a:gd name="connsiteX2" fmla="*/ 74924 w 149848"/>
                <a:gd name="connsiteY2" fmla="*/ 149849 h 149849"/>
                <a:gd name="connsiteX3" fmla="*/ 0 w 149848"/>
                <a:gd name="connsiteY3" fmla="*/ 74925 h 149849"/>
                <a:gd name="connsiteX4" fmla="*/ 74924 w 149848"/>
                <a:gd name="connsiteY4" fmla="*/ 0 h 14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848" h="149849">
                  <a:moveTo>
                    <a:pt x="74924" y="0"/>
                  </a:moveTo>
                  <a:cubicBezTo>
                    <a:pt x="116323" y="0"/>
                    <a:pt x="149849" y="33525"/>
                    <a:pt x="149849" y="74925"/>
                  </a:cubicBezTo>
                  <a:cubicBezTo>
                    <a:pt x="149849" y="116324"/>
                    <a:pt x="116323" y="149849"/>
                    <a:pt x="74924" y="149849"/>
                  </a:cubicBezTo>
                  <a:cubicBezTo>
                    <a:pt x="33525" y="149849"/>
                    <a:pt x="0" y="116324"/>
                    <a:pt x="0" y="74925"/>
                  </a:cubicBezTo>
                  <a:cubicBezTo>
                    <a:pt x="0" y="33525"/>
                    <a:pt x="33525" y="0"/>
                    <a:pt x="74924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104">
              <a:extLst>
                <a:ext uri="{FF2B5EF4-FFF2-40B4-BE49-F238E27FC236}">
                  <a16:creationId xmlns:a16="http://schemas.microsoft.com/office/drawing/2014/main" id="{4F61A05F-E370-49CB-14A0-C76C964B74CA}"/>
                </a:ext>
              </a:extLst>
            </p:cNvPr>
            <p:cNvSpPr/>
            <p:nvPr/>
          </p:nvSpPr>
          <p:spPr>
            <a:xfrm rot="10800000">
              <a:off x="13228072" y="10001394"/>
              <a:ext cx="171279" cy="171279"/>
            </a:xfrm>
            <a:custGeom>
              <a:avLst/>
              <a:gdLst>
                <a:gd name="connsiteX0" fmla="*/ 171279 w 171279"/>
                <a:gd name="connsiteY0" fmla="*/ 85640 h 171279"/>
                <a:gd name="connsiteX1" fmla="*/ 85640 w 171279"/>
                <a:gd name="connsiteY1" fmla="*/ 171279 h 171279"/>
                <a:gd name="connsiteX2" fmla="*/ 0 w 171279"/>
                <a:gd name="connsiteY2" fmla="*/ 85640 h 171279"/>
                <a:gd name="connsiteX3" fmla="*/ 85640 w 171279"/>
                <a:gd name="connsiteY3" fmla="*/ 0 h 171279"/>
                <a:gd name="connsiteX4" fmla="*/ 171279 w 171279"/>
                <a:gd name="connsiteY4" fmla="*/ 85640 h 171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279" h="171279">
                  <a:moveTo>
                    <a:pt x="171279" y="85640"/>
                  </a:moveTo>
                  <a:cubicBezTo>
                    <a:pt x="171279" y="132965"/>
                    <a:pt x="132883" y="171279"/>
                    <a:pt x="85640" y="171279"/>
                  </a:cubicBezTo>
                  <a:cubicBezTo>
                    <a:pt x="38396" y="171279"/>
                    <a:pt x="0" y="132883"/>
                    <a:pt x="0" y="85640"/>
                  </a:cubicBezTo>
                  <a:cubicBezTo>
                    <a:pt x="0" y="38315"/>
                    <a:pt x="38396" y="0"/>
                    <a:pt x="85640" y="0"/>
                  </a:cubicBezTo>
                  <a:cubicBezTo>
                    <a:pt x="132965" y="0"/>
                    <a:pt x="171279" y="38396"/>
                    <a:pt x="171279" y="8564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: фигура 105">
              <a:extLst>
                <a:ext uri="{FF2B5EF4-FFF2-40B4-BE49-F238E27FC236}">
                  <a16:creationId xmlns:a16="http://schemas.microsoft.com/office/drawing/2014/main" id="{2323FFD8-04E3-B4A3-CA90-68A9D2AAD8E8}"/>
                </a:ext>
              </a:extLst>
            </p:cNvPr>
            <p:cNvSpPr/>
            <p:nvPr/>
          </p:nvSpPr>
          <p:spPr>
            <a:xfrm rot="10800000">
              <a:off x="17322782" y="3844433"/>
              <a:ext cx="956728" cy="1938621"/>
            </a:xfrm>
            <a:custGeom>
              <a:avLst/>
              <a:gdLst>
                <a:gd name="connsiteX0" fmla="*/ 119084 w 956728"/>
                <a:gd name="connsiteY0" fmla="*/ 1937566 h 1938621"/>
                <a:gd name="connsiteX1" fmla="*/ 117298 w 956728"/>
                <a:gd name="connsiteY1" fmla="*/ 1938621 h 1938621"/>
                <a:gd name="connsiteX2" fmla="*/ 0 w 956728"/>
                <a:gd name="connsiteY2" fmla="*/ 1870841 h 1938621"/>
                <a:gd name="connsiteX3" fmla="*/ 0 w 956728"/>
                <a:gd name="connsiteY3" fmla="*/ 1862479 h 1938621"/>
                <a:gd name="connsiteX4" fmla="*/ 117298 w 956728"/>
                <a:gd name="connsiteY4" fmla="*/ 1930179 h 1938621"/>
                <a:gd name="connsiteX5" fmla="*/ 949423 w 956728"/>
                <a:gd name="connsiteY5" fmla="*/ 1449705 h 1938621"/>
                <a:gd name="connsiteX6" fmla="*/ 949423 w 956728"/>
                <a:gd name="connsiteY6" fmla="*/ 488836 h 1938621"/>
                <a:gd name="connsiteX7" fmla="*/ 117298 w 956728"/>
                <a:gd name="connsiteY7" fmla="*/ 8361 h 1938621"/>
                <a:gd name="connsiteX8" fmla="*/ 0 w 956728"/>
                <a:gd name="connsiteY8" fmla="*/ 76061 h 1938621"/>
                <a:gd name="connsiteX9" fmla="*/ 0 w 956728"/>
                <a:gd name="connsiteY9" fmla="*/ 67700 h 1938621"/>
                <a:gd name="connsiteX10" fmla="*/ 115512 w 956728"/>
                <a:gd name="connsiteY10" fmla="*/ 974 h 1938621"/>
                <a:gd name="connsiteX11" fmla="*/ 117298 w 956728"/>
                <a:gd name="connsiteY11" fmla="*/ 0 h 1938621"/>
                <a:gd name="connsiteX12" fmla="*/ 954861 w 956728"/>
                <a:gd name="connsiteY12" fmla="*/ 483560 h 1938621"/>
                <a:gd name="connsiteX13" fmla="*/ 956729 w 956728"/>
                <a:gd name="connsiteY13" fmla="*/ 484615 h 1938621"/>
                <a:gd name="connsiteX14" fmla="*/ 956729 w 956728"/>
                <a:gd name="connsiteY14" fmla="*/ 1453926 h 1938621"/>
                <a:gd name="connsiteX15" fmla="*/ 119084 w 956728"/>
                <a:gd name="connsiteY15" fmla="*/ 1937566 h 193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6728" h="1938621">
                  <a:moveTo>
                    <a:pt x="119084" y="1937566"/>
                  </a:moveTo>
                  <a:lnTo>
                    <a:pt x="117298" y="1938621"/>
                  </a:lnTo>
                  <a:lnTo>
                    <a:pt x="0" y="1870841"/>
                  </a:lnTo>
                  <a:lnTo>
                    <a:pt x="0" y="1862479"/>
                  </a:lnTo>
                  <a:lnTo>
                    <a:pt x="117298" y="1930179"/>
                  </a:lnTo>
                  <a:lnTo>
                    <a:pt x="949423" y="1449705"/>
                  </a:lnTo>
                  <a:lnTo>
                    <a:pt x="949423" y="488836"/>
                  </a:lnTo>
                  <a:lnTo>
                    <a:pt x="117298" y="8361"/>
                  </a:lnTo>
                  <a:lnTo>
                    <a:pt x="0" y="76061"/>
                  </a:lnTo>
                  <a:lnTo>
                    <a:pt x="0" y="67700"/>
                  </a:lnTo>
                  <a:lnTo>
                    <a:pt x="115512" y="974"/>
                  </a:lnTo>
                  <a:lnTo>
                    <a:pt x="117298" y="0"/>
                  </a:lnTo>
                  <a:lnTo>
                    <a:pt x="954861" y="483560"/>
                  </a:lnTo>
                  <a:lnTo>
                    <a:pt x="956729" y="484615"/>
                  </a:lnTo>
                  <a:lnTo>
                    <a:pt x="956729" y="1453926"/>
                  </a:lnTo>
                  <a:lnTo>
                    <a:pt x="119084" y="193756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: фигура 106">
              <a:extLst>
                <a:ext uri="{FF2B5EF4-FFF2-40B4-BE49-F238E27FC236}">
                  <a16:creationId xmlns:a16="http://schemas.microsoft.com/office/drawing/2014/main" id="{F3DB4F5D-EF91-96BC-96C6-1E1452995FCA}"/>
                </a:ext>
              </a:extLst>
            </p:cNvPr>
            <p:cNvSpPr/>
            <p:nvPr/>
          </p:nvSpPr>
          <p:spPr>
            <a:xfrm rot="10800000">
              <a:off x="18158560" y="5706994"/>
              <a:ext cx="120950" cy="1108931"/>
            </a:xfrm>
            <a:custGeom>
              <a:avLst/>
              <a:gdLst>
                <a:gd name="connsiteX0" fmla="*/ 0 w 120950"/>
                <a:gd name="connsiteY0" fmla="*/ 1108932 h 1108931"/>
                <a:gd name="connsiteX1" fmla="*/ 0 w 120950"/>
                <a:gd name="connsiteY1" fmla="*/ 1100571 h 1108931"/>
                <a:gd name="connsiteX2" fmla="*/ 113645 w 120950"/>
                <a:gd name="connsiteY2" fmla="*/ 1034900 h 1108931"/>
                <a:gd name="connsiteX3" fmla="*/ 113645 w 120950"/>
                <a:gd name="connsiteY3" fmla="*/ 74032 h 1108931"/>
                <a:gd name="connsiteX4" fmla="*/ 0 w 120950"/>
                <a:gd name="connsiteY4" fmla="*/ 8361 h 1108931"/>
                <a:gd name="connsiteX5" fmla="*/ 0 w 120950"/>
                <a:gd name="connsiteY5" fmla="*/ 0 h 1108931"/>
                <a:gd name="connsiteX6" fmla="*/ 119084 w 120950"/>
                <a:gd name="connsiteY6" fmla="*/ 68755 h 1108931"/>
                <a:gd name="connsiteX7" fmla="*/ 120951 w 120950"/>
                <a:gd name="connsiteY7" fmla="*/ 69811 h 1108931"/>
                <a:gd name="connsiteX8" fmla="*/ 120951 w 120950"/>
                <a:gd name="connsiteY8" fmla="*/ 1039121 h 1108931"/>
                <a:gd name="connsiteX9" fmla="*/ 0 w 120950"/>
                <a:gd name="connsiteY9" fmla="*/ 1108932 h 110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950" h="1108931">
                  <a:moveTo>
                    <a:pt x="0" y="1108932"/>
                  </a:moveTo>
                  <a:lnTo>
                    <a:pt x="0" y="1100571"/>
                  </a:lnTo>
                  <a:lnTo>
                    <a:pt x="113645" y="1034900"/>
                  </a:lnTo>
                  <a:lnTo>
                    <a:pt x="113645" y="74032"/>
                  </a:lnTo>
                  <a:lnTo>
                    <a:pt x="0" y="8361"/>
                  </a:lnTo>
                  <a:lnTo>
                    <a:pt x="0" y="0"/>
                  </a:lnTo>
                  <a:lnTo>
                    <a:pt x="119084" y="68755"/>
                  </a:lnTo>
                  <a:lnTo>
                    <a:pt x="120951" y="69811"/>
                  </a:lnTo>
                  <a:lnTo>
                    <a:pt x="120951" y="1039121"/>
                  </a:lnTo>
                  <a:lnTo>
                    <a:pt x="0" y="1108932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107">
              <a:extLst>
                <a:ext uri="{FF2B5EF4-FFF2-40B4-BE49-F238E27FC236}">
                  <a16:creationId xmlns:a16="http://schemas.microsoft.com/office/drawing/2014/main" id="{3BE63E78-76B7-FA25-C07C-AFA1E8C070BD}"/>
                </a:ext>
              </a:extLst>
            </p:cNvPr>
            <p:cNvSpPr/>
            <p:nvPr/>
          </p:nvSpPr>
          <p:spPr>
            <a:xfrm rot="10800000">
              <a:off x="16487004" y="5292108"/>
              <a:ext cx="1678780" cy="1938702"/>
            </a:xfrm>
            <a:custGeom>
              <a:avLst/>
              <a:gdLst>
                <a:gd name="connsiteX0" fmla="*/ 1676994 w 1678780"/>
                <a:gd name="connsiteY0" fmla="*/ 483641 h 1938702"/>
                <a:gd name="connsiteX1" fmla="*/ 1678780 w 1678780"/>
                <a:gd name="connsiteY1" fmla="*/ 484696 h 1938702"/>
                <a:gd name="connsiteX2" fmla="*/ 1678780 w 1678780"/>
                <a:gd name="connsiteY2" fmla="*/ 1454007 h 1938702"/>
                <a:gd name="connsiteX3" fmla="*/ 841135 w 1678780"/>
                <a:gd name="connsiteY3" fmla="*/ 1937647 h 1938702"/>
                <a:gd name="connsiteX4" fmla="*/ 839350 w 1678780"/>
                <a:gd name="connsiteY4" fmla="*/ 1938703 h 1938702"/>
                <a:gd name="connsiteX5" fmla="*/ 1786 w 1678780"/>
                <a:gd name="connsiteY5" fmla="*/ 1455062 h 1938702"/>
                <a:gd name="connsiteX6" fmla="*/ 0 w 1678780"/>
                <a:gd name="connsiteY6" fmla="*/ 1454007 h 1938702"/>
                <a:gd name="connsiteX7" fmla="*/ 0 w 1678780"/>
                <a:gd name="connsiteY7" fmla="*/ 484696 h 1938702"/>
                <a:gd name="connsiteX8" fmla="*/ 837564 w 1678780"/>
                <a:gd name="connsiteY8" fmla="*/ 1055 h 1938702"/>
                <a:gd name="connsiteX9" fmla="*/ 839350 w 1678780"/>
                <a:gd name="connsiteY9" fmla="*/ 0 h 1938702"/>
                <a:gd name="connsiteX10" fmla="*/ 1676994 w 1678780"/>
                <a:gd name="connsiteY10" fmla="*/ 483641 h 1938702"/>
                <a:gd name="connsiteX11" fmla="*/ 7225 w 1678780"/>
                <a:gd name="connsiteY11" fmla="*/ 1449785 h 1938702"/>
                <a:gd name="connsiteX12" fmla="*/ 839350 w 1678780"/>
                <a:gd name="connsiteY12" fmla="*/ 1930260 h 1938702"/>
                <a:gd name="connsiteX13" fmla="*/ 1671556 w 1678780"/>
                <a:gd name="connsiteY13" fmla="*/ 1449785 h 1938702"/>
                <a:gd name="connsiteX14" fmla="*/ 1671556 w 1678780"/>
                <a:gd name="connsiteY14" fmla="*/ 488836 h 1938702"/>
                <a:gd name="connsiteX15" fmla="*/ 839350 w 1678780"/>
                <a:gd name="connsiteY15" fmla="*/ 8361 h 1938702"/>
                <a:gd name="connsiteX16" fmla="*/ 7225 w 1678780"/>
                <a:gd name="connsiteY16" fmla="*/ 488836 h 1938702"/>
                <a:gd name="connsiteX17" fmla="*/ 7225 w 1678780"/>
                <a:gd name="connsiteY17" fmla="*/ 1449785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780" h="1938702">
                  <a:moveTo>
                    <a:pt x="1676994" y="483641"/>
                  </a:moveTo>
                  <a:lnTo>
                    <a:pt x="1678780" y="484696"/>
                  </a:lnTo>
                  <a:lnTo>
                    <a:pt x="1678780" y="1454007"/>
                  </a:lnTo>
                  <a:cubicBezTo>
                    <a:pt x="1678780" y="1454007"/>
                    <a:pt x="841135" y="1937647"/>
                    <a:pt x="841135" y="1937647"/>
                  </a:cubicBezTo>
                  <a:lnTo>
                    <a:pt x="839350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564" y="1055"/>
                    <a:pt x="837564" y="1055"/>
                  </a:cubicBezTo>
                  <a:lnTo>
                    <a:pt x="839350" y="0"/>
                  </a:lnTo>
                  <a:lnTo>
                    <a:pt x="1676994" y="483641"/>
                  </a:lnTo>
                  <a:close/>
                  <a:moveTo>
                    <a:pt x="7225" y="1449785"/>
                  </a:moveTo>
                  <a:lnTo>
                    <a:pt x="839350" y="1930260"/>
                  </a:lnTo>
                  <a:lnTo>
                    <a:pt x="1671556" y="1449785"/>
                  </a:lnTo>
                  <a:lnTo>
                    <a:pt x="1671556" y="488836"/>
                  </a:lnTo>
                  <a:cubicBezTo>
                    <a:pt x="1671556" y="488836"/>
                    <a:pt x="839350" y="8361"/>
                    <a:pt x="839350" y="8361"/>
                  </a:cubicBezTo>
                  <a:lnTo>
                    <a:pt x="7225" y="488836"/>
                  </a:lnTo>
                  <a:lnTo>
                    <a:pt x="7225" y="144978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Полилиния: фигура 108">
              <a:extLst>
                <a:ext uri="{FF2B5EF4-FFF2-40B4-BE49-F238E27FC236}">
                  <a16:creationId xmlns:a16="http://schemas.microsoft.com/office/drawing/2014/main" id="{A4993987-4789-3C1E-85D4-250D21E3650D}"/>
                </a:ext>
              </a:extLst>
            </p:cNvPr>
            <p:cNvSpPr/>
            <p:nvPr/>
          </p:nvSpPr>
          <p:spPr>
            <a:xfrm rot="10800000">
              <a:off x="14815368" y="5292108"/>
              <a:ext cx="1678861" cy="1938702"/>
            </a:xfrm>
            <a:custGeom>
              <a:avLst/>
              <a:gdLst>
                <a:gd name="connsiteX0" fmla="*/ 1677076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7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6 w 1678861"/>
                <a:gd name="connsiteY10" fmla="*/ 483641 h 1938702"/>
                <a:gd name="connsiteX11" fmla="*/ 7225 w 1678861"/>
                <a:gd name="connsiteY11" fmla="*/ 1449785 h 1938702"/>
                <a:gd name="connsiteX12" fmla="*/ 839431 w 1678861"/>
                <a:gd name="connsiteY12" fmla="*/ 1930260 h 1938702"/>
                <a:gd name="connsiteX13" fmla="*/ 1671637 w 1678861"/>
                <a:gd name="connsiteY13" fmla="*/ 1449785 h 1938702"/>
                <a:gd name="connsiteX14" fmla="*/ 1671637 w 1678861"/>
                <a:gd name="connsiteY14" fmla="*/ 488836 h 1938702"/>
                <a:gd name="connsiteX15" fmla="*/ 839431 w 1678861"/>
                <a:gd name="connsiteY15" fmla="*/ 8361 h 1938702"/>
                <a:gd name="connsiteX16" fmla="*/ 7225 w 1678861"/>
                <a:gd name="connsiteY16" fmla="*/ 488836 h 1938702"/>
                <a:gd name="connsiteX17" fmla="*/ 7225 w 1678861"/>
                <a:gd name="connsiteY17" fmla="*/ 1449785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6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7" y="1937647"/>
                    <a:pt x="841217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6" y="483641"/>
                  </a:lnTo>
                  <a:close/>
                  <a:moveTo>
                    <a:pt x="7225" y="1449785"/>
                  </a:moveTo>
                  <a:lnTo>
                    <a:pt x="839431" y="1930260"/>
                  </a:lnTo>
                  <a:lnTo>
                    <a:pt x="1671637" y="1449785"/>
                  </a:lnTo>
                  <a:lnTo>
                    <a:pt x="1671637" y="488836"/>
                  </a:lnTo>
                  <a:cubicBezTo>
                    <a:pt x="1671637" y="488836"/>
                    <a:pt x="839431" y="8361"/>
                    <a:pt x="839431" y="8361"/>
                  </a:cubicBezTo>
                  <a:lnTo>
                    <a:pt x="7225" y="488836"/>
                  </a:lnTo>
                  <a:lnTo>
                    <a:pt x="7225" y="144978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: фигура 109">
              <a:extLst>
                <a:ext uri="{FF2B5EF4-FFF2-40B4-BE49-F238E27FC236}">
                  <a16:creationId xmlns:a16="http://schemas.microsoft.com/office/drawing/2014/main" id="{68A37ADB-07F2-DB6F-947F-413EE54A7122}"/>
                </a:ext>
              </a:extLst>
            </p:cNvPr>
            <p:cNvSpPr/>
            <p:nvPr/>
          </p:nvSpPr>
          <p:spPr>
            <a:xfrm rot="10800000">
              <a:off x="13143731" y="5292108"/>
              <a:ext cx="1678861" cy="1938702"/>
            </a:xfrm>
            <a:custGeom>
              <a:avLst/>
              <a:gdLst>
                <a:gd name="connsiteX0" fmla="*/ 1677076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7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6 w 1678861"/>
                <a:gd name="connsiteY10" fmla="*/ 483641 h 1938702"/>
                <a:gd name="connsiteX11" fmla="*/ 7225 w 1678861"/>
                <a:gd name="connsiteY11" fmla="*/ 1449785 h 1938702"/>
                <a:gd name="connsiteX12" fmla="*/ 839431 w 1678861"/>
                <a:gd name="connsiteY12" fmla="*/ 1930260 h 1938702"/>
                <a:gd name="connsiteX13" fmla="*/ 1671637 w 1678861"/>
                <a:gd name="connsiteY13" fmla="*/ 1449785 h 1938702"/>
                <a:gd name="connsiteX14" fmla="*/ 1671637 w 1678861"/>
                <a:gd name="connsiteY14" fmla="*/ 488836 h 1938702"/>
                <a:gd name="connsiteX15" fmla="*/ 839431 w 1678861"/>
                <a:gd name="connsiteY15" fmla="*/ 8361 h 1938702"/>
                <a:gd name="connsiteX16" fmla="*/ 7225 w 1678861"/>
                <a:gd name="connsiteY16" fmla="*/ 488836 h 1938702"/>
                <a:gd name="connsiteX17" fmla="*/ 7225 w 1678861"/>
                <a:gd name="connsiteY17" fmla="*/ 1449785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6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7" y="1937647"/>
                    <a:pt x="841217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6" y="483641"/>
                  </a:lnTo>
                  <a:close/>
                  <a:moveTo>
                    <a:pt x="7225" y="1449785"/>
                  </a:moveTo>
                  <a:lnTo>
                    <a:pt x="839431" y="1930260"/>
                  </a:lnTo>
                  <a:lnTo>
                    <a:pt x="1671637" y="1449785"/>
                  </a:lnTo>
                  <a:lnTo>
                    <a:pt x="1671637" y="488836"/>
                  </a:lnTo>
                  <a:cubicBezTo>
                    <a:pt x="1671637" y="488836"/>
                    <a:pt x="839431" y="8361"/>
                    <a:pt x="839431" y="8361"/>
                  </a:cubicBezTo>
                  <a:lnTo>
                    <a:pt x="7225" y="488836"/>
                  </a:lnTo>
                  <a:lnTo>
                    <a:pt x="7225" y="144978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: фигура 110">
              <a:extLst>
                <a:ext uri="{FF2B5EF4-FFF2-40B4-BE49-F238E27FC236}">
                  <a16:creationId xmlns:a16="http://schemas.microsoft.com/office/drawing/2014/main" id="{BA8639CC-5C76-41B2-4EBD-749533E94EB6}"/>
                </a:ext>
              </a:extLst>
            </p:cNvPr>
            <p:cNvSpPr/>
            <p:nvPr/>
          </p:nvSpPr>
          <p:spPr>
            <a:xfrm rot="10800000">
              <a:off x="17322782" y="6739783"/>
              <a:ext cx="956728" cy="1938621"/>
            </a:xfrm>
            <a:custGeom>
              <a:avLst/>
              <a:gdLst>
                <a:gd name="connsiteX0" fmla="*/ 119084 w 956728"/>
                <a:gd name="connsiteY0" fmla="*/ 1937566 h 1938621"/>
                <a:gd name="connsiteX1" fmla="*/ 117298 w 956728"/>
                <a:gd name="connsiteY1" fmla="*/ 1938621 h 1938621"/>
                <a:gd name="connsiteX2" fmla="*/ 0 w 956728"/>
                <a:gd name="connsiteY2" fmla="*/ 1870840 h 1938621"/>
                <a:gd name="connsiteX3" fmla="*/ 0 w 956728"/>
                <a:gd name="connsiteY3" fmla="*/ 1862479 h 1938621"/>
                <a:gd name="connsiteX4" fmla="*/ 117298 w 956728"/>
                <a:gd name="connsiteY4" fmla="*/ 1930179 h 1938621"/>
                <a:gd name="connsiteX5" fmla="*/ 949423 w 956728"/>
                <a:gd name="connsiteY5" fmla="*/ 1449704 h 1938621"/>
                <a:gd name="connsiteX6" fmla="*/ 949423 w 956728"/>
                <a:gd name="connsiteY6" fmla="*/ 488836 h 1938621"/>
                <a:gd name="connsiteX7" fmla="*/ 117298 w 956728"/>
                <a:gd name="connsiteY7" fmla="*/ 8361 h 1938621"/>
                <a:gd name="connsiteX8" fmla="*/ 0 w 956728"/>
                <a:gd name="connsiteY8" fmla="*/ 76061 h 1938621"/>
                <a:gd name="connsiteX9" fmla="*/ 0 w 956728"/>
                <a:gd name="connsiteY9" fmla="*/ 67700 h 1938621"/>
                <a:gd name="connsiteX10" fmla="*/ 115512 w 956728"/>
                <a:gd name="connsiteY10" fmla="*/ 974 h 1938621"/>
                <a:gd name="connsiteX11" fmla="*/ 117298 w 956728"/>
                <a:gd name="connsiteY11" fmla="*/ 0 h 1938621"/>
                <a:gd name="connsiteX12" fmla="*/ 954861 w 956728"/>
                <a:gd name="connsiteY12" fmla="*/ 483559 h 1938621"/>
                <a:gd name="connsiteX13" fmla="*/ 956729 w 956728"/>
                <a:gd name="connsiteY13" fmla="*/ 484615 h 1938621"/>
                <a:gd name="connsiteX14" fmla="*/ 956729 w 956728"/>
                <a:gd name="connsiteY14" fmla="*/ 1453925 h 1938621"/>
                <a:gd name="connsiteX15" fmla="*/ 119084 w 956728"/>
                <a:gd name="connsiteY15" fmla="*/ 1937566 h 193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6728" h="1938621">
                  <a:moveTo>
                    <a:pt x="119084" y="1937566"/>
                  </a:moveTo>
                  <a:lnTo>
                    <a:pt x="117298" y="1938621"/>
                  </a:lnTo>
                  <a:lnTo>
                    <a:pt x="0" y="1870840"/>
                  </a:lnTo>
                  <a:lnTo>
                    <a:pt x="0" y="1862479"/>
                  </a:lnTo>
                  <a:lnTo>
                    <a:pt x="117298" y="1930179"/>
                  </a:lnTo>
                  <a:lnTo>
                    <a:pt x="949423" y="1449704"/>
                  </a:lnTo>
                  <a:lnTo>
                    <a:pt x="949423" y="488836"/>
                  </a:lnTo>
                  <a:lnTo>
                    <a:pt x="117298" y="8361"/>
                  </a:lnTo>
                  <a:lnTo>
                    <a:pt x="0" y="76061"/>
                  </a:lnTo>
                  <a:lnTo>
                    <a:pt x="0" y="67700"/>
                  </a:lnTo>
                  <a:lnTo>
                    <a:pt x="115512" y="974"/>
                  </a:lnTo>
                  <a:lnTo>
                    <a:pt x="117298" y="0"/>
                  </a:lnTo>
                  <a:lnTo>
                    <a:pt x="954861" y="483559"/>
                  </a:lnTo>
                  <a:lnTo>
                    <a:pt x="956729" y="484615"/>
                  </a:lnTo>
                  <a:lnTo>
                    <a:pt x="956729" y="1453925"/>
                  </a:lnTo>
                  <a:lnTo>
                    <a:pt x="119084" y="193756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: фигура 111">
              <a:extLst>
                <a:ext uri="{FF2B5EF4-FFF2-40B4-BE49-F238E27FC236}">
                  <a16:creationId xmlns:a16="http://schemas.microsoft.com/office/drawing/2014/main" id="{293FA3A0-CD32-639F-B73B-0674179BB0DC}"/>
                </a:ext>
              </a:extLst>
            </p:cNvPr>
            <p:cNvSpPr/>
            <p:nvPr/>
          </p:nvSpPr>
          <p:spPr>
            <a:xfrm rot="10800000">
              <a:off x="15651227" y="6739783"/>
              <a:ext cx="1678861" cy="1938702"/>
            </a:xfrm>
            <a:custGeom>
              <a:avLst/>
              <a:gdLst>
                <a:gd name="connsiteX0" fmla="*/ 1677075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6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5 w 1678861"/>
                <a:gd name="connsiteY10" fmla="*/ 483641 h 1938702"/>
                <a:gd name="connsiteX11" fmla="*/ 7306 w 1678861"/>
                <a:gd name="connsiteY11" fmla="*/ 1449786 h 1938702"/>
                <a:gd name="connsiteX12" fmla="*/ 839512 w 1678861"/>
                <a:gd name="connsiteY12" fmla="*/ 1930260 h 1938702"/>
                <a:gd name="connsiteX13" fmla="*/ 1671718 w 1678861"/>
                <a:gd name="connsiteY13" fmla="*/ 1449786 h 1938702"/>
                <a:gd name="connsiteX14" fmla="*/ 1671718 w 1678861"/>
                <a:gd name="connsiteY14" fmla="*/ 488836 h 1938702"/>
                <a:gd name="connsiteX15" fmla="*/ 839512 w 1678861"/>
                <a:gd name="connsiteY15" fmla="*/ 8361 h 1938702"/>
                <a:gd name="connsiteX16" fmla="*/ 7306 w 1678861"/>
                <a:gd name="connsiteY16" fmla="*/ 488836 h 1938702"/>
                <a:gd name="connsiteX17" fmla="*/ 7306 w 1678861"/>
                <a:gd name="connsiteY17" fmla="*/ 1449786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5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6" y="1937647"/>
                    <a:pt x="841216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5" y="483641"/>
                  </a:lnTo>
                  <a:close/>
                  <a:moveTo>
                    <a:pt x="7306" y="1449786"/>
                  </a:moveTo>
                  <a:lnTo>
                    <a:pt x="839512" y="1930260"/>
                  </a:lnTo>
                  <a:lnTo>
                    <a:pt x="1671718" y="1449786"/>
                  </a:lnTo>
                  <a:lnTo>
                    <a:pt x="1671718" y="488836"/>
                  </a:lnTo>
                  <a:cubicBezTo>
                    <a:pt x="1671718" y="488836"/>
                    <a:pt x="839512" y="8361"/>
                    <a:pt x="839512" y="8361"/>
                  </a:cubicBezTo>
                  <a:lnTo>
                    <a:pt x="7306" y="488836"/>
                  </a:lnTo>
                  <a:lnTo>
                    <a:pt x="7306" y="14497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Полилиния: фигура 112">
              <a:extLst>
                <a:ext uri="{FF2B5EF4-FFF2-40B4-BE49-F238E27FC236}">
                  <a16:creationId xmlns:a16="http://schemas.microsoft.com/office/drawing/2014/main" id="{9FA8AEB7-B149-0979-9DEC-05BC900EB737}"/>
                </a:ext>
              </a:extLst>
            </p:cNvPr>
            <p:cNvSpPr/>
            <p:nvPr/>
          </p:nvSpPr>
          <p:spPr>
            <a:xfrm rot="10800000">
              <a:off x="13979590" y="6739783"/>
              <a:ext cx="1678861" cy="1938702"/>
            </a:xfrm>
            <a:custGeom>
              <a:avLst/>
              <a:gdLst>
                <a:gd name="connsiteX0" fmla="*/ 1677075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6 w 1678861"/>
                <a:gd name="connsiteY3" fmla="*/ 1937647 h 1938702"/>
                <a:gd name="connsiteX4" fmla="*/ 839430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0 w 1678861"/>
                <a:gd name="connsiteY9" fmla="*/ 0 h 1938702"/>
                <a:gd name="connsiteX10" fmla="*/ 1677075 w 1678861"/>
                <a:gd name="connsiteY10" fmla="*/ 483641 h 1938702"/>
                <a:gd name="connsiteX11" fmla="*/ 7306 w 1678861"/>
                <a:gd name="connsiteY11" fmla="*/ 1449786 h 1938702"/>
                <a:gd name="connsiteX12" fmla="*/ 839512 w 1678861"/>
                <a:gd name="connsiteY12" fmla="*/ 1930260 h 1938702"/>
                <a:gd name="connsiteX13" fmla="*/ 1671718 w 1678861"/>
                <a:gd name="connsiteY13" fmla="*/ 1449786 h 1938702"/>
                <a:gd name="connsiteX14" fmla="*/ 1671718 w 1678861"/>
                <a:gd name="connsiteY14" fmla="*/ 488836 h 1938702"/>
                <a:gd name="connsiteX15" fmla="*/ 839512 w 1678861"/>
                <a:gd name="connsiteY15" fmla="*/ 8361 h 1938702"/>
                <a:gd name="connsiteX16" fmla="*/ 7306 w 1678861"/>
                <a:gd name="connsiteY16" fmla="*/ 488836 h 1938702"/>
                <a:gd name="connsiteX17" fmla="*/ 7306 w 1678861"/>
                <a:gd name="connsiteY17" fmla="*/ 1449786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5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6" y="1937647"/>
                    <a:pt x="841216" y="1937647"/>
                  </a:cubicBezTo>
                  <a:lnTo>
                    <a:pt x="839430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0" y="0"/>
                  </a:lnTo>
                  <a:lnTo>
                    <a:pt x="1677075" y="483641"/>
                  </a:lnTo>
                  <a:close/>
                  <a:moveTo>
                    <a:pt x="7306" y="1449786"/>
                  </a:moveTo>
                  <a:lnTo>
                    <a:pt x="839512" y="1930260"/>
                  </a:lnTo>
                  <a:lnTo>
                    <a:pt x="1671718" y="1449786"/>
                  </a:lnTo>
                  <a:lnTo>
                    <a:pt x="1671718" y="488836"/>
                  </a:lnTo>
                  <a:cubicBezTo>
                    <a:pt x="1671718" y="488836"/>
                    <a:pt x="839512" y="8361"/>
                    <a:pt x="839512" y="8361"/>
                  </a:cubicBezTo>
                  <a:lnTo>
                    <a:pt x="7306" y="488836"/>
                  </a:lnTo>
                  <a:lnTo>
                    <a:pt x="7306" y="14497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Полилиния: фигура 113">
              <a:extLst>
                <a:ext uri="{FF2B5EF4-FFF2-40B4-BE49-F238E27FC236}">
                  <a16:creationId xmlns:a16="http://schemas.microsoft.com/office/drawing/2014/main" id="{B0CBED6C-2DE8-10F1-C731-E15DF747976F}"/>
                </a:ext>
              </a:extLst>
            </p:cNvPr>
            <p:cNvSpPr/>
            <p:nvPr/>
          </p:nvSpPr>
          <p:spPr>
            <a:xfrm rot="10800000">
              <a:off x="18158560" y="8602344"/>
              <a:ext cx="120950" cy="1108931"/>
            </a:xfrm>
            <a:custGeom>
              <a:avLst/>
              <a:gdLst>
                <a:gd name="connsiteX0" fmla="*/ 0 w 120950"/>
                <a:gd name="connsiteY0" fmla="*/ 1108932 h 1108931"/>
                <a:gd name="connsiteX1" fmla="*/ 0 w 120950"/>
                <a:gd name="connsiteY1" fmla="*/ 1100571 h 1108931"/>
                <a:gd name="connsiteX2" fmla="*/ 113645 w 120950"/>
                <a:gd name="connsiteY2" fmla="*/ 1034900 h 1108931"/>
                <a:gd name="connsiteX3" fmla="*/ 113645 w 120950"/>
                <a:gd name="connsiteY3" fmla="*/ 74032 h 1108931"/>
                <a:gd name="connsiteX4" fmla="*/ 0 w 120950"/>
                <a:gd name="connsiteY4" fmla="*/ 8361 h 1108931"/>
                <a:gd name="connsiteX5" fmla="*/ 0 w 120950"/>
                <a:gd name="connsiteY5" fmla="*/ 0 h 1108931"/>
                <a:gd name="connsiteX6" fmla="*/ 119084 w 120950"/>
                <a:gd name="connsiteY6" fmla="*/ 68755 h 1108931"/>
                <a:gd name="connsiteX7" fmla="*/ 120951 w 120950"/>
                <a:gd name="connsiteY7" fmla="*/ 69811 h 1108931"/>
                <a:gd name="connsiteX8" fmla="*/ 120951 w 120950"/>
                <a:gd name="connsiteY8" fmla="*/ 1039121 h 1108931"/>
                <a:gd name="connsiteX9" fmla="*/ 0 w 120950"/>
                <a:gd name="connsiteY9" fmla="*/ 1108932 h 110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950" h="1108931">
                  <a:moveTo>
                    <a:pt x="0" y="1108932"/>
                  </a:moveTo>
                  <a:lnTo>
                    <a:pt x="0" y="1100571"/>
                  </a:lnTo>
                  <a:lnTo>
                    <a:pt x="113645" y="1034900"/>
                  </a:lnTo>
                  <a:lnTo>
                    <a:pt x="113645" y="74032"/>
                  </a:lnTo>
                  <a:lnTo>
                    <a:pt x="0" y="8361"/>
                  </a:lnTo>
                  <a:lnTo>
                    <a:pt x="0" y="0"/>
                  </a:lnTo>
                  <a:lnTo>
                    <a:pt x="119084" y="68755"/>
                  </a:lnTo>
                  <a:lnTo>
                    <a:pt x="120951" y="69811"/>
                  </a:lnTo>
                  <a:lnTo>
                    <a:pt x="120951" y="1039121"/>
                  </a:lnTo>
                  <a:lnTo>
                    <a:pt x="0" y="1108932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: фигура 114">
              <a:extLst>
                <a:ext uri="{FF2B5EF4-FFF2-40B4-BE49-F238E27FC236}">
                  <a16:creationId xmlns:a16="http://schemas.microsoft.com/office/drawing/2014/main" id="{60452B30-4605-3E7F-91B7-F3474C6BDD80}"/>
                </a:ext>
              </a:extLst>
            </p:cNvPr>
            <p:cNvSpPr/>
            <p:nvPr/>
          </p:nvSpPr>
          <p:spPr>
            <a:xfrm rot="10800000">
              <a:off x="16487004" y="8187458"/>
              <a:ext cx="1678780" cy="1938702"/>
            </a:xfrm>
            <a:custGeom>
              <a:avLst/>
              <a:gdLst>
                <a:gd name="connsiteX0" fmla="*/ 1676994 w 1678780"/>
                <a:gd name="connsiteY0" fmla="*/ 483641 h 1938702"/>
                <a:gd name="connsiteX1" fmla="*/ 1678780 w 1678780"/>
                <a:gd name="connsiteY1" fmla="*/ 484696 h 1938702"/>
                <a:gd name="connsiteX2" fmla="*/ 1678780 w 1678780"/>
                <a:gd name="connsiteY2" fmla="*/ 1454007 h 1938702"/>
                <a:gd name="connsiteX3" fmla="*/ 841135 w 1678780"/>
                <a:gd name="connsiteY3" fmla="*/ 1937647 h 1938702"/>
                <a:gd name="connsiteX4" fmla="*/ 839350 w 1678780"/>
                <a:gd name="connsiteY4" fmla="*/ 1938703 h 1938702"/>
                <a:gd name="connsiteX5" fmla="*/ 1786 w 1678780"/>
                <a:gd name="connsiteY5" fmla="*/ 1455062 h 1938702"/>
                <a:gd name="connsiteX6" fmla="*/ 0 w 1678780"/>
                <a:gd name="connsiteY6" fmla="*/ 1454007 h 1938702"/>
                <a:gd name="connsiteX7" fmla="*/ 0 w 1678780"/>
                <a:gd name="connsiteY7" fmla="*/ 484696 h 1938702"/>
                <a:gd name="connsiteX8" fmla="*/ 837564 w 1678780"/>
                <a:gd name="connsiteY8" fmla="*/ 1055 h 1938702"/>
                <a:gd name="connsiteX9" fmla="*/ 839350 w 1678780"/>
                <a:gd name="connsiteY9" fmla="*/ 0 h 1938702"/>
                <a:gd name="connsiteX10" fmla="*/ 1676994 w 1678780"/>
                <a:gd name="connsiteY10" fmla="*/ 483641 h 1938702"/>
                <a:gd name="connsiteX11" fmla="*/ 7225 w 1678780"/>
                <a:gd name="connsiteY11" fmla="*/ 1449786 h 1938702"/>
                <a:gd name="connsiteX12" fmla="*/ 839350 w 1678780"/>
                <a:gd name="connsiteY12" fmla="*/ 1930260 h 1938702"/>
                <a:gd name="connsiteX13" fmla="*/ 1671556 w 1678780"/>
                <a:gd name="connsiteY13" fmla="*/ 1449786 h 1938702"/>
                <a:gd name="connsiteX14" fmla="*/ 1671556 w 1678780"/>
                <a:gd name="connsiteY14" fmla="*/ 488836 h 1938702"/>
                <a:gd name="connsiteX15" fmla="*/ 839350 w 1678780"/>
                <a:gd name="connsiteY15" fmla="*/ 8361 h 1938702"/>
                <a:gd name="connsiteX16" fmla="*/ 7225 w 1678780"/>
                <a:gd name="connsiteY16" fmla="*/ 488917 h 1938702"/>
                <a:gd name="connsiteX17" fmla="*/ 7225 w 1678780"/>
                <a:gd name="connsiteY17" fmla="*/ 1449867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780" h="1938702">
                  <a:moveTo>
                    <a:pt x="1676994" y="483641"/>
                  </a:moveTo>
                  <a:lnTo>
                    <a:pt x="1678780" y="484696"/>
                  </a:lnTo>
                  <a:lnTo>
                    <a:pt x="1678780" y="1454007"/>
                  </a:lnTo>
                  <a:cubicBezTo>
                    <a:pt x="1678780" y="1454007"/>
                    <a:pt x="841135" y="1937647"/>
                    <a:pt x="841135" y="1937647"/>
                  </a:cubicBezTo>
                  <a:lnTo>
                    <a:pt x="839350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564" y="1055"/>
                    <a:pt x="837564" y="1055"/>
                  </a:cubicBezTo>
                  <a:lnTo>
                    <a:pt x="839350" y="0"/>
                  </a:lnTo>
                  <a:lnTo>
                    <a:pt x="1676994" y="483641"/>
                  </a:lnTo>
                  <a:close/>
                  <a:moveTo>
                    <a:pt x="7225" y="1449786"/>
                  </a:moveTo>
                  <a:lnTo>
                    <a:pt x="839350" y="1930260"/>
                  </a:lnTo>
                  <a:lnTo>
                    <a:pt x="1671556" y="1449786"/>
                  </a:lnTo>
                  <a:lnTo>
                    <a:pt x="1671556" y="488836"/>
                  </a:lnTo>
                  <a:cubicBezTo>
                    <a:pt x="1671556" y="488836"/>
                    <a:pt x="839350" y="8361"/>
                    <a:pt x="839350" y="8361"/>
                  </a:cubicBezTo>
                  <a:lnTo>
                    <a:pt x="7225" y="488917"/>
                  </a:lnTo>
                  <a:lnTo>
                    <a:pt x="7225" y="1449867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: фигура 115">
              <a:extLst>
                <a:ext uri="{FF2B5EF4-FFF2-40B4-BE49-F238E27FC236}">
                  <a16:creationId xmlns:a16="http://schemas.microsoft.com/office/drawing/2014/main" id="{298CE81D-AF16-E554-2561-4379304BAAD2}"/>
                </a:ext>
              </a:extLst>
            </p:cNvPr>
            <p:cNvSpPr/>
            <p:nvPr/>
          </p:nvSpPr>
          <p:spPr>
            <a:xfrm rot="10800000">
              <a:off x="14815368" y="8187458"/>
              <a:ext cx="1678861" cy="1938702"/>
            </a:xfrm>
            <a:custGeom>
              <a:avLst/>
              <a:gdLst>
                <a:gd name="connsiteX0" fmla="*/ 1677076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7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6 w 1678861"/>
                <a:gd name="connsiteY10" fmla="*/ 483641 h 1938702"/>
                <a:gd name="connsiteX11" fmla="*/ 7225 w 1678861"/>
                <a:gd name="connsiteY11" fmla="*/ 1449786 h 1938702"/>
                <a:gd name="connsiteX12" fmla="*/ 839431 w 1678861"/>
                <a:gd name="connsiteY12" fmla="*/ 1930260 h 1938702"/>
                <a:gd name="connsiteX13" fmla="*/ 1671637 w 1678861"/>
                <a:gd name="connsiteY13" fmla="*/ 1449786 h 1938702"/>
                <a:gd name="connsiteX14" fmla="*/ 1671637 w 1678861"/>
                <a:gd name="connsiteY14" fmla="*/ 488836 h 1938702"/>
                <a:gd name="connsiteX15" fmla="*/ 839431 w 1678861"/>
                <a:gd name="connsiteY15" fmla="*/ 8361 h 1938702"/>
                <a:gd name="connsiteX16" fmla="*/ 7225 w 1678861"/>
                <a:gd name="connsiteY16" fmla="*/ 488836 h 1938702"/>
                <a:gd name="connsiteX17" fmla="*/ 7225 w 1678861"/>
                <a:gd name="connsiteY17" fmla="*/ 1449786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6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7" y="1937647"/>
                    <a:pt x="841217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6" y="483641"/>
                  </a:lnTo>
                  <a:close/>
                  <a:moveTo>
                    <a:pt x="7225" y="1449786"/>
                  </a:moveTo>
                  <a:lnTo>
                    <a:pt x="839431" y="1930260"/>
                  </a:lnTo>
                  <a:lnTo>
                    <a:pt x="1671637" y="1449786"/>
                  </a:lnTo>
                  <a:lnTo>
                    <a:pt x="1671637" y="488836"/>
                  </a:lnTo>
                  <a:cubicBezTo>
                    <a:pt x="1671637" y="488836"/>
                    <a:pt x="839431" y="8361"/>
                    <a:pt x="839431" y="8361"/>
                  </a:cubicBezTo>
                  <a:lnTo>
                    <a:pt x="7225" y="488836"/>
                  </a:lnTo>
                  <a:lnTo>
                    <a:pt x="7225" y="14497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: фигура 116">
              <a:extLst>
                <a:ext uri="{FF2B5EF4-FFF2-40B4-BE49-F238E27FC236}">
                  <a16:creationId xmlns:a16="http://schemas.microsoft.com/office/drawing/2014/main" id="{DA141D1B-B462-23BD-9268-76181D6CCA1A}"/>
                </a:ext>
              </a:extLst>
            </p:cNvPr>
            <p:cNvSpPr/>
            <p:nvPr/>
          </p:nvSpPr>
          <p:spPr>
            <a:xfrm rot="10800000">
              <a:off x="13143731" y="8187458"/>
              <a:ext cx="1678861" cy="1938702"/>
            </a:xfrm>
            <a:custGeom>
              <a:avLst/>
              <a:gdLst>
                <a:gd name="connsiteX0" fmla="*/ 1677076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7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6 w 1678861"/>
                <a:gd name="connsiteY10" fmla="*/ 483641 h 1938702"/>
                <a:gd name="connsiteX11" fmla="*/ 7225 w 1678861"/>
                <a:gd name="connsiteY11" fmla="*/ 1449786 h 1938702"/>
                <a:gd name="connsiteX12" fmla="*/ 839431 w 1678861"/>
                <a:gd name="connsiteY12" fmla="*/ 1930260 h 1938702"/>
                <a:gd name="connsiteX13" fmla="*/ 1671637 w 1678861"/>
                <a:gd name="connsiteY13" fmla="*/ 1449786 h 1938702"/>
                <a:gd name="connsiteX14" fmla="*/ 1671637 w 1678861"/>
                <a:gd name="connsiteY14" fmla="*/ 488836 h 1938702"/>
                <a:gd name="connsiteX15" fmla="*/ 839431 w 1678861"/>
                <a:gd name="connsiteY15" fmla="*/ 8361 h 1938702"/>
                <a:gd name="connsiteX16" fmla="*/ 7225 w 1678861"/>
                <a:gd name="connsiteY16" fmla="*/ 488836 h 1938702"/>
                <a:gd name="connsiteX17" fmla="*/ 7225 w 1678861"/>
                <a:gd name="connsiteY17" fmla="*/ 1449786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6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7" y="1937647"/>
                    <a:pt x="841217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6" y="483641"/>
                  </a:lnTo>
                  <a:close/>
                  <a:moveTo>
                    <a:pt x="7225" y="1449786"/>
                  </a:moveTo>
                  <a:lnTo>
                    <a:pt x="839431" y="1930260"/>
                  </a:lnTo>
                  <a:lnTo>
                    <a:pt x="1671637" y="1449786"/>
                  </a:lnTo>
                  <a:lnTo>
                    <a:pt x="1671637" y="488836"/>
                  </a:lnTo>
                  <a:cubicBezTo>
                    <a:pt x="1671637" y="488836"/>
                    <a:pt x="839431" y="8361"/>
                    <a:pt x="839431" y="8361"/>
                  </a:cubicBezTo>
                  <a:lnTo>
                    <a:pt x="7225" y="488836"/>
                  </a:lnTo>
                  <a:lnTo>
                    <a:pt x="7225" y="14497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: фигура 117">
              <a:extLst>
                <a:ext uri="{FF2B5EF4-FFF2-40B4-BE49-F238E27FC236}">
                  <a16:creationId xmlns:a16="http://schemas.microsoft.com/office/drawing/2014/main" id="{D3FB44B0-F36F-7CAF-E518-AAEB76B9AACE}"/>
                </a:ext>
              </a:extLst>
            </p:cNvPr>
            <p:cNvSpPr/>
            <p:nvPr/>
          </p:nvSpPr>
          <p:spPr>
            <a:xfrm rot="10800000">
              <a:off x="17322782" y="9635133"/>
              <a:ext cx="956728" cy="767590"/>
            </a:xfrm>
            <a:custGeom>
              <a:avLst/>
              <a:gdLst>
                <a:gd name="connsiteX0" fmla="*/ 119084 w 956728"/>
                <a:gd name="connsiteY0" fmla="*/ 766536 h 767590"/>
                <a:gd name="connsiteX1" fmla="*/ 117298 w 956728"/>
                <a:gd name="connsiteY1" fmla="*/ 767591 h 767590"/>
                <a:gd name="connsiteX2" fmla="*/ 0 w 956728"/>
                <a:gd name="connsiteY2" fmla="*/ 699810 h 767590"/>
                <a:gd name="connsiteX3" fmla="*/ 0 w 956728"/>
                <a:gd name="connsiteY3" fmla="*/ 691449 h 767590"/>
                <a:gd name="connsiteX4" fmla="*/ 117298 w 956728"/>
                <a:gd name="connsiteY4" fmla="*/ 759149 h 767590"/>
                <a:gd name="connsiteX5" fmla="*/ 949423 w 956728"/>
                <a:gd name="connsiteY5" fmla="*/ 278674 h 767590"/>
                <a:gd name="connsiteX6" fmla="*/ 949423 w 956728"/>
                <a:gd name="connsiteY6" fmla="*/ 0 h 767590"/>
                <a:gd name="connsiteX7" fmla="*/ 956729 w 956728"/>
                <a:gd name="connsiteY7" fmla="*/ 0 h 767590"/>
                <a:gd name="connsiteX8" fmla="*/ 956729 w 956728"/>
                <a:gd name="connsiteY8" fmla="*/ 282895 h 767590"/>
                <a:gd name="connsiteX9" fmla="*/ 119084 w 956728"/>
                <a:gd name="connsiteY9" fmla="*/ 766536 h 76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728" h="767590">
                  <a:moveTo>
                    <a:pt x="119084" y="766536"/>
                  </a:moveTo>
                  <a:lnTo>
                    <a:pt x="117298" y="767591"/>
                  </a:lnTo>
                  <a:lnTo>
                    <a:pt x="0" y="699810"/>
                  </a:lnTo>
                  <a:lnTo>
                    <a:pt x="0" y="691449"/>
                  </a:lnTo>
                  <a:lnTo>
                    <a:pt x="117298" y="759149"/>
                  </a:lnTo>
                  <a:lnTo>
                    <a:pt x="949423" y="278674"/>
                  </a:lnTo>
                  <a:lnTo>
                    <a:pt x="949423" y="0"/>
                  </a:lnTo>
                  <a:lnTo>
                    <a:pt x="956729" y="0"/>
                  </a:lnTo>
                  <a:lnTo>
                    <a:pt x="956729" y="282895"/>
                  </a:lnTo>
                  <a:lnTo>
                    <a:pt x="119084" y="76653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: фигура 118">
              <a:extLst>
                <a:ext uri="{FF2B5EF4-FFF2-40B4-BE49-F238E27FC236}">
                  <a16:creationId xmlns:a16="http://schemas.microsoft.com/office/drawing/2014/main" id="{34783BD0-A3FD-602E-5424-C5E117EE7DBC}"/>
                </a:ext>
              </a:extLst>
            </p:cNvPr>
            <p:cNvSpPr/>
            <p:nvPr/>
          </p:nvSpPr>
          <p:spPr>
            <a:xfrm rot="10800000">
              <a:off x="15651146" y="9635133"/>
              <a:ext cx="1678942" cy="767590"/>
            </a:xfrm>
            <a:custGeom>
              <a:avLst/>
              <a:gdLst>
                <a:gd name="connsiteX0" fmla="*/ 7306 w 1678942"/>
                <a:gd name="connsiteY0" fmla="*/ 0 h 767590"/>
                <a:gd name="connsiteX1" fmla="*/ 7306 w 1678942"/>
                <a:gd name="connsiteY1" fmla="*/ 278674 h 767590"/>
                <a:gd name="connsiteX2" fmla="*/ 839512 w 1678942"/>
                <a:gd name="connsiteY2" fmla="*/ 759149 h 767590"/>
                <a:gd name="connsiteX3" fmla="*/ 1671637 w 1678942"/>
                <a:gd name="connsiteY3" fmla="*/ 278674 h 767590"/>
                <a:gd name="connsiteX4" fmla="*/ 1671637 w 1678942"/>
                <a:gd name="connsiteY4" fmla="*/ 0 h 767590"/>
                <a:gd name="connsiteX5" fmla="*/ 1678943 w 1678942"/>
                <a:gd name="connsiteY5" fmla="*/ 0 h 767590"/>
                <a:gd name="connsiteX6" fmla="*/ 1678943 w 1678942"/>
                <a:gd name="connsiteY6" fmla="*/ 282895 h 767590"/>
                <a:gd name="connsiteX7" fmla="*/ 841298 w 1678942"/>
                <a:gd name="connsiteY7" fmla="*/ 766536 h 767590"/>
                <a:gd name="connsiteX8" fmla="*/ 839512 w 1678942"/>
                <a:gd name="connsiteY8" fmla="*/ 767591 h 767590"/>
                <a:gd name="connsiteX9" fmla="*/ 1867 w 1678942"/>
                <a:gd name="connsiteY9" fmla="*/ 283950 h 767590"/>
                <a:gd name="connsiteX10" fmla="*/ 0 w 1678942"/>
                <a:gd name="connsiteY10" fmla="*/ 282895 h 767590"/>
                <a:gd name="connsiteX11" fmla="*/ 0 w 1678942"/>
                <a:gd name="connsiteY11" fmla="*/ 0 h 767590"/>
                <a:gd name="connsiteX12" fmla="*/ 7306 w 1678942"/>
                <a:gd name="connsiteY12" fmla="*/ 0 h 76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8942" h="767590">
                  <a:moveTo>
                    <a:pt x="7306" y="0"/>
                  </a:moveTo>
                  <a:lnTo>
                    <a:pt x="7306" y="278674"/>
                  </a:lnTo>
                  <a:lnTo>
                    <a:pt x="839512" y="759149"/>
                  </a:lnTo>
                  <a:lnTo>
                    <a:pt x="1671637" y="278674"/>
                  </a:lnTo>
                  <a:lnTo>
                    <a:pt x="1671637" y="0"/>
                  </a:lnTo>
                  <a:lnTo>
                    <a:pt x="1678943" y="0"/>
                  </a:lnTo>
                  <a:lnTo>
                    <a:pt x="1678943" y="282895"/>
                  </a:lnTo>
                  <a:lnTo>
                    <a:pt x="841298" y="766536"/>
                  </a:lnTo>
                  <a:lnTo>
                    <a:pt x="839512" y="767591"/>
                  </a:lnTo>
                  <a:lnTo>
                    <a:pt x="1867" y="283950"/>
                  </a:lnTo>
                  <a:lnTo>
                    <a:pt x="0" y="282895"/>
                  </a:lnTo>
                  <a:lnTo>
                    <a:pt x="0" y="0"/>
                  </a:lnTo>
                  <a:lnTo>
                    <a:pt x="730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: фигура 119">
              <a:extLst>
                <a:ext uri="{FF2B5EF4-FFF2-40B4-BE49-F238E27FC236}">
                  <a16:creationId xmlns:a16="http://schemas.microsoft.com/office/drawing/2014/main" id="{471F682A-69A1-127D-7999-D9541E76629F}"/>
                </a:ext>
              </a:extLst>
            </p:cNvPr>
            <p:cNvSpPr/>
            <p:nvPr/>
          </p:nvSpPr>
          <p:spPr>
            <a:xfrm rot="10800000">
              <a:off x="13979509" y="9635133"/>
              <a:ext cx="1678942" cy="767590"/>
            </a:xfrm>
            <a:custGeom>
              <a:avLst/>
              <a:gdLst>
                <a:gd name="connsiteX0" fmla="*/ 7306 w 1678942"/>
                <a:gd name="connsiteY0" fmla="*/ 0 h 767590"/>
                <a:gd name="connsiteX1" fmla="*/ 7306 w 1678942"/>
                <a:gd name="connsiteY1" fmla="*/ 278674 h 767590"/>
                <a:gd name="connsiteX2" fmla="*/ 839512 w 1678942"/>
                <a:gd name="connsiteY2" fmla="*/ 759149 h 767590"/>
                <a:gd name="connsiteX3" fmla="*/ 1671637 w 1678942"/>
                <a:gd name="connsiteY3" fmla="*/ 278674 h 767590"/>
                <a:gd name="connsiteX4" fmla="*/ 1671637 w 1678942"/>
                <a:gd name="connsiteY4" fmla="*/ 0 h 767590"/>
                <a:gd name="connsiteX5" fmla="*/ 1678942 w 1678942"/>
                <a:gd name="connsiteY5" fmla="*/ 0 h 767590"/>
                <a:gd name="connsiteX6" fmla="*/ 1678942 w 1678942"/>
                <a:gd name="connsiteY6" fmla="*/ 282895 h 767590"/>
                <a:gd name="connsiteX7" fmla="*/ 841298 w 1678942"/>
                <a:gd name="connsiteY7" fmla="*/ 766536 h 767590"/>
                <a:gd name="connsiteX8" fmla="*/ 839512 w 1678942"/>
                <a:gd name="connsiteY8" fmla="*/ 767591 h 767590"/>
                <a:gd name="connsiteX9" fmla="*/ 1867 w 1678942"/>
                <a:gd name="connsiteY9" fmla="*/ 283950 h 767590"/>
                <a:gd name="connsiteX10" fmla="*/ 0 w 1678942"/>
                <a:gd name="connsiteY10" fmla="*/ 282895 h 767590"/>
                <a:gd name="connsiteX11" fmla="*/ 0 w 1678942"/>
                <a:gd name="connsiteY11" fmla="*/ 0 h 767590"/>
                <a:gd name="connsiteX12" fmla="*/ 7306 w 1678942"/>
                <a:gd name="connsiteY12" fmla="*/ 0 h 76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8942" h="767590">
                  <a:moveTo>
                    <a:pt x="7306" y="0"/>
                  </a:moveTo>
                  <a:lnTo>
                    <a:pt x="7306" y="278674"/>
                  </a:lnTo>
                  <a:lnTo>
                    <a:pt x="839512" y="759149"/>
                  </a:lnTo>
                  <a:lnTo>
                    <a:pt x="1671637" y="278674"/>
                  </a:lnTo>
                  <a:lnTo>
                    <a:pt x="1671637" y="0"/>
                  </a:lnTo>
                  <a:lnTo>
                    <a:pt x="1678942" y="0"/>
                  </a:lnTo>
                  <a:lnTo>
                    <a:pt x="1678942" y="282895"/>
                  </a:lnTo>
                  <a:lnTo>
                    <a:pt x="841298" y="766536"/>
                  </a:lnTo>
                  <a:lnTo>
                    <a:pt x="839512" y="767591"/>
                  </a:lnTo>
                  <a:lnTo>
                    <a:pt x="1867" y="283950"/>
                  </a:lnTo>
                  <a:lnTo>
                    <a:pt x="0" y="282895"/>
                  </a:lnTo>
                  <a:lnTo>
                    <a:pt x="0" y="0"/>
                  </a:lnTo>
                  <a:lnTo>
                    <a:pt x="730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: фигура 120">
              <a:extLst>
                <a:ext uri="{FF2B5EF4-FFF2-40B4-BE49-F238E27FC236}">
                  <a16:creationId xmlns:a16="http://schemas.microsoft.com/office/drawing/2014/main" id="{46AD6EC2-F678-4678-1ECD-EE33D1AB8E4F}"/>
                </a:ext>
              </a:extLst>
            </p:cNvPr>
            <p:cNvSpPr/>
            <p:nvPr/>
          </p:nvSpPr>
          <p:spPr>
            <a:xfrm rot="10800000">
              <a:off x="12307872" y="9635133"/>
              <a:ext cx="1678942" cy="767590"/>
            </a:xfrm>
            <a:custGeom>
              <a:avLst/>
              <a:gdLst>
                <a:gd name="connsiteX0" fmla="*/ 7305 w 1678942"/>
                <a:gd name="connsiteY0" fmla="*/ 0 h 767590"/>
                <a:gd name="connsiteX1" fmla="*/ 7305 w 1678942"/>
                <a:gd name="connsiteY1" fmla="*/ 278674 h 767590"/>
                <a:gd name="connsiteX2" fmla="*/ 839512 w 1678942"/>
                <a:gd name="connsiteY2" fmla="*/ 759149 h 767590"/>
                <a:gd name="connsiteX3" fmla="*/ 1671637 w 1678942"/>
                <a:gd name="connsiteY3" fmla="*/ 278674 h 767590"/>
                <a:gd name="connsiteX4" fmla="*/ 1671637 w 1678942"/>
                <a:gd name="connsiteY4" fmla="*/ 0 h 767590"/>
                <a:gd name="connsiteX5" fmla="*/ 1678943 w 1678942"/>
                <a:gd name="connsiteY5" fmla="*/ 0 h 767590"/>
                <a:gd name="connsiteX6" fmla="*/ 1678943 w 1678942"/>
                <a:gd name="connsiteY6" fmla="*/ 282895 h 767590"/>
                <a:gd name="connsiteX7" fmla="*/ 841298 w 1678942"/>
                <a:gd name="connsiteY7" fmla="*/ 766536 h 767590"/>
                <a:gd name="connsiteX8" fmla="*/ 839512 w 1678942"/>
                <a:gd name="connsiteY8" fmla="*/ 767591 h 767590"/>
                <a:gd name="connsiteX9" fmla="*/ 1867 w 1678942"/>
                <a:gd name="connsiteY9" fmla="*/ 283950 h 767590"/>
                <a:gd name="connsiteX10" fmla="*/ 0 w 1678942"/>
                <a:gd name="connsiteY10" fmla="*/ 282895 h 767590"/>
                <a:gd name="connsiteX11" fmla="*/ 0 w 1678942"/>
                <a:gd name="connsiteY11" fmla="*/ 0 h 767590"/>
                <a:gd name="connsiteX12" fmla="*/ 7305 w 1678942"/>
                <a:gd name="connsiteY12" fmla="*/ 0 h 76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8942" h="767590">
                  <a:moveTo>
                    <a:pt x="7305" y="0"/>
                  </a:moveTo>
                  <a:lnTo>
                    <a:pt x="7305" y="278674"/>
                  </a:lnTo>
                  <a:lnTo>
                    <a:pt x="839512" y="759149"/>
                  </a:lnTo>
                  <a:lnTo>
                    <a:pt x="1671637" y="278674"/>
                  </a:lnTo>
                  <a:lnTo>
                    <a:pt x="1671637" y="0"/>
                  </a:lnTo>
                  <a:lnTo>
                    <a:pt x="1678943" y="0"/>
                  </a:lnTo>
                  <a:lnTo>
                    <a:pt x="1678943" y="282895"/>
                  </a:lnTo>
                  <a:lnTo>
                    <a:pt x="841298" y="766536"/>
                  </a:lnTo>
                  <a:lnTo>
                    <a:pt x="839512" y="767591"/>
                  </a:lnTo>
                  <a:lnTo>
                    <a:pt x="1867" y="283950"/>
                  </a:lnTo>
                  <a:lnTo>
                    <a:pt x="0" y="282895"/>
                  </a:lnTo>
                  <a:lnTo>
                    <a:pt x="0" y="0"/>
                  </a:lnTo>
                  <a:lnTo>
                    <a:pt x="7305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: фигура 121">
              <a:extLst>
                <a:ext uri="{FF2B5EF4-FFF2-40B4-BE49-F238E27FC236}">
                  <a16:creationId xmlns:a16="http://schemas.microsoft.com/office/drawing/2014/main" id="{290C8C17-41FA-372C-7B62-AC524C433F63}"/>
                </a:ext>
              </a:extLst>
            </p:cNvPr>
            <p:cNvSpPr/>
            <p:nvPr/>
          </p:nvSpPr>
          <p:spPr>
            <a:xfrm rot="10800000">
              <a:off x="18154176" y="1654738"/>
              <a:ext cx="125334" cy="1424377"/>
            </a:xfrm>
            <a:custGeom>
              <a:avLst/>
              <a:gdLst>
                <a:gd name="connsiteX0" fmla="*/ 0 w 125334"/>
                <a:gd name="connsiteY0" fmla="*/ 1424378 h 1424377"/>
                <a:gd name="connsiteX1" fmla="*/ 0 w 125334"/>
                <a:gd name="connsiteY1" fmla="*/ 1380706 h 1424377"/>
                <a:gd name="connsiteX2" fmla="*/ 87507 w 125334"/>
                <a:gd name="connsiteY2" fmla="*/ 1330214 h 1424377"/>
                <a:gd name="connsiteX3" fmla="*/ 87507 w 125334"/>
                <a:gd name="connsiteY3" fmla="*/ 94244 h 1424377"/>
                <a:gd name="connsiteX4" fmla="*/ 0 w 125334"/>
                <a:gd name="connsiteY4" fmla="*/ 43672 h 1424377"/>
                <a:gd name="connsiteX5" fmla="*/ 0 w 125334"/>
                <a:gd name="connsiteY5" fmla="*/ 0 h 1424377"/>
                <a:gd name="connsiteX6" fmla="*/ 125334 w 125334"/>
                <a:gd name="connsiteY6" fmla="*/ 72408 h 1424377"/>
                <a:gd name="connsiteX7" fmla="*/ 125334 w 125334"/>
                <a:gd name="connsiteY7" fmla="*/ 1352051 h 1424377"/>
                <a:gd name="connsiteX8" fmla="*/ 0 w 125334"/>
                <a:gd name="connsiteY8" fmla="*/ 1424378 h 142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334" h="1424377">
                  <a:moveTo>
                    <a:pt x="0" y="1424378"/>
                  </a:moveTo>
                  <a:lnTo>
                    <a:pt x="0" y="1380706"/>
                  </a:lnTo>
                  <a:lnTo>
                    <a:pt x="87507" y="1330214"/>
                  </a:lnTo>
                  <a:lnTo>
                    <a:pt x="87507" y="94244"/>
                  </a:lnTo>
                  <a:lnTo>
                    <a:pt x="0" y="43672"/>
                  </a:lnTo>
                  <a:lnTo>
                    <a:pt x="0" y="0"/>
                  </a:lnTo>
                  <a:lnTo>
                    <a:pt x="125334" y="72408"/>
                  </a:lnTo>
                  <a:lnTo>
                    <a:pt x="125334" y="1352051"/>
                  </a:lnTo>
                  <a:lnTo>
                    <a:pt x="0" y="142437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: фигура 122">
              <a:extLst>
                <a:ext uri="{FF2B5EF4-FFF2-40B4-BE49-F238E27FC236}">
                  <a16:creationId xmlns:a16="http://schemas.microsoft.com/office/drawing/2014/main" id="{586E5A70-411B-C420-D8E9-3848D17A8AA0}"/>
                </a:ext>
              </a:extLst>
            </p:cNvPr>
            <p:cNvSpPr/>
            <p:nvPr/>
          </p:nvSpPr>
          <p:spPr>
            <a:xfrm rot="10800000">
              <a:off x="15975602" y="1087243"/>
              <a:ext cx="2216402" cy="2559285"/>
            </a:xfrm>
            <a:custGeom>
              <a:avLst/>
              <a:gdLst>
                <a:gd name="connsiteX0" fmla="*/ 2216402 w 2216402"/>
                <a:gd name="connsiteY0" fmla="*/ 639821 h 2559285"/>
                <a:gd name="connsiteX1" fmla="*/ 2216402 w 2216402"/>
                <a:gd name="connsiteY1" fmla="*/ 1919464 h 2559285"/>
                <a:gd name="connsiteX2" fmla="*/ 1108201 w 2216402"/>
                <a:gd name="connsiteY2" fmla="*/ 2559285 h 2559285"/>
                <a:gd name="connsiteX3" fmla="*/ 0 w 2216402"/>
                <a:gd name="connsiteY3" fmla="*/ 1919464 h 2559285"/>
                <a:gd name="connsiteX4" fmla="*/ 0 w 2216402"/>
                <a:gd name="connsiteY4" fmla="*/ 639821 h 2559285"/>
                <a:gd name="connsiteX5" fmla="*/ 1108201 w 2216402"/>
                <a:gd name="connsiteY5" fmla="*/ 0 h 2559285"/>
                <a:gd name="connsiteX6" fmla="*/ 2216402 w 2216402"/>
                <a:gd name="connsiteY6" fmla="*/ 639821 h 2559285"/>
                <a:gd name="connsiteX7" fmla="*/ 37828 w 2216402"/>
                <a:gd name="connsiteY7" fmla="*/ 1897628 h 2559285"/>
                <a:gd name="connsiteX8" fmla="*/ 1108201 w 2216402"/>
                <a:gd name="connsiteY8" fmla="*/ 2515613 h 2559285"/>
                <a:gd name="connsiteX9" fmla="*/ 2178575 w 2216402"/>
                <a:gd name="connsiteY9" fmla="*/ 1897628 h 2559285"/>
                <a:gd name="connsiteX10" fmla="*/ 2178575 w 2216402"/>
                <a:gd name="connsiteY10" fmla="*/ 661658 h 2559285"/>
                <a:gd name="connsiteX11" fmla="*/ 1108201 w 2216402"/>
                <a:gd name="connsiteY11" fmla="*/ 43672 h 2559285"/>
                <a:gd name="connsiteX12" fmla="*/ 37828 w 2216402"/>
                <a:gd name="connsiteY12" fmla="*/ 661658 h 2559285"/>
                <a:gd name="connsiteX13" fmla="*/ 37828 w 2216402"/>
                <a:gd name="connsiteY13" fmla="*/ 1897628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6402" h="2559285">
                  <a:moveTo>
                    <a:pt x="2216402" y="639821"/>
                  </a:moveTo>
                  <a:lnTo>
                    <a:pt x="2216402" y="1919464"/>
                  </a:lnTo>
                  <a:cubicBezTo>
                    <a:pt x="2216402" y="1919464"/>
                    <a:pt x="1108201" y="2559285"/>
                    <a:pt x="1108201" y="2559285"/>
                  </a:cubicBezTo>
                  <a:lnTo>
                    <a:pt x="0" y="1919464"/>
                  </a:lnTo>
                  <a:lnTo>
                    <a:pt x="0" y="639821"/>
                  </a:lnTo>
                  <a:cubicBezTo>
                    <a:pt x="0" y="639821"/>
                    <a:pt x="1108201" y="0"/>
                    <a:pt x="1108201" y="0"/>
                  </a:cubicBezTo>
                  <a:lnTo>
                    <a:pt x="2216402" y="639821"/>
                  </a:lnTo>
                  <a:close/>
                  <a:moveTo>
                    <a:pt x="37828" y="1897628"/>
                  </a:moveTo>
                  <a:lnTo>
                    <a:pt x="1108201" y="2515613"/>
                  </a:lnTo>
                  <a:lnTo>
                    <a:pt x="2178575" y="1897628"/>
                  </a:lnTo>
                  <a:lnTo>
                    <a:pt x="2178575" y="661658"/>
                  </a:lnTo>
                  <a:cubicBezTo>
                    <a:pt x="2178575" y="661658"/>
                    <a:pt x="1108201" y="43672"/>
                    <a:pt x="1108201" y="43672"/>
                  </a:cubicBezTo>
                  <a:lnTo>
                    <a:pt x="37828" y="661658"/>
                  </a:lnTo>
                  <a:lnTo>
                    <a:pt x="37828" y="18976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: фигура 123">
              <a:extLst>
                <a:ext uri="{FF2B5EF4-FFF2-40B4-BE49-F238E27FC236}">
                  <a16:creationId xmlns:a16="http://schemas.microsoft.com/office/drawing/2014/main" id="{6468E5F2-6AB5-8192-8474-E71476C966BD}"/>
                </a:ext>
              </a:extLst>
            </p:cNvPr>
            <p:cNvSpPr/>
            <p:nvPr/>
          </p:nvSpPr>
          <p:spPr>
            <a:xfrm rot="10800000">
              <a:off x="17064889" y="2973993"/>
              <a:ext cx="1214621" cy="2559285"/>
            </a:xfrm>
            <a:custGeom>
              <a:avLst/>
              <a:gdLst>
                <a:gd name="connsiteX0" fmla="*/ 106420 w 1214621"/>
                <a:gd name="connsiteY0" fmla="*/ 2559286 h 2559285"/>
                <a:gd name="connsiteX1" fmla="*/ 0 w 1214621"/>
                <a:gd name="connsiteY1" fmla="*/ 2497836 h 2559285"/>
                <a:gd name="connsiteX2" fmla="*/ 0 w 1214621"/>
                <a:gd name="connsiteY2" fmla="*/ 2454164 h 2559285"/>
                <a:gd name="connsiteX3" fmla="*/ 106420 w 1214621"/>
                <a:gd name="connsiteY3" fmla="*/ 2515614 h 2559285"/>
                <a:gd name="connsiteX4" fmla="*/ 1176794 w 1214621"/>
                <a:gd name="connsiteY4" fmla="*/ 1897628 h 2559285"/>
                <a:gd name="connsiteX5" fmla="*/ 1176794 w 1214621"/>
                <a:gd name="connsiteY5" fmla="*/ 661658 h 2559285"/>
                <a:gd name="connsiteX6" fmla="*/ 106420 w 1214621"/>
                <a:gd name="connsiteY6" fmla="*/ 43672 h 2559285"/>
                <a:gd name="connsiteX7" fmla="*/ 0 w 1214621"/>
                <a:gd name="connsiteY7" fmla="*/ 105122 h 2559285"/>
                <a:gd name="connsiteX8" fmla="*/ 0 w 1214621"/>
                <a:gd name="connsiteY8" fmla="*/ 61450 h 2559285"/>
                <a:gd name="connsiteX9" fmla="*/ 106420 w 1214621"/>
                <a:gd name="connsiteY9" fmla="*/ 0 h 2559285"/>
                <a:gd name="connsiteX10" fmla="*/ 1214622 w 1214621"/>
                <a:gd name="connsiteY10" fmla="*/ 639821 h 2559285"/>
                <a:gd name="connsiteX11" fmla="*/ 1214622 w 1214621"/>
                <a:gd name="connsiteY11" fmla="*/ 1919464 h 2559285"/>
                <a:gd name="connsiteX12" fmla="*/ 106420 w 1214621"/>
                <a:gd name="connsiteY12" fmla="*/ 2559286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4621" h="2559285">
                  <a:moveTo>
                    <a:pt x="106420" y="2559286"/>
                  </a:moveTo>
                  <a:lnTo>
                    <a:pt x="0" y="2497836"/>
                  </a:lnTo>
                  <a:lnTo>
                    <a:pt x="0" y="2454164"/>
                  </a:lnTo>
                  <a:lnTo>
                    <a:pt x="106420" y="2515614"/>
                  </a:lnTo>
                  <a:lnTo>
                    <a:pt x="1176794" y="1897628"/>
                  </a:lnTo>
                  <a:lnTo>
                    <a:pt x="1176794" y="661658"/>
                  </a:lnTo>
                  <a:lnTo>
                    <a:pt x="106420" y="43672"/>
                  </a:lnTo>
                  <a:lnTo>
                    <a:pt x="0" y="105122"/>
                  </a:lnTo>
                  <a:lnTo>
                    <a:pt x="0" y="61450"/>
                  </a:lnTo>
                  <a:lnTo>
                    <a:pt x="106420" y="0"/>
                  </a:lnTo>
                  <a:lnTo>
                    <a:pt x="1214622" y="639821"/>
                  </a:lnTo>
                  <a:lnTo>
                    <a:pt x="1214622" y="1919464"/>
                  </a:lnTo>
                  <a:lnTo>
                    <a:pt x="106420" y="25592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: фигура 124">
              <a:extLst>
                <a:ext uri="{FF2B5EF4-FFF2-40B4-BE49-F238E27FC236}">
                  <a16:creationId xmlns:a16="http://schemas.microsoft.com/office/drawing/2014/main" id="{EE7BCE95-75AE-2B8E-4A23-E175CBF75F52}"/>
                </a:ext>
              </a:extLst>
            </p:cNvPr>
            <p:cNvSpPr/>
            <p:nvPr/>
          </p:nvSpPr>
          <p:spPr>
            <a:xfrm rot="10800000">
              <a:off x="14886233" y="2973993"/>
              <a:ext cx="2216402" cy="2559285"/>
            </a:xfrm>
            <a:custGeom>
              <a:avLst/>
              <a:gdLst>
                <a:gd name="connsiteX0" fmla="*/ 2216402 w 2216402"/>
                <a:gd name="connsiteY0" fmla="*/ 639821 h 2559285"/>
                <a:gd name="connsiteX1" fmla="*/ 2216402 w 2216402"/>
                <a:gd name="connsiteY1" fmla="*/ 1919464 h 2559285"/>
                <a:gd name="connsiteX2" fmla="*/ 1108201 w 2216402"/>
                <a:gd name="connsiteY2" fmla="*/ 2559286 h 2559285"/>
                <a:gd name="connsiteX3" fmla="*/ 0 w 2216402"/>
                <a:gd name="connsiteY3" fmla="*/ 1919464 h 2559285"/>
                <a:gd name="connsiteX4" fmla="*/ 0 w 2216402"/>
                <a:gd name="connsiteY4" fmla="*/ 639821 h 2559285"/>
                <a:gd name="connsiteX5" fmla="*/ 1108201 w 2216402"/>
                <a:gd name="connsiteY5" fmla="*/ 0 h 2559285"/>
                <a:gd name="connsiteX6" fmla="*/ 2216402 w 2216402"/>
                <a:gd name="connsiteY6" fmla="*/ 639821 h 2559285"/>
                <a:gd name="connsiteX7" fmla="*/ 37746 w 2216402"/>
                <a:gd name="connsiteY7" fmla="*/ 1897628 h 2559285"/>
                <a:gd name="connsiteX8" fmla="*/ 1108120 w 2216402"/>
                <a:gd name="connsiteY8" fmla="*/ 2515614 h 2559285"/>
                <a:gd name="connsiteX9" fmla="*/ 2178494 w 2216402"/>
                <a:gd name="connsiteY9" fmla="*/ 1897628 h 2559285"/>
                <a:gd name="connsiteX10" fmla="*/ 2178494 w 2216402"/>
                <a:gd name="connsiteY10" fmla="*/ 661658 h 2559285"/>
                <a:gd name="connsiteX11" fmla="*/ 1108120 w 2216402"/>
                <a:gd name="connsiteY11" fmla="*/ 43672 h 2559285"/>
                <a:gd name="connsiteX12" fmla="*/ 37746 w 2216402"/>
                <a:gd name="connsiteY12" fmla="*/ 661658 h 2559285"/>
                <a:gd name="connsiteX13" fmla="*/ 37746 w 2216402"/>
                <a:gd name="connsiteY13" fmla="*/ 1897628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6402" h="2559285">
                  <a:moveTo>
                    <a:pt x="2216402" y="639821"/>
                  </a:moveTo>
                  <a:lnTo>
                    <a:pt x="2216402" y="1919464"/>
                  </a:lnTo>
                  <a:cubicBezTo>
                    <a:pt x="2216402" y="1919464"/>
                    <a:pt x="1108201" y="2559286"/>
                    <a:pt x="1108201" y="2559286"/>
                  </a:cubicBezTo>
                  <a:lnTo>
                    <a:pt x="0" y="1919464"/>
                  </a:lnTo>
                  <a:lnTo>
                    <a:pt x="0" y="639821"/>
                  </a:lnTo>
                  <a:cubicBezTo>
                    <a:pt x="0" y="639821"/>
                    <a:pt x="1108201" y="0"/>
                    <a:pt x="1108201" y="0"/>
                  </a:cubicBezTo>
                  <a:lnTo>
                    <a:pt x="2216402" y="639821"/>
                  </a:lnTo>
                  <a:close/>
                  <a:moveTo>
                    <a:pt x="37746" y="1897628"/>
                  </a:moveTo>
                  <a:lnTo>
                    <a:pt x="1108120" y="2515614"/>
                  </a:lnTo>
                  <a:lnTo>
                    <a:pt x="2178494" y="1897628"/>
                  </a:lnTo>
                  <a:lnTo>
                    <a:pt x="2178494" y="661658"/>
                  </a:lnTo>
                  <a:cubicBezTo>
                    <a:pt x="2178494" y="661658"/>
                    <a:pt x="1108120" y="43672"/>
                    <a:pt x="1108120" y="43672"/>
                  </a:cubicBezTo>
                  <a:lnTo>
                    <a:pt x="37746" y="661658"/>
                  </a:lnTo>
                  <a:lnTo>
                    <a:pt x="37746" y="18976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25">
              <a:extLst>
                <a:ext uri="{FF2B5EF4-FFF2-40B4-BE49-F238E27FC236}">
                  <a16:creationId xmlns:a16="http://schemas.microsoft.com/office/drawing/2014/main" id="{7FD00D05-55E7-8073-7D83-08F5BBBAC1AE}"/>
                </a:ext>
              </a:extLst>
            </p:cNvPr>
            <p:cNvSpPr/>
            <p:nvPr/>
          </p:nvSpPr>
          <p:spPr>
            <a:xfrm rot="10800000">
              <a:off x="18154176" y="5428158"/>
              <a:ext cx="125334" cy="1424377"/>
            </a:xfrm>
            <a:custGeom>
              <a:avLst/>
              <a:gdLst>
                <a:gd name="connsiteX0" fmla="*/ 0 w 125334"/>
                <a:gd name="connsiteY0" fmla="*/ 1424378 h 1424377"/>
                <a:gd name="connsiteX1" fmla="*/ 0 w 125334"/>
                <a:gd name="connsiteY1" fmla="*/ 1380706 h 1424377"/>
                <a:gd name="connsiteX2" fmla="*/ 87507 w 125334"/>
                <a:gd name="connsiteY2" fmla="*/ 1330215 h 1424377"/>
                <a:gd name="connsiteX3" fmla="*/ 87507 w 125334"/>
                <a:gd name="connsiteY3" fmla="*/ 94244 h 1424377"/>
                <a:gd name="connsiteX4" fmla="*/ 0 w 125334"/>
                <a:gd name="connsiteY4" fmla="*/ 43672 h 1424377"/>
                <a:gd name="connsiteX5" fmla="*/ 0 w 125334"/>
                <a:gd name="connsiteY5" fmla="*/ 0 h 1424377"/>
                <a:gd name="connsiteX6" fmla="*/ 125334 w 125334"/>
                <a:gd name="connsiteY6" fmla="*/ 72408 h 1424377"/>
                <a:gd name="connsiteX7" fmla="*/ 125334 w 125334"/>
                <a:gd name="connsiteY7" fmla="*/ 1352051 h 1424377"/>
                <a:gd name="connsiteX8" fmla="*/ 0 w 125334"/>
                <a:gd name="connsiteY8" fmla="*/ 1424378 h 142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334" h="1424377">
                  <a:moveTo>
                    <a:pt x="0" y="1424378"/>
                  </a:moveTo>
                  <a:lnTo>
                    <a:pt x="0" y="1380706"/>
                  </a:lnTo>
                  <a:lnTo>
                    <a:pt x="87507" y="1330215"/>
                  </a:lnTo>
                  <a:lnTo>
                    <a:pt x="87507" y="94244"/>
                  </a:lnTo>
                  <a:lnTo>
                    <a:pt x="0" y="43672"/>
                  </a:lnTo>
                  <a:lnTo>
                    <a:pt x="0" y="0"/>
                  </a:lnTo>
                  <a:lnTo>
                    <a:pt x="125334" y="72408"/>
                  </a:lnTo>
                  <a:lnTo>
                    <a:pt x="125334" y="1352051"/>
                  </a:lnTo>
                  <a:lnTo>
                    <a:pt x="0" y="142437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26">
              <a:extLst>
                <a:ext uri="{FF2B5EF4-FFF2-40B4-BE49-F238E27FC236}">
                  <a16:creationId xmlns:a16="http://schemas.microsoft.com/office/drawing/2014/main" id="{6F76A6A2-498E-362D-5039-B07D38A5B15A}"/>
                </a:ext>
              </a:extLst>
            </p:cNvPr>
            <p:cNvSpPr/>
            <p:nvPr/>
          </p:nvSpPr>
          <p:spPr>
            <a:xfrm rot="10800000">
              <a:off x="15975602" y="4860663"/>
              <a:ext cx="2216402" cy="2559285"/>
            </a:xfrm>
            <a:custGeom>
              <a:avLst/>
              <a:gdLst>
                <a:gd name="connsiteX0" fmla="*/ 2216402 w 2216402"/>
                <a:gd name="connsiteY0" fmla="*/ 639821 h 2559285"/>
                <a:gd name="connsiteX1" fmla="*/ 2216402 w 2216402"/>
                <a:gd name="connsiteY1" fmla="*/ 1919464 h 2559285"/>
                <a:gd name="connsiteX2" fmla="*/ 1108201 w 2216402"/>
                <a:gd name="connsiteY2" fmla="*/ 2559286 h 2559285"/>
                <a:gd name="connsiteX3" fmla="*/ 0 w 2216402"/>
                <a:gd name="connsiteY3" fmla="*/ 1919464 h 2559285"/>
                <a:gd name="connsiteX4" fmla="*/ 0 w 2216402"/>
                <a:gd name="connsiteY4" fmla="*/ 639821 h 2559285"/>
                <a:gd name="connsiteX5" fmla="*/ 1108201 w 2216402"/>
                <a:gd name="connsiteY5" fmla="*/ 0 h 2559285"/>
                <a:gd name="connsiteX6" fmla="*/ 2216402 w 2216402"/>
                <a:gd name="connsiteY6" fmla="*/ 639821 h 2559285"/>
                <a:gd name="connsiteX7" fmla="*/ 37828 w 2216402"/>
                <a:gd name="connsiteY7" fmla="*/ 1897628 h 2559285"/>
                <a:gd name="connsiteX8" fmla="*/ 1108201 w 2216402"/>
                <a:gd name="connsiteY8" fmla="*/ 2515613 h 2559285"/>
                <a:gd name="connsiteX9" fmla="*/ 2178575 w 2216402"/>
                <a:gd name="connsiteY9" fmla="*/ 1897628 h 2559285"/>
                <a:gd name="connsiteX10" fmla="*/ 2178575 w 2216402"/>
                <a:gd name="connsiteY10" fmla="*/ 661658 h 2559285"/>
                <a:gd name="connsiteX11" fmla="*/ 1108201 w 2216402"/>
                <a:gd name="connsiteY11" fmla="*/ 43672 h 2559285"/>
                <a:gd name="connsiteX12" fmla="*/ 37828 w 2216402"/>
                <a:gd name="connsiteY12" fmla="*/ 661658 h 2559285"/>
                <a:gd name="connsiteX13" fmla="*/ 37828 w 2216402"/>
                <a:gd name="connsiteY13" fmla="*/ 1897628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6402" h="2559285">
                  <a:moveTo>
                    <a:pt x="2216402" y="639821"/>
                  </a:moveTo>
                  <a:lnTo>
                    <a:pt x="2216402" y="1919464"/>
                  </a:lnTo>
                  <a:cubicBezTo>
                    <a:pt x="2216402" y="1919464"/>
                    <a:pt x="1108201" y="2559286"/>
                    <a:pt x="1108201" y="2559286"/>
                  </a:cubicBezTo>
                  <a:lnTo>
                    <a:pt x="0" y="1919464"/>
                  </a:lnTo>
                  <a:lnTo>
                    <a:pt x="0" y="639821"/>
                  </a:lnTo>
                  <a:cubicBezTo>
                    <a:pt x="0" y="639821"/>
                    <a:pt x="1108201" y="0"/>
                    <a:pt x="1108201" y="0"/>
                  </a:cubicBezTo>
                  <a:lnTo>
                    <a:pt x="2216402" y="639821"/>
                  </a:lnTo>
                  <a:close/>
                  <a:moveTo>
                    <a:pt x="37828" y="1897628"/>
                  </a:moveTo>
                  <a:lnTo>
                    <a:pt x="1108201" y="2515613"/>
                  </a:lnTo>
                  <a:lnTo>
                    <a:pt x="2178575" y="1897628"/>
                  </a:lnTo>
                  <a:lnTo>
                    <a:pt x="2178575" y="661658"/>
                  </a:lnTo>
                  <a:cubicBezTo>
                    <a:pt x="2178575" y="661658"/>
                    <a:pt x="1108201" y="43672"/>
                    <a:pt x="1108201" y="43672"/>
                  </a:cubicBezTo>
                  <a:lnTo>
                    <a:pt x="37828" y="661658"/>
                  </a:lnTo>
                  <a:lnTo>
                    <a:pt x="37828" y="18976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27">
              <a:extLst>
                <a:ext uri="{FF2B5EF4-FFF2-40B4-BE49-F238E27FC236}">
                  <a16:creationId xmlns:a16="http://schemas.microsoft.com/office/drawing/2014/main" id="{2BA1919F-91E5-710B-E33B-74FD9C776F94}"/>
                </a:ext>
              </a:extLst>
            </p:cNvPr>
            <p:cNvSpPr/>
            <p:nvPr/>
          </p:nvSpPr>
          <p:spPr>
            <a:xfrm rot="10800000">
              <a:off x="17064889" y="6747413"/>
              <a:ext cx="1214621" cy="2559285"/>
            </a:xfrm>
            <a:custGeom>
              <a:avLst/>
              <a:gdLst>
                <a:gd name="connsiteX0" fmla="*/ 106420 w 1214621"/>
                <a:gd name="connsiteY0" fmla="*/ 2559286 h 2559285"/>
                <a:gd name="connsiteX1" fmla="*/ 0 w 1214621"/>
                <a:gd name="connsiteY1" fmla="*/ 2497836 h 2559285"/>
                <a:gd name="connsiteX2" fmla="*/ 0 w 1214621"/>
                <a:gd name="connsiteY2" fmla="*/ 2454164 h 2559285"/>
                <a:gd name="connsiteX3" fmla="*/ 106420 w 1214621"/>
                <a:gd name="connsiteY3" fmla="*/ 2515613 h 2559285"/>
                <a:gd name="connsiteX4" fmla="*/ 1176794 w 1214621"/>
                <a:gd name="connsiteY4" fmla="*/ 1897628 h 2559285"/>
                <a:gd name="connsiteX5" fmla="*/ 1176794 w 1214621"/>
                <a:gd name="connsiteY5" fmla="*/ 661658 h 2559285"/>
                <a:gd name="connsiteX6" fmla="*/ 106420 w 1214621"/>
                <a:gd name="connsiteY6" fmla="*/ 43672 h 2559285"/>
                <a:gd name="connsiteX7" fmla="*/ 0 w 1214621"/>
                <a:gd name="connsiteY7" fmla="*/ 105122 h 2559285"/>
                <a:gd name="connsiteX8" fmla="*/ 0 w 1214621"/>
                <a:gd name="connsiteY8" fmla="*/ 61450 h 2559285"/>
                <a:gd name="connsiteX9" fmla="*/ 106420 w 1214621"/>
                <a:gd name="connsiteY9" fmla="*/ 0 h 2559285"/>
                <a:gd name="connsiteX10" fmla="*/ 1214622 w 1214621"/>
                <a:gd name="connsiteY10" fmla="*/ 639821 h 2559285"/>
                <a:gd name="connsiteX11" fmla="*/ 1214622 w 1214621"/>
                <a:gd name="connsiteY11" fmla="*/ 1919464 h 2559285"/>
                <a:gd name="connsiteX12" fmla="*/ 106420 w 1214621"/>
                <a:gd name="connsiteY12" fmla="*/ 2559286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4621" h="2559285">
                  <a:moveTo>
                    <a:pt x="106420" y="2559286"/>
                  </a:moveTo>
                  <a:lnTo>
                    <a:pt x="0" y="2497836"/>
                  </a:lnTo>
                  <a:lnTo>
                    <a:pt x="0" y="2454164"/>
                  </a:lnTo>
                  <a:lnTo>
                    <a:pt x="106420" y="2515613"/>
                  </a:lnTo>
                  <a:lnTo>
                    <a:pt x="1176794" y="1897628"/>
                  </a:lnTo>
                  <a:lnTo>
                    <a:pt x="1176794" y="661658"/>
                  </a:lnTo>
                  <a:lnTo>
                    <a:pt x="106420" y="43672"/>
                  </a:lnTo>
                  <a:lnTo>
                    <a:pt x="0" y="105122"/>
                  </a:lnTo>
                  <a:lnTo>
                    <a:pt x="0" y="61450"/>
                  </a:lnTo>
                  <a:lnTo>
                    <a:pt x="106420" y="0"/>
                  </a:lnTo>
                  <a:lnTo>
                    <a:pt x="1214622" y="639821"/>
                  </a:lnTo>
                  <a:lnTo>
                    <a:pt x="1214622" y="1919464"/>
                  </a:lnTo>
                  <a:lnTo>
                    <a:pt x="106420" y="25592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28">
              <a:extLst>
                <a:ext uri="{FF2B5EF4-FFF2-40B4-BE49-F238E27FC236}">
                  <a16:creationId xmlns:a16="http://schemas.microsoft.com/office/drawing/2014/main" id="{1B182559-E885-3253-2106-B6652FDB61B9}"/>
                </a:ext>
              </a:extLst>
            </p:cNvPr>
            <p:cNvSpPr/>
            <p:nvPr/>
          </p:nvSpPr>
          <p:spPr>
            <a:xfrm rot="10800000">
              <a:off x="14886233" y="6747413"/>
              <a:ext cx="2216402" cy="2559285"/>
            </a:xfrm>
            <a:custGeom>
              <a:avLst/>
              <a:gdLst>
                <a:gd name="connsiteX0" fmla="*/ 2216402 w 2216402"/>
                <a:gd name="connsiteY0" fmla="*/ 639821 h 2559285"/>
                <a:gd name="connsiteX1" fmla="*/ 2216402 w 2216402"/>
                <a:gd name="connsiteY1" fmla="*/ 1919464 h 2559285"/>
                <a:gd name="connsiteX2" fmla="*/ 1108201 w 2216402"/>
                <a:gd name="connsiteY2" fmla="*/ 2559286 h 2559285"/>
                <a:gd name="connsiteX3" fmla="*/ 0 w 2216402"/>
                <a:gd name="connsiteY3" fmla="*/ 1919464 h 2559285"/>
                <a:gd name="connsiteX4" fmla="*/ 0 w 2216402"/>
                <a:gd name="connsiteY4" fmla="*/ 639821 h 2559285"/>
                <a:gd name="connsiteX5" fmla="*/ 1108201 w 2216402"/>
                <a:gd name="connsiteY5" fmla="*/ 0 h 2559285"/>
                <a:gd name="connsiteX6" fmla="*/ 2216402 w 2216402"/>
                <a:gd name="connsiteY6" fmla="*/ 639821 h 2559285"/>
                <a:gd name="connsiteX7" fmla="*/ 37746 w 2216402"/>
                <a:gd name="connsiteY7" fmla="*/ 1897628 h 2559285"/>
                <a:gd name="connsiteX8" fmla="*/ 1108120 w 2216402"/>
                <a:gd name="connsiteY8" fmla="*/ 2515613 h 2559285"/>
                <a:gd name="connsiteX9" fmla="*/ 2178494 w 2216402"/>
                <a:gd name="connsiteY9" fmla="*/ 1897628 h 2559285"/>
                <a:gd name="connsiteX10" fmla="*/ 2178494 w 2216402"/>
                <a:gd name="connsiteY10" fmla="*/ 661658 h 2559285"/>
                <a:gd name="connsiteX11" fmla="*/ 1108120 w 2216402"/>
                <a:gd name="connsiteY11" fmla="*/ 43672 h 2559285"/>
                <a:gd name="connsiteX12" fmla="*/ 37746 w 2216402"/>
                <a:gd name="connsiteY12" fmla="*/ 661658 h 2559285"/>
                <a:gd name="connsiteX13" fmla="*/ 37746 w 2216402"/>
                <a:gd name="connsiteY13" fmla="*/ 1897628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6402" h="2559285">
                  <a:moveTo>
                    <a:pt x="2216402" y="639821"/>
                  </a:moveTo>
                  <a:lnTo>
                    <a:pt x="2216402" y="1919464"/>
                  </a:lnTo>
                  <a:cubicBezTo>
                    <a:pt x="2216402" y="1919464"/>
                    <a:pt x="1108201" y="2559286"/>
                    <a:pt x="1108201" y="2559286"/>
                  </a:cubicBezTo>
                  <a:lnTo>
                    <a:pt x="0" y="1919464"/>
                  </a:lnTo>
                  <a:lnTo>
                    <a:pt x="0" y="639821"/>
                  </a:lnTo>
                  <a:cubicBezTo>
                    <a:pt x="0" y="639821"/>
                    <a:pt x="1108201" y="0"/>
                    <a:pt x="1108201" y="0"/>
                  </a:cubicBezTo>
                  <a:lnTo>
                    <a:pt x="2216402" y="639821"/>
                  </a:lnTo>
                  <a:close/>
                  <a:moveTo>
                    <a:pt x="37746" y="1897628"/>
                  </a:moveTo>
                  <a:lnTo>
                    <a:pt x="1108120" y="2515613"/>
                  </a:lnTo>
                  <a:lnTo>
                    <a:pt x="2178494" y="1897628"/>
                  </a:lnTo>
                  <a:lnTo>
                    <a:pt x="2178494" y="661658"/>
                  </a:lnTo>
                  <a:cubicBezTo>
                    <a:pt x="2178494" y="661658"/>
                    <a:pt x="1108120" y="43672"/>
                    <a:pt x="1108120" y="43672"/>
                  </a:cubicBezTo>
                  <a:lnTo>
                    <a:pt x="37746" y="661658"/>
                  </a:lnTo>
                  <a:lnTo>
                    <a:pt x="37746" y="18976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129">
              <a:extLst>
                <a:ext uri="{FF2B5EF4-FFF2-40B4-BE49-F238E27FC236}">
                  <a16:creationId xmlns:a16="http://schemas.microsoft.com/office/drawing/2014/main" id="{C5C90202-C2B7-D476-EE89-8737659D52B1}"/>
                </a:ext>
              </a:extLst>
            </p:cNvPr>
            <p:cNvSpPr/>
            <p:nvPr/>
          </p:nvSpPr>
          <p:spPr>
            <a:xfrm rot="10800000">
              <a:off x="18154176" y="9201577"/>
              <a:ext cx="125334" cy="1201146"/>
            </a:xfrm>
            <a:custGeom>
              <a:avLst/>
              <a:gdLst>
                <a:gd name="connsiteX0" fmla="*/ 0 w 125334"/>
                <a:gd name="connsiteY0" fmla="*/ 1201147 h 1201146"/>
                <a:gd name="connsiteX1" fmla="*/ 0 w 125334"/>
                <a:gd name="connsiteY1" fmla="*/ 1157474 h 1201146"/>
                <a:gd name="connsiteX2" fmla="*/ 87507 w 125334"/>
                <a:gd name="connsiteY2" fmla="*/ 1106984 h 1201146"/>
                <a:gd name="connsiteX3" fmla="*/ 87507 w 125334"/>
                <a:gd name="connsiteY3" fmla="*/ 0 h 1201146"/>
                <a:gd name="connsiteX4" fmla="*/ 125334 w 125334"/>
                <a:gd name="connsiteY4" fmla="*/ 0 h 1201146"/>
                <a:gd name="connsiteX5" fmla="*/ 125334 w 125334"/>
                <a:gd name="connsiteY5" fmla="*/ 1128820 h 1201146"/>
                <a:gd name="connsiteX6" fmla="*/ 0 w 125334"/>
                <a:gd name="connsiteY6" fmla="*/ 1201147 h 120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5334" h="1201146">
                  <a:moveTo>
                    <a:pt x="0" y="1201147"/>
                  </a:moveTo>
                  <a:lnTo>
                    <a:pt x="0" y="1157474"/>
                  </a:lnTo>
                  <a:lnTo>
                    <a:pt x="87507" y="1106984"/>
                  </a:lnTo>
                  <a:lnTo>
                    <a:pt x="87507" y="0"/>
                  </a:lnTo>
                  <a:lnTo>
                    <a:pt x="125334" y="0"/>
                  </a:lnTo>
                  <a:lnTo>
                    <a:pt x="125334" y="1128820"/>
                  </a:lnTo>
                  <a:lnTo>
                    <a:pt x="0" y="1201147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130">
              <a:extLst>
                <a:ext uri="{FF2B5EF4-FFF2-40B4-BE49-F238E27FC236}">
                  <a16:creationId xmlns:a16="http://schemas.microsoft.com/office/drawing/2014/main" id="{62F43072-D39B-9DB3-AC33-B2185A616292}"/>
                </a:ext>
              </a:extLst>
            </p:cNvPr>
            <p:cNvSpPr/>
            <p:nvPr/>
          </p:nvSpPr>
          <p:spPr>
            <a:xfrm rot="10800000">
              <a:off x="15975602" y="8634083"/>
              <a:ext cx="2216402" cy="1768640"/>
            </a:xfrm>
            <a:custGeom>
              <a:avLst/>
              <a:gdLst>
                <a:gd name="connsiteX0" fmla="*/ 37828 w 2216402"/>
                <a:gd name="connsiteY0" fmla="*/ 0 h 1768640"/>
                <a:gd name="connsiteX1" fmla="*/ 37828 w 2216402"/>
                <a:gd name="connsiteY1" fmla="*/ 1106984 h 1768640"/>
                <a:gd name="connsiteX2" fmla="*/ 1108201 w 2216402"/>
                <a:gd name="connsiteY2" fmla="*/ 1724969 h 1768640"/>
                <a:gd name="connsiteX3" fmla="*/ 2178575 w 2216402"/>
                <a:gd name="connsiteY3" fmla="*/ 1106984 h 1768640"/>
                <a:gd name="connsiteX4" fmla="*/ 2178575 w 2216402"/>
                <a:gd name="connsiteY4" fmla="*/ 0 h 1768640"/>
                <a:gd name="connsiteX5" fmla="*/ 2216402 w 2216402"/>
                <a:gd name="connsiteY5" fmla="*/ 0 h 1768640"/>
                <a:gd name="connsiteX6" fmla="*/ 2216402 w 2216402"/>
                <a:gd name="connsiteY6" fmla="*/ 1128820 h 1768640"/>
                <a:gd name="connsiteX7" fmla="*/ 1108201 w 2216402"/>
                <a:gd name="connsiteY7" fmla="*/ 1768641 h 1768640"/>
                <a:gd name="connsiteX8" fmla="*/ 0 w 2216402"/>
                <a:gd name="connsiteY8" fmla="*/ 1128820 h 1768640"/>
                <a:gd name="connsiteX9" fmla="*/ 0 w 2216402"/>
                <a:gd name="connsiteY9" fmla="*/ 0 h 1768640"/>
                <a:gd name="connsiteX10" fmla="*/ 37828 w 2216402"/>
                <a:gd name="connsiteY10" fmla="*/ 0 h 176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16402" h="1768640">
                  <a:moveTo>
                    <a:pt x="37828" y="0"/>
                  </a:moveTo>
                  <a:lnTo>
                    <a:pt x="37828" y="1106984"/>
                  </a:lnTo>
                  <a:lnTo>
                    <a:pt x="1108201" y="1724969"/>
                  </a:lnTo>
                  <a:lnTo>
                    <a:pt x="2178575" y="1106984"/>
                  </a:lnTo>
                  <a:lnTo>
                    <a:pt x="2178575" y="0"/>
                  </a:lnTo>
                  <a:lnTo>
                    <a:pt x="2216402" y="0"/>
                  </a:lnTo>
                  <a:lnTo>
                    <a:pt x="2216402" y="1128820"/>
                  </a:lnTo>
                  <a:lnTo>
                    <a:pt x="1108201" y="1768641"/>
                  </a:lnTo>
                  <a:lnTo>
                    <a:pt x="0" y="1128820"/>
                  </a:lnTo>
                  <a:lnTo>
                    <a:pt x="0" y="0"/>
                  </a:lnTo>
                  <a:lnTo>
                    <a:pt x="3782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131">
              <a:extLst>
                <a:ext uri="{FF2B5EF4-FFF2-40B4-BE49-F238E27FC236}">
                  <a16:creationId xmlns:a16="http://schemas.microsoft.com/office/drawing/2014/main" id="{BB083D15-4F61-A329-0558-B38A21F75AEC}"/>
                </a:ext>
              </a:extLst>
            </p:cNvPr>
            <p:cNvSpPr/>
            <p:nvPr/>
          </p:nvSpPr>
          <p:spPr>
            <a:xfrm rot="10800000">
              <a:off x="13796946" y="8634083"/>
              <a:ext cx="2216483" cy="1768640"/>
            </a:xfrm>
            <a:custGeom>
              <a:avLst/>
              <a:gdLst>
                <a:gd name="connsiteX0" fmla="*/ 37828 w 2216483"/>
                <a:gd name="connsiteY0" fmla="*/ 0 h 1768640"/>
                <a:gd name="connsiteX1" fmla="*/ 37828 w 2216483"/>
                <a:gd name="connsiteY1" fmla="*/ 1106984 h 1768640"/>
                <a:gd name="connsiteX2" fmla="*/ 1108282 w 2216483"/>
                <a:gd name="connsiteY2" fmla="*/ 1724969 h 1768640"/>
                <a:gd name="connsiteX3" fmla="*/ 2178656 w 2216483"/>
                <a:gd name="connsiteY3" fmla="*/ 1106984 h 1768640"/>
                <a:gd name="connsiteX4" fmla="*/ 2178656 w 2216483"/>
                <a:gd name="connsiteY4" fmla="*/ 0 h 1768640"/>
                <a:gd name="connsiteX5" fmla="*/ 2216484 w 2216483"/>
                <a:gd name="connsiteY5" fmla="*/ 0 h 1768640"/>
                <a:gd name="connsiteX6" fmla="*/ 2216484 w 2216483"/>
                <a:gd name="connsiteY6" fmla="*/ 1128820 h 1768640"/>
                <a:gd name="connsiteX7" fmla="*/ 1108282 w 2216483"/>
                <a:gd name="connsiteY7" fmla="*/ 1768641 h 1768640"/>
                <a:gd name="connsiteX8" fmla="*/ 0 w 2216483"/>
                <a:gd name="connsiteY8" fmla="*/ 1128820 h 1768640"/>
                <a:gd name="connsiteX9" fmla="*/ 0 w 2216483"/>
                <a:gd name="connsiteY9" fmla="*/ 0 h 1768640"/>
                <a:gd name="connsiteX10" fmla="*/ 37828 w 2216483"/>
                <a:gd name="connsiteY10" fmla="*/ 0 h 176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16483" h="1768640">
                  <a:moveTo>
                    <a:pt x="37828" y="0"/>
                  </a:moveTo>
                  <a:lnTo>
                    <a:pt x="37828" y="1106984"/>
                  </a:lnTo>
                  <a:lnTo>
                    <a:pt x="1108282" y="1724969"/>
                  </a:lnTo>
                  <a:lnTo>
                    <a:pt x="2178656" y="1106984"/>
                  </a:lnTo>
                  <a:lnTo>
                    <a:pt x="2178656" y="0"/>
                  </a:lnTo>
                  <a:lnTo>
                    <a:pt x="2216484" y="0"/>
                  </a:lnTo>
                  <a:lnTo>
                    <a:pt x="2216484" y="1128820"/>
                  </a:lnTo>
                  <a:lnTo>
                    <a:pt x="1108282" y="1768641"/>
                  </a:lnTo>
                  <a:lnTo>
                    <a:pt x="0" y="1128820"/>
                  </a:lnTo>
                  <a:lnTo>
                    <a:pt x="0" y="0"/>
                  </a:lnTo>
                  <a:lnTo>
                    <a:pt x="3782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132">
              <a:extLst>
                <a:ext uri="{FF2B5EF4-FFF2-40B4-BE49-F238E27FC236}">
                  <a16:creationId xmlns:a16="http://schemas.microsoft.com/office/drawing/2014/main" id="{77BD00B0-C5E2-4B67-5F48-FFE43712A311}"/>
                </a:ext>
              </a:extLst>
            </p:cNvPr>
            <p:cNvSpPr/>
            <p:nvPr/>
          </p:nvSpPr>
          <p:spPr>
            <a:xfrm rot="10800000">
              <a:off x="11618372" y="8634083"/>
              <a:ext cx="2216402" cy="1768640"/>
            </a:xfrm>
            <a:custGeom>
              <a:avLst/>
              <a:gdLst>
                <a:gd name="connsiteX0" fmla="*/ 37828 w 2216402"/>
                <a:gd name="connsiteY0" fmla="*/ 0 h 1768640"/>
                <a:gd name="connsiteX1" fmla="*/ 37828 w 2216402"/>
                <a:gd name="connsiteY1" fmla="*/ 1106984 h 1768640"/>
                <a:gd name="connsiteX2" fmla="*/ 1108201 w 2216402"/>
                <a:gd name="connsiteY2" fmla="*/ 1724969 h 1768640"/>
                <a:gd name="connsiteX3" fmla="*/ 2178575 w 2216402"/>
                <a:gd name="connsiteY3" fmla="*/ 1106984 h 1768640"/>
                <a:gd name="connsiteX4" fmla="*/ 2178575 w 2216402"/>
                <a:gd name="connsiteY4" fmla="*/ 0 h 1768640"/>
                <a:gd name="connsiteX5" fmla="*/ 2216403 w 2216402"/>
                <a:gd name="connsiteY5" fmla="*/ 0 h 1768640"/>
                <a:gd name="connsiteX6" fmla="*/ 2216403 w 2216402"/>
                <a:gd name="connsiteY6" fmla="*/ 1128820 h 1768640"/>
                <a:gd name="connsiteX7" fmla="*/ 1108201 w 2216402"/>
                <a:gd name="connsiteY7" fmla="*/ 1768641 h 1768640"/>
                <a:gd name="connsiteX8" fmla="*/ 0 w 2216402"/>
                <a:gd name="connsiteY8" fmla="*/ 1128820 h 1768640"/>
                <a:gd name="connsiteX9" fmla="*/ 0 w 2216402"/>
                <a:gd name="connsiteY9" fmla="*/ 0 h 1768640"/>
                <a:gd name="connsiteX10" fmla="*/ 37828 w 2216402"/>
                <a:gd name="connsiteY10" fmla="*/ 0 h 176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16402" h="1768640">
                  <a:moveTo>
                    <a:pt x="37828" y="0"/>
                  </a:moveTo>
                  <a:lnTo>
                    <a:pt x="37828" y="1106984"/>
                  </a:lnTo>
                  <a:lnTo>
                    <a:pt x="1108201" y="1724969"/>
                  </a:lnTo>
                  <a:lnTo>
                    <a:pt x="2178575" y="1106984"/>
                  </a:lnTo>
                  <a:lnTo>
                    <a:pt x="2178575" y="0"/>
                  </a:lnTo>
                  <a:lnTo>
                    <a:pt x="2216403" y="0"/>
                  </a:lnTo>
                  <a:lnTo>
                    <a:pt x="2216403" y="1128820"/>
                  </a:lnTo>
                  <a:lnTo>
                    <a:pt x="1108201" y="1768641"/>
                  </a:lnTo>
                  <a:lnTo>
                    <a:pt x="0" y="1128820"/>
                  </a:lnTo>
                  <a:lnTo>
                    <a:pt x="0" y="0"/>
                  </a:lnTo>
                  <a:lnTo>
                    <a:pt x="3782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133">
              <a:extLst>
                <a:ext uri="{FF2B5EF4-FFF2-40B4-BE49-F238E27FC236}">
                  <a16:creationId xmlns:a16="http://schemas.microsoft.com/office/drawing/2014/main" id="{688489EB-D29C-EE89-7807-AC90A105056B}"/>
                </a:ext>
              </a:extLst>
            </p:cNvPr>
            <p:cNvSpPr/>
            <p:nvPr/>
          </p:nvSpPr>
          <p:spPr>
            <a:xfrm rot="10800000">
              <a:off x="9439798" y="8634083"/>
              <a:ext cx="2216401" cy="1768640"/>
            </a:xfrm>
            <a:custGeom>
              <a:avLst/>
              <a:gdLst>
                <a:gd name="connsiteX0" fmla="*/ 37828 w 2216401"/>
                <a:gd name="connsiteY0" fmla="*/ 0 h 1768640"/>
                <a:gd name="connsiteX1" fmla="*/ 37828 w 2216401"/>
                <a:gd name="connsiteY1" fmla="*/ 1106984 h 1768640"/>
                <a:gd name="connsiteX2" fmla="*/ 1108201 w 2216401"/>
                <a:gd name="connsiteY2" fmla="*/ 1724969 h 1768640"/>
                <a:gd name="connsiteX3" fmla="*/ 2178575 w 2216401"/>
                <a:gd name="connsiteY3" fmla="*/ 1106984 h 1768640"/>
                <a:gd name="connsiteX4" fmla="*/ 2178575 w 2216401"/>
                <a:gd name="connsiteY4" fmla="*/ 0 h 1768640"/>
                <a:gd name="connsiteX5" fmla="*/ 2216402 w 2216401"/>
                <a:gd name="connsiteY5" fmla="*/ 0 h 1768640"/>
                <a:gd name="connsiteX6" fmla="*/ 2216402 w 2216401"/>
                <a:gd name="connsiteY6" fmla="*/ 1128820 h 1768640"/>
                <a:gd name="connsiteX7" fmla="*/ 1108201 w 2216401"/>
                <a:gd name="connsiteY7" fmla="*/ 1768641 h 1768640"/>
                <a:gd name="connsiteX8" fmla="*/ 0 w 2216401"/>
                <a:gd name="connsiteY8" fmla="*/ 1128820 h 1768640"/>
                <a:gd name="connsiteX9" fmla="*/ 0 w 2216401"/>
                <a:gd name="connsiteY9" fmla="*/ 0 h 1768640"/>
                <a:gd name="connsiteX10" fmla="*/ 37828 w 2216401"/>
                <a:gd name="connsiteY10" fmla="*/ 0 h 176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16401" h="1768640">
                  <a:moveTo>
                    <a:pt x="37828" y="0"/>
                  </a:moveTo>
                  <a:lnTo>
                    <a:pt x="37828" y="1106984"/>
                  </a:lnTo>
                  <a:lnTo>
                    <a:pt x="1108201" y="1724969"/>
                  </a:lnTo>
                  <a:lnTo>
                    <a:pt x="2178575" y="1106984"/>
                  </a:lnTo>
                  <a:lnTo>
                    <a:pt x="2178575" y="0"/>
                  </a:lnTo>
                  <a:lnTo>
                    <a:pt x="2216402" y="0"/>
                  </a:lnTo>
                  <a:lnTo>
                    <a:pt x="2216402" y="1128820"/>
                  </a:lnTo>
                  <a:lnTo>
                    <a:pt x="1108201" y="1768641"/>
                  </a:lnTo>
                  <a:lnTo>
                    <a:pt x="0" y="1128820"/>
                  </a:lnTo>
                  <a:lnTo>
                    <a:pt x="0" y="0"/>
                  </a:lnTo>
                  <a:lnTo>
                    <a:pt x="3782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134">
              <a:extLst>
                <a:ext uri="{FF2B5EF4-FFF2-40B4-BE49-F238E27FC236}">
                  <a16:creationId xmlns:a16="http://schemas.microsoft.com/office/drawing/2014/main" id="{D910A663-AB7F-EF60-53DA-F3C6EAD2E9AA}"/>
                </a:ext>
              </a:extLst>
            </p:cNvPr>
            <p:cNvSpPr/>
            <p:nvPr/>
          </p:nvSpPr>
          <p:spPr>
            <a:xfrm rot="10800000">
              <a:off x="17271724" y="4276528"/>
              <a:ext cx="109423" cy="109423"/>
            </a:xfrm>
            <a:custGeom>
              <a:avLst/>
              <a:gdLst>
                <a:gd name="connsiteX0" fmla="*/ 0 w 109423"/>
                <a:gd name="connsiteY0" fmla="*/ 54712 h 109423"/>
                <a:gd name="connsiteX1" fmla="*/ 54712 w 109423"/>
                <a:gd name="connsiteY1" fmla="*/ 0 h 109423"/>
                <a:gd name="connsiteX2" fmla="*/ 109424 w 109423"/>
                <a:gd name="connsiteY2" fmla="*/ 54712 h 109423"/>
                <a:gd name="connsiteX3" fmla="*/ 54712 w 109423"/>
                <a:gd name="connsiteY3" fmla="*/ 109424 h 109423"/>
                <a:gd name="connsiteX4" fmla="*/ 0 w 109423"/>
                <a:gd name="connsiteY4" fmla="*/ 54712 h 10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423" h="109423">
                  <a:moveTo>
                    <a:pt x="0" y="54712"/>
                  </a:moveTo>
                  <a:cubicBezTo>
                    <a:pt x="0" y="24515"/>
                    <a:pt x="24515" y="0"/>
                    <a:pt x="54712" y="0"/>
                  </a:cubicBezTo>
                  <a:cubicBezTo>
                    <a:pt x="84909" y="0"/>
                    <a:pt x="109424" y="24515"/>
                    <a:pt x="109424" y="54712"/>
                  </a:cubicBezTo>
                  <a:cubicBezTo>
                    <a:pt x="109424" y="84909"/>
                    <a:pt x="84909" y="109424"/>
                    <a:pt x="54712" y="109424"/>
                  </a:cubicBezTo>
                  <a:cubicBezTo>
                    <a:pt x="24515" y="109424"/>
                    <a:pt x="0" y="84909"/>
                    <a:pt x="0" y="5471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135">
              <a:extLst>
                <a:ext uri="{FF2B5EF4-FFF2-40B4-BE49-F238E27FC236}">
                  <a16:creationId xmlns:a16="http://schemas.microsoft.com/office/drawing/2014/main" id="{DD8FA8E2-7E77-8023-ABE7-BC94BA10344A}"/>
                </a:ext>
              </a:extLst>
            </p:cNvPr>
            <p:cNvSpPr/>
            <p:nvPr/>
          </p:nvSpPr>
          <p:spPr>
            <a:xfrm rot="10800000">
              <a:off x="18055630" y="3742071"/>
              <a:ext cx="213165" cy="213165"/>
            </a:xfrm>
            <a:custGeom>
              <a:avLst/>
              <a:gdLst>
                <a:gd name="connsiteX0" fmla="*/ 106583 w 213165"/>
                <a:gd name="connsiteY0" fmla="*/ 0 h 213165"/>
                <a:gd name="connsiteX1" fmla="*/ 213166 w 213165"/>
                <a:gd name="connsiteY1" fmla="*/ 106583 h 213165"/>
                <a:gd name="connsiteX2" fmla="*/ 106583 w 213165"/>
                <a:gd name="connsiteY2" fmla="*/ 213165 h 213165"/>
                <a:gd name="connsiteX3" fmla="*/ 0 w 213165"/>
                <a:gd name="connsiteY3" fmla="*/ 106583 h 213165"/>
                <a:gd name="connsiteX4" fmla="*/ 106583 w 213165"/>
                <a:gd name="connsiteY4" fmla="*/ 0 h 213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165" h="213165">
                  <a:moveTo>
                    <a:pt x="106583" y="0"/>
                  </a:moveTo>
                  <a:cubicBezTo>
                    <a:pt x="165435" y="0"/>
                    <a:pt x="213166" y="47731"/>
                    <a:pt x="213166" y="106583"/>
                  </a:cubicBezTo>
                  <a:cubicBezTo>
                    <a:pt x="213166" y="165435"/>
                    <a:pt x="165435" y="213165"/>
                    <a:pt x="106583" y="213165"/>
                  </a:cubicBezTo>
                  <a:cubicBezTo>
                    <a:pt x="47731" y="213165"/>
                    <a:pt x="0" y="165435"/>
                    <a:pt x="0" y="106583"/>
                  </a:cubicBezTo>
                  <a:cubicBezTo>
                    <a:pt x="0" y="47731"/>
                    <a:pt x="47731" y="0"/>
                    <a:pt x="106583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136">
              <a:extLst>
                <a:ext uri="{FF2B5EF4-FFF2-40B4-BE49-F238E27FC236}">
                  <a16:creationId xmlns:a16="http://schemas.microsoft.com/office/drawing/2014/main" id="{187D8B25-B727-CB61-6571-43E7854E5635}"/>
                </a:ext>
              </a:extLst>
            </p:cNvPr>
            <p:cNvSpPr/>
            <p:nvPr/>
          </p:nvSpPr>
          <p:spPr>
            <a:xfrm rot="10800000">
              <a:off x="17235925" y="5205900"/>
              <a:ext cx="181020" cy="181020"/>
            </a:xfrm>
            <a:custGeom>
              <a:avLst/>
              <a:gdLst>
                <a:gd name="connsiteX0" fmla="*/ 90510 w 181020"/>
                <a:gd name="connsiteY0" fmla="*/ 0 h 181020"/>
                <a:gd name="connsiteX1" fmla="*/ 181020 w 181020"/>
                <a:gd name="connsiteY1" fmla="*/ 90510 h 181020"/>
                <a:gd name="connsiteX2" fmla="*/ 90510 w 181020"/>
                <a:gd name="connsiteY2" fmla="*/ 181020 h 181020"/>
                <a:gd name="connsiteX3" fmla="*/ 0 w 181020"/>
                <a:gd name="connsiteY3" fmla="*/ 90510 h 181020"/>
                <a:gd name="connsiteX4" fmla="*/ 90510 w 181020"/>
                <a:gd name="connsiteY4" fmla="*/ 0 h 181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020" h="181020">
                  <a:moveTo>
                    <a:pt x="90510" y="0"/>
                  </a:moveTo>
                  <a:cubicBezTo>
                    <a:pt x="140514" y="0"/>
                    <a:pt x="181020" y="40506"/>
                    <a:pt x="181020" y="90510"/>
                  </a:cubicBezTo>
                  <a:cubicBezTo>
                    <a:pt x="181020" y="140514"/>
                    <a:pt x="140514" y="181020"/>
                    <a:pt x="90510" y="181020"/>
                  </a:cubicBezTo>
                  <a:cubicBezTo>
                    <a:pt x="40506" y="181020"/>
                    <a:pt x="0" y="140514"/>
                    <a:pt x="0" y="90510"/>
                  </a:cubicBezTo>
                  <a:cubicBezTo>
                    <a:pt x="0" y="40506"/>
                    <a:pt x="40506" y="0"/>
                    <a:pt x="90510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137">
              <a:extLst>
                <a:ext uri="{FF2B5EF4-FFF2-40B4-BE49-F238E27FC236}">
                  <a16:creationId xmlns:a16="http://schemas.microsoft.com/office/drawing/2014/main" id="{FA019A54-D3FA-13B5-AF29-2AE9C699A3E3}"/>
                </a:ext>
              </a:extLst>
            </p:cNvPr>
            <p:cNvSpPr/>
            <p:nvPr/>
          </p:nvSpPr>
          <p:spPr>
            <a:xfrm rot="10800000">
              <a:off x="15611776" y="5253306"/>
              <a:ext cx="86045" cy="86045"/>
            </a:xfrm>
            <a:custGeom>
              <a:avLst/>
              <a:gdLst>
                <a:gd name="connsiteX0" fmla="*/ 86046 w 86045"/>
                <a:gd name="connsiteY0" fmla="*/ 43023 h 86045"/>
                <a:gd name="connsiteX1" fmla="*/ 43023 w 86045"/>
                <a:gd name="connsiteY1" fmla="*/ 86045 h 86045"/>
                <a:gd name="connsiteX2" fmla="*/ 0 w 86045"/>
                <a:gd name="connsiteY2" fmla="*/ 43023 h 86045"/>
                <a:gd name="connsiteX3" fmla="*/ 43023 w 86045"/>
                <a:gd name="connsiteY3" fmla="*/ 0 h 86045"/>
                <a:gd name="connsiteX4" fmla="*/ 86046 w 86045"/>
                <a:gd name="connsiteY4" fmla="*/ 43023 h 8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045" h="86045">
                  <a:moveTo>
                    <a:pt x="86046" y="43023"/>
                  </a:moveTo>
                  <a:cubicBezTo>
                    <a:pt x="86046" y="66807"/>
                    <a:pt x="66807" y="86045"/>
                    <a:pt x="43023" y="86045"/>
                  </a:cubicBezTo>
                  <a:cubicBezTo>
                    <a:pt x="19238" y="86045"/>
                    <a:pt x="0" y="66807"/>
                    <a:pt x="0" y="43023"/>
                  </a:cubicBezTo>
                  <a:cubicBezTo>
                    <a:pt x="0" y="19238"/>
                    <a:pt x="19238" y="0"/>
                    <a:pt x="43023" y="0"/>
                  </a:cubicBezTo>
                  <a:cubicBezTo>
                    <a:pt x="66807" y="0"/>
                    <a:pt x="86046" y="19238"/>
                    <a:pt x="86046" y="4302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138">
              <a:extLst>
                <a:ext uri="{FF2B5EF4-FFF2-40B4-BE49-F238E27FC236}">
                  <a16:creationId xmlns:a16="http://schemas.microsoft.com/office/drawing/2014/main" id="{80C56568-5CF1-FB6E-8B71-9510A02E5006}"/>
                </a:ext>
              </a:extLst>
            </p:cNvPr>
            <p:cNvSpPr/>
            <p:nvPr/>
          </p:nvSpPr>
          <p:spPr>
            <a:xfrm rot="10800000">
              <a:off x="14735736" y="5695710"/>
              <a:ext cx="166408" cy="166408"/>
            </a:xfrm>
            <a:custGeom>
              <a:avLst/>
              <a:gdLst>
                <a:gd name="connsiteX0" fmla="*/ 166409 w 166408"/>
                <a:gd name="connsiteY0" fmla="*/ 83204 h 166408"/>
                <a:gd name="connsiteX1" fmla="*/ 83204 w 166408"/>
                <a:gd name="connsiteY1" fmla="*/ 166409 h 166408"/>
                <a:gd name="connsiteX2" fmla="*/ 0 w 166408"/>
                <a:gd name="connsiteY2" fmla="*/ 83204 h 166408"/>
                <a:gd name="connsiteX3" fmla="*/ 83204 w 166408"/>
                <a:gd name="connsiteY3" fmla="*/ 0 h 166408"/>
                <a:gd name="connsiteX4" fmla="*/ 166409 w 166408"/>
                <a:gd name="connsiteY4" fmla="*/ 83204 h 166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408" h="166408">
                  <a:moveTo>
                    <a:pt x="166409" y="83204"/>
                  </a:moveTo>
                  <a:cubicBezTo>
                    <a:pt x="166409" y="129157"/>
                    <a:pt x="129157" y="166409"/>
                    <a:pt x="83204" y="166409"/>
                  </a:cubicBezTo>
                  <a:cubicBezTo>
                    <a:pt x="37252" y="166409"/>
                    <a:pt x="0" y="129157"/>
                    <a:pt x="0" y="83204"/>
                  </a:cubicBezTo>
                  <a:cubicBezTo>
                    <a:pt x="0" y="37252"/>
                    <a:pt x="37252" y="0"/>
                    <a:pt x="83204" y="0"/>
                  </a:cubicBezTo>
                  <a:cubicBezTo>
                    <a:pt x="129157" y="0"/>
                    <a:pt x="166409" y="37252"/>
                    <a:pt x="166409" y="8320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139">
              <a:extLst>
                <a:ext uri="{FF2B5EF4-FFF2-40B4-BE49-F238E27FC236}">
                  <a16:creationId xmlns:a16="http://schemas.microsoft.com/office/drawing/2014/main" id="{DA9448AC-5CB0-D664-2A2E-C71AFB5118CC}"/>
                </a:ext>
              </a:extLst>
            </p:cNvPr>
            <p:cNvSpPr/>
            <p:nvPr/>
          </p:nvSpPr>
          <p:spPr>
            <a:xfrm rot="10800000">
              <a:off x="13902799" y="5215966"/>
              <a:ext cx="160726" cy="160726"/>
            </a:xfrm>
            <a:custGeom>
              <a:avLst/>
              <a:gdLst>
                <a:gd name="connsiteX0" fmla="*/ 160726 w 160726"/>
                <a:gd name="connsiteY0" fmla="*/ 80363 h 160726"/>
                <a:gd name="connsiteX1" fmla="*/ 80363 w 160726"/>
                <a:gd name="connsiteY1" fmla="*/ 160727 h 160726"/>
                <a:gd name="connsiteX2" fmla="*/ 0 w 160726"/>
                <a:gd name="connsiteY2" fmla="*/ 80363 h 160726"/>
                <a:gd name="connsiteX3" fmla="*/ 80363 w 160726"/>
                <a:gd name="connsiteY3" fmla="*/ 0 h 160726"/>
                <a:gd name="connsiteX4" fmla="*/ 160726 w 160726"/>
                <a:gd name="connsiteY4" fmla="*/ 80363 h 160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26" h="160726">
                  <a:moveTo>
                    <a:pt x="160726" y="80363"/>
                  </a:moveTo>
                  <a:cubicBezTo>
                    <a:pt x="160726" y="124766"/>
                    <a:pt x="124766" y="160727"/>
                    <a:pt x="80363" y="160727"/>
                  </a:cubicBezTo>
                  <a:cubicBezTo>
                    <a:pt x="35960" y="160727"/>
                    <a:pt x="0" y="124766"/>
                    <a:pt x="0" y="80363"/>
                  </a:cubicBezTo>
                  <a:cubicBezTo>
                    <a:pt x="0" y="35960"/>
                    <a:pt x="35960" y="0"/>
                    <a:pt x="80363" y="0"/>
                  </a:cubicBezTo>
                  <a:cubicBezTo>
                    <a:pt x="124766" y="0"/>
                    <a:pt x="160726" y="35960"/>
                    <a:pt x="160726" y="8036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140">
              <a:extLst>
                <a:ext uri="{FF2B5EF4-FFF2-40B4-BE49-F238E27FC236}">
                  <a16:creationId xmlns:a16="http://schemas.microsoft.com/office/drawing/2014/main" id="{3ABA3E5B-2557-AFB4-8719-8B9B65729C8D}"/>
                </a:ext>
              </a:extLst>
            </p:cNvPr>
            <p:cNvSpPr/>
            <p:nvPr/>
          </p:nvSpPr>
          <p:spPr>
            <a:xfrm rot="10800000">
              <a:off x="13053221" y="5684833"/>
              <a:ext cx="188163" cy="188163"/>
            </a:xfrm>
            <a:custGeom>
              <a:avLst/>
              <a:gdLst>
                <a:gd name="connsiteX0" fmla="*/ 188164 w 188163"/>
                <a:gd name="connsiteY0" fmla="*/ 94082 h 188163"/>
                <a:gd name="connsiteX1" fmla="*/ 94082 w 188163"/>
                <a:gd name="connsiteY1" fmla="*/ 188164 h 188163"/>
                <a:gd name="connsiteX2" fmla="*/ 0 w 188163"/>
                <a:gd name="connsiteY2" fmla="*/ 94082 h 188163"/>
                <a:gd name="connsiteX3" fmla="*/ 94082 w 188163"/>
                <a:gd name="connsiteY3" fmla="*/ 0 h 188163"/>
                <a:gd name="connsiteX4" fmla="*/ 188164 w 188163"/>
                <a:gd name="connsiteY4" fmla="*/ 94082 h 18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163" h="188163">
                  <a:moveTo>
                    <a:pt x="188164" y="94082"/>
                  </a:moveTo>
                  <a:cubicBezTo>
                    <a:pt x="188164" y="146042"/>
                    <a:pt x="146042" y="188164"/>
                    <a:pt x="94082" y="188164"/>
                  </a:cubicBezTo>
                  <a:cubicBezTo>
                    <a:pt x="42122" y="188164"/>
                    <a:pt x="0" y="146042"/>
                    <a:pt x="0" y="94082"/>
                  </a:cubicBezTo>
                  <a:cubicBezTo>
                    <a:pt x="0" y="42122"/>
                    <a:pt x="42122" y="0"/>
                    <a:pt x="94082" y="0"/>
                  </a:cubicBezTo>
                  <a:cubicBezTo>
                    <a:pt x="146042" y="0"/>
                    <a:pt x="188164" y="42122"/>
                    <a:pt x="188164" y="9408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2" name="Полилиния: фигура 141">
              <a:extLst>
                <a:ext uri="{FF2B5EF4-FFF2-40B4-BE49-F238E27FC236}">
                  <a16:creationId xmlns:a16="http://schemas.microsoft.com/office/drawing/2014/main" id="{EFDD7BD3-0810-CF69-103E-BC9157754C02}"/>
                </a:ext>
              </a:extLst>
            </p:cNvPr>
            <p:cNvSpPr/>
            <p:nvPr/>
          </p:nvSpPr>
          <p:spPr>
            <a:xfrm rot="10800000">
              <a:off x="18092159" y="6673950"/>
              <a:ext cx="140108" cy="140108"/>
            </a:xfrm>
            <a:custGeom>
              <a:avLst/>
              <a:gdLst>
                <a:gd name="connsiteX0" fmla="*/ 0 w 140108"/>
                <a:gd name="connsiteY0" fmla="*/ 70054 h 140108"/>
                <a:gd name="connsiteX1" fmla="*/ 70054 w 140108"/>
                <a:gd name="connsiteY1" fmla="*/ 0 h 140108"/>
                <a:gd name="connsiteX2" fmla="*/ 140108 w 140108"/>
                <a:gd name="connsiteY2" fmla="*/ 70054 h 140108"/>
                <a:gd name="connsiteX3" fmla="*/ 70054 w 140108"/>
                <a:gd name="connsiteY3" fmla="*/ 140108 h 140108"/>
                <a:gd name="connsiteX4" fmla="*/ 0 w 140108"/>
                <a:gd name="connsiteY4" fmla="*/ 70054 h 14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108" h="140108">
                  <a:moveTo>
                    <a:pt x="0" y="70054"/>
                  </a:moveTo>
                  <a:cubicBezTo>
                    <a:pt x="0" y="31333"/>
                    <a:pt x="31334" y="0"/>
                    <a:pt x="70054" y="0"/>
                  </a:cubicBezTo>
                  <a:cubicBezTo>
                    <a:pt x="108774" y="0"/>
                    <a:pt x="140108" y="31333"/>
                    <a:pt x="140108" y="70054"/>
                  </a:cubicBezTo>
                  <a:cubicBezTo>
                    <a:pt x="140108" y="108774"/>
                    <a:pt x="108774" y="140108"/>
                    <a:pt x="70054" y="140108"/>
                  </a:cubicBezTo>
                  <a:cubicBezTo>
                    <a:pt x="31334" y="140108"/>
                    <a:pt x="0" y="108774"/>
                    <a:pt x="0" y="7005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3" name="Полилиния: фигура 142">
              <a:extLst>
                <a:ext uri="{FF2B5EF4-FFF2-40B4-BE49-F238E27FC236}">
                  <a16:creationId xmlns:a16="http://schemas.microsoft.com/office/drawing/2014/main" id="{4E27645B-8F81-FD98-1057-44A4F3E3ED88}"/>
                </a:ext>
              </a:extLst>
            </p:cNvPr>
            <p:cNvSpPr/>
            <p:nvPr/>
          </p:nvSpPr>
          <p:spPr>
            <a:xfrm rot="10800000">
              <a:off x="18114238" y="5730860"/>
              <a:ext cx="96111" cy="96110"/>
            </a:xfrm>
            <a:custGeom>
              <a:avLst/>
              <a:gdLst>
                <a:gd name="connsiteX0" fmla="*/ 96111 w 96111"/>
                <a:gd name="connsiteY0" fmla="*/ 48055 h 96110"/>
                <a:gd name="connsiteX1" fmla="*/ 48056 w 96111"/>
                <a:gd name="connsiteY1" fmla="*/ 96111 h 96110"/>
                <a:gd name="connsiteX2" fmla="*/ 0 w 96111"/>
                <a:gd name="connsiteY2" fmla="*/ 48055 h 96110"/>
                <a:gd name="connsiteX3" fmla="*/ 48056 w 96111"/>
                <a:gd name="connsiteY3" fmla="*/ 0 h 96110"/>
                <a:gd name="connsiteX4" fmla="*/ 96111 w 96111"/>
                <a:gd name="connsiteY4" fmla="*/ 48055 h 96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111" h="96110">
                  <a:moveTo>
                    <a:pt x="96111" y="48055"/>
                  </a:moveTo>
                  <a:cubicBezTo>
                    <a:pt x="96111" y="74600"/>
                    <a:pt x="74600" y="96111"/>
                    <a:pt x="48056" y="96111"/>
                  </a:cubicBezTo>
                  <a:cubicBezTo>
                    <a:pt x="21511" y="96111"/>
                    <a:pt x="0" y="74600"/>
                    <a:pt x="0" y="48055"/>
                  </a:cubicBezTo>
                  <a:cubicBezTo>
                    <a:pt x="0" y="21511"/>
                    <a:pt x="21511" y="0"/>
                    <a:pt x="48056" y="0"/>
                  </a:cubicBezTo>
                  <a:cubicBezTo>
                    <a:pt x="74600" y="0"/>
                    <a:pt x="96111" y="21511"/>
                    <a:pt x="96111" y="48055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143">
              <a:extLst>
                <a:ext uri="{FF2B5EF4-FFF2-40B4-BE49-F238E27FC236}">
                  <a16:creationId xmlns:a16="http://schemas.microsoft.com/office/drawing/2014/main" id="{80265C40-B46E-FEC3-6687-A93540923677}"/>
                </a:ext>
              </a:extLst>
            </p:cNvPr>
            <p:cNvSpPr/>
            <p:nvPr/>
          </p:nvSpPr>
          <p:spPr>
            <a:xfrm rot="10800000">
              <a:off x="16451207" y="5739545"/>
              <a:ext cx="78739" cy="78739"/>
            </a:xfrm>
            <a:custGeom>
              <a:avLst/>
              <a:gdLst>
                <a:gd name="connsiteX0" fmla="*/ 78740 w 78739"/>
                <a:gd name="connsiteY0" fmla="*/ 39370 h 78739"/>
                <a:gd name="connsiteX1" fmla="*/ 39370 w 78739"/>
                <a:gd name="connsiteY1" fmla="*/ 78739 h 78739"/>
                <a:gd name="connsiteX2" fmla="*/ 0 w 78739"/>
                <a:gd name="connsiteY2" fmla="*/ 39370 h 78739"/>
                <a:gd name="connsiteX3" fmla="*/ 39370 w 78739"/>
                <a:gd name="connsiteY3" fmla="*/ 0 h 78739"/>
                <a:gd name="connsiteX4" fmla="*/ 78740 w 78739"/>
                <a:gd name="connsiteY4" fmla="*/ 39370 h 7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739" h="78739">
                  <a:moveTo>
                    <a:pt x="78740" y="39370"/>
                  </a:moveTo>
                  <a:cubicBezTo>
                    <a:pt x="78740" y="61113"/>
                    <a:pt x="61113" y="78739"/>
                    <a:pt x="39370" y="78739"/>
                  </a:cubicBezTo>
                  <a:cubicBezTo>
                    <a:pt x="17626" y="78739"/>
                    <a:pt x="0" y="61113"/>
                    <a:pt x="0" y="39370"/>
                  </a:cubicBezTo>
                  <a:cubicBezTo>
                    <a:pt x="0" y="17626"/>
                    <a:pt x="17626" y="0"/>
                    <a:pt x="39370" y="0"/>
                  </a:cubicBezTo>
                  <a:cubicBezTo>
                    <a:pt x="61113" y="0"/>
                    <a:pt x="78740" y="17627"/>
                    <a:pt x="78740" y="3937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: фигура 144">
              <a:extLst>
                <a:ext uri="{FF2B5EF4-FFF2-40B4-BE49-F238E27FC236}">
                  <a16:creationId xmlns:a16="http://schemas.microsoft.com/office/drawing/2014/main" id="{C84E7D6E-CFC7-7FE7-68EB-987B0FDF0FE4}"/>
                </a:ext>
              </a:extLst>
            </p:cNvPr>
            <p:cNvSpPr/>
            <p:nvPr/>
          </p:nvSpPr>
          <p:spPr>
            <a:xfrm rot="10800000">
              <a:off x="15588641" y="7160432"/>
              <a:ext cx="132315" cy="132315"/>
            </a:xfrm>
            <a:custGeom>
              <a:avLst/>
              <a:gdLst>
                <a:gd name="connsiteX0" fmla="*/ 0 w 132315"/>
                <a:gd name="connsiteY0" fmla="*/ 66158 h 132315"/>
                <a:gd name="connsiteX1" fmla="*/ 66158 w 132315"/>
                <a:gd name="connsiteY1" fmla="*/ 0 h 132315"/>
                <a:gd name="connsiteX2" fmla="*/ 132315 w 132315"/>
                <a:gd name="connsiteY2" fmla="*/ 66158 h 132315"/>
                <a:gd name="connsiteX3" fmla="*/ 66158 w 132315"/>
                <a:gd name="connsiteY3" fmla="*/ 132315 h 132315"/>
                <a:gd name="connsiteX4" fmla="*/ 0 w 132315"/>
                <a:gd name="connsiteY4" fmla="*/ 66158 h 132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315" h="132315">
                  <a:moveTo>
                    <a:pt x="0" y="66158"/>
                  </a:moveTo>
                  <a:cubicBezTo>
                    <a:pt x="0" y="29629"/>
                    <a:pt x="29629" y="0"/>
                    <a:pt x="66158" y="0"/>
                  </a:cubicBezTo>
                  <a:cubicBezTo>
                    <a:pt x="102686" y="0"/>
                    <a:pt x="132315" y="29629"/>
                    <a:pt x="132315" y="66158"/>
                  </a:cubicBezTo>
                  <a:cubicBezTo>
                    <a:pt x="132315" y="102686"/>
                    <a:pt x="102686" y="132315"/>
                    <a:pt x="66158" y="132315"/>
                  </a:cubicBezTo>
                  <a:cubicBezTo>
                    <a:pt x="29629" y="132315"/>
                    <a:pt x="0" y="102686"/>
                    <a:pt x="0" y="6615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: фигура 145">
              <a:extLst>
                <a:ext uri="{FF2B5EF4-FFF2-40B4-BE49-F238E27FC236}">
                  <a16:creationId xmlns:a16="http://schemas.microsoft.com/office/drawing/2014/main" id="{A028AF4F-4A97-C18A-EEB6-330B6D00B48E}"/>
                </a:ext>
              </a:extLst>
            </p:cNvPr>
            <p:cNvSpPr/>
            <p:nvPr/>
          </p:nvSpPr>
          <p:spPr>
            <a:xfrm rot="10800000">
              <a:off x="16395196" y="6648623"/>
              <a:ext cx="190761" cy="190761"/>
            </a:xfrm>
            <a:custGeom>
              <a:avLst/>
              <a:gdLst>
                <a:gd name="connsiteX0" fmla="*/ 95381 w 190761"/>
                <a:gd name="connsiteY0" fmla="*/ 190761 h 190761"/>
                <a:gd name="connsiteX1" fmla="*/ 0 w 190761"/>
                <a:gd name="connsiteY1" fmla="*/ 95381 h 190761"/>
                <a:gd name="connsiteX2" fmla="*/ 95381 w 190761"/>
                <a:gd name="connsiteY2" fmla="*/ 0 h 190761"/>
                <a:gd name="connsiteX3" fmla="*/ 190761 w 190761"/>
                <a:gd name="connsiteY3" fmla="*/ 95381 h 190761"/>
                <a:gd name="connsiteX4" fmla="*/ 95381 w 190761"/>
                <a:gd name="connsiteY4" fmla="*/ 190761 h 19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761" h="190761">
                  <a:moveTo>
                    <a:pt x="95381" y="190761"/>
                  </a:moveTo>
                  <a:cubicBezTo>
                    <a:pt x="42698" y="190761"/>
                    <a:pt x="0" y="148063"/>
                    <a:pt x="0" y="95381"/>
                  </a:cubicBezTo>
                  <a:cubicBezTo>
                    <a:pt x="0" y="42698"/>
                    <a:pt x="42698" y="0"/>
                    <a:pt x="95381" y="0"/>
                  </a:cubicBezTo>
                  <a:cubicBezTo>
                    <a:pt x="148063" y="0"/>
                    <a:pt x="190761" y="42698"/>
                    <a:pt x="190761" y="95381"/>
                  </a:cubicBezTo>
                  <a:cubicBezTo>
                    <a:pt x="190761" y="148063"/>
                    <a:pt x="148063" y="190761"/>
                    <a:pt x="95381" y="190761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7" name="Полилиния: фигура 146">
              <a:extLst>
                <a:ext uri="{FF2B5EF4-FFF2-40B4-BE49-F238E27FC236}">
                  <a16:creationId xmlns:a16="http://schemas.microsoft.com/office/drawing/2014/main" id="{A5B69A39-DC00-2CDB-32E9-2D58940BBA94}"/>
                </a:ext>
              </a:extLst>
            </p:cNvPr>
            <p:cNvSpPr/>
            <p:nvPr/>
          </p:nvSpPr>
          <p:spPr>
            <a:xfrm rot="10800000">
              <a:off x="13044454" y="6641155"/>
              <a:ext cx="205697" cy="205697"/>
            </a:xfrm>
            <a:custGeom>
              <a:avLst/>
              <a:gdLst>
                <a:gd name="connsiteX0" fmla="*/ 205697 w 205697"/>
                <a:gd name="connsiteY0" fmla="*/ 102849 h 205697"/>
                <a:gd name="connsiteX1" fmla="*/ 102849 w 205697"/>
                <a:gd name="connsiteY1" fmla="*/ 205698 h 205697"/>
                <a:gd name="connsiteX2" fmla="*/ 0 w 205697"/>
                <a:gd name="connsiteY2" fmla="*/ 102849 h 205697"/>
                <a:gd name="connsiteX3" fmla="*/ 102849 w 205697"/>
                <a:gd name="connsiteY3" fmla="*/ 0 h 205697"/>
                <a:gd name="connsiteX4" fmla="*/ 205697 w 205697"/>
                <a:gd name="connsiteY4" fmla="*/ 102849 h 20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97" h="205697">
                  <a:moveTo>
                    <a:pt x="205697" y="102849"/>
                  </a:moveTo>
                  <a:cubicBezTo>
                    <a:pt x="205697" y="159650"/>
                    <a:pt x="159650" y="205698"/>
                    <a:pt x="102849" y="205698"/>
                  </a:cubicBezTo>
                  <a:cubicBezTo>
                    <a:pt x="46047" y="205698"/>
                    <a:pt x="0" y="159651"/>
                    <a:pt x="0" y="102849"/>
                  </a:cubicBezTo>
                  <a:cubicBezTo>
                    <a:pt x="0" y="46047"/>
                    <a:pt x="46047" y="0"/>
                    <a:pt x="102849" y="0"/>
                  </a:cubicBezTo>
                  <a:cubicBezTo>
                    <a:pt x="159650" y="0"/>
                    <a:pt x="205697" y="46047"/>
                    <a:pt x="205697" y="10284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8" name="Полилиния: фигура 147">
              <a:extLst>
                <a:ext uri="{FF2B5EF4-FFF2-40B4-BE49-F238E27FC236}">
                  <a16:creationId xmlns:a16="http://schemas.microsoft.com/office/drawing/2014/main" id="{64D08378-49F5-082C-F767-CB0FB0F8F37A}"/>
                </a:ext>
              </a:extLst>
            </p:cNvPr>
            <p:cNvSpPr/>
            <p:nvPr/>
          </p:nvSpPr>
          <p:spPr>
            <a:xfrm rot="5947201">
              <a:off x="17263119" y="7163205"/>
              <a:ext cx="126633" cy="126633"/>
            </a:xfrm>
            <a:custGeom>
              <a:avLst/>
              <a:gdLst>
                <a:gd name="connsiteX0" fmla="*/ 126633 w 126633"/>
                <a:gd name="connsiteY0" fmla="*/ 63316 h 126633"/>
                <a:gd name="connsiteX1" fmla="*/ 63316 w 126633"/>
                <a:gd name="connsiteY1" fmla="*/ 126633 h 126633"/>
                <a:gd name="connsiteX2" fmla="*/ 0 w 126633"/>
                <a:gd name="connsiteY2" fmla="*/ 63316 h 126633"/>
                <a:gd name="connsiteX3" fmla="*/ 63316 w 126633"/>
                <a:gd name="connsiteY3" fmla="*/ 0 h 126633"/>
                <a:gd name="connsiteX4" fmla="*/ 126633 w 126633"/>
                <a:gd name="connsiteY4" fmla="*/ 63316 h 12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33" h="126633">
                  <a:moveTo>
                    <a:pt x="126633" y="63316"/>
                  </a:moveTo>
                  <a:cubicBezTo>
                    <a:pt x="126633" y="98285"/>
                    <a:pt x="98285" y="126633"/>
                    <a:pt x="63316" y="126633"/>
                  </a:cubicBezTo>
                  <a:cubicBezTo>
                    <a:pt x="28348" y="126633"/>
                    <a:pt x="0" y="98285"/>
                    <a:pt x="0" y="63316"/>
                  </a:cubicBezTo>
                  <a:cubicBezTo>
                    <a:pt x="0" y="28348"/>
                    <a:pt x="28348" y="0"/>
                    <a:pt x="63316" y="0"/>
                  </a:cubicBezTo>
                  <a:cubicBezTo>
                    <a:pt x="98285" y="0"/>
                    <a:pt x="126633" y="28348"/>
                    <a:pt x="126633" y="6331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: фигура 148">
              <a:extLst>
                <a:ext uri="{FF2B5EF4-FFF2-40B4-BE49-F238E27FC236}">
                  <a16:creationId xmlns:a16="http://schemas.microsoft.com/office/drawing/2014/main" id="{02376AAC-2BFF-EB7F-C5DC-95B5270CEBB3}"/>
                </a:ext>
              </a:extLst>
            </p:cNvPr>
            <p:cNvSpPr/>
            <p:nvPr/>
          </p:nvSpPr>
          <p:spPr>
            <a:xfrm rot="10800000">
              <a:off x="17222775" y="8088018"/>
              <a:ext cx="207320" cy="207321"/>
            </a:xfrm>
            <a:custGeom>
              <a:avLst/>
              <a:gdLst>
                <a:gd name="connsiteX0" fmla="*/ 103661 w 207320"/>
                <a:gd name="connsiteY0" fmla="*/ 0 h 207321"/>
                <a:gd name="connsiteX1" fmla="*/ 207321 w 207320"/>
                <a:gd name="connsiteY1" fmla="*/ 103661 h 207321"/>
                <a:gd name="connsiteX2" fmla="*/ 103661 w 207320"/>
                <a:gd name="connsiteY2" fmla="*/ 207321 h 207321"/>
                <a:gd name="connsiteX3" fmla="*/ 0 w 207320"/>
                <a:gd name="connsiteY3" fmla="*/ 103661 h 207321"/>
                <a:gd name="connsiteX4" fmla="*/ 103661 w 207320"/>
                <a:gd name="connsiteY4" fmla="*/ 0 h 207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320" h="207321">
                  <a:moveTo>
                    <a:pt x="103661" y="0"/>
                  </a:moveTo>
                  <a:cubicBezTo>
                    <a:pt x="160889" y="0"/>
                    <a:pt x="207321" y="46432"/>
                    <a:pt x="207321" y="103661"/>
                  </a:cubicBezTo>
                  <a:cubicBezTo>
                    <a:pt x="207321" y="160889"/>
                    <a:pt x="160889" y="207321"/>
                    <a:pt x="103661" y="207321"/>
                  </a:cubicBezTo>
                  <a:cubicBezTo>
                    <a:pt x="46432" y="207321"/>
                    <a:pt x="0" y="160889"/>
                    <a:pt x="0" y="103661"/>
                  </a:cubicBezTo>
                  <a:cubicBezTo>
                    <a:pt x="0" y="46432"/>
                    <a:pt x="46432" y="0"/>
                    <a:pt x="10366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0" name="Полилиния: фигура 149">
              <a:extLst>
                <a:ext uri="{FF2B5EF4-FFF2-40B4-BE49-F238E27FC236}">
                  <a16:creationId xmlns:a16="http://schemas.microsoft.com/office/drawing/2014/main" id="{E7DD09C3-3C4D-EA65-468E-786ACE47C0C5}"/>
                </a:ext>
              </a:extLst>
            </p:cNvPr>
            <p:cNvSpPr/>
            <p:nvPr/>
          </p:nvSpPr>
          <p:spPr>
            <a:xfrm rot="10800000">
              <a:off x="14710653" y="6635717"/>
              <a:ext cx="216574" cy="216574"/>
            </a:xfrm>
            <a:custGeom>
              <a:avLst/>
              <a:gdLst>
                <a:gd name="connsiteX0" fmla="*/ 216575 w 216574"/>
                <a:gd name="connsiteY0" fmla="*/ 108288 h 216574"/>
                <a:gd name="connsiteX1" fmla="*/ 108287 w 216574"/>
                <a:gd name="connsiteY1" fmla="*/ 216575 h 216574"/>
                <a:gd name="connsiteX2" fmla="*/ 0 w 216574"/>
                <a:gd name="connsiteY2" fmla="*/ 108288 h 216574"/>
                <a:gd name="connsiteX3" fmla="*/ 108287 w 216574"/>
                <a:gd name="connsiteY3" fmla="*/ 0 h 216574"/>
                <a:gd name="connsiteX4" fmla="*/ 216575 w 216574"/>
                <a:gd name="connsiteY4" fmla="*/ 108288 h 216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574" h="216574">
                  <a:moveTo>
                    <a:pt x="216575" y="108288"/>
                  </a:moveTo>
                  <a:cubicBezTo>
                    <a:pt x="216575" y="168093"/>
                    <a:pt x="168093" y="216575"/>
                    <a:pt x="108287" y="216575"/>
                  </a:cubicBezTo>
                  <a:cubicBezTo>
                    <a:pt x="48482" y="216575"/>
                    <a:pt x="0" y="168093"/>
                    <a:pt x="0" y="108288"/>
                  </a:cubicBezTo>
                  <a:cubicBezTo>
                    <a:pt x="0" y="48482"/>
                    <a:pt x="48482" y="0"/>
                    <a:pt x="108287" y="0"/>
                  </a:cubicBezTo>
                  <a:cubicBezTo>
                    <a:pt x="168093" y="0"/>
                    <a:pt x="216575" y="48482"/>
                    <a:pt x="216575" y="10828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50">
              <a:extLst>
                <a:ext uri="{FF2B5EF4-FFF2-40B4-BE49-F238E27FC236}">
                  <a16:creationId xmlns:a16="http://schemas.microsoft.com/office/drawing/2014/main" id="{0BA2F03B-7C87-45C0-3536-A735E0E45C2C}"/>
                </a:ext>
              </a:extLst>
            </p:cNvPr>
            <p:cNvSpPr/>
            <p:nvPr/>
          </p:nvSpPr>
          <p:spPr>
            <a:xfrm rot="10800000">
              <a:off x="13943306" y="7186733"/>
              <a:ext cx="79713" cy="79713"/>
            </a:xfrm>
            <a:custGeom>
              <a:avLst/>
              <a:gdLst>
                <a:gd name="connsiteX0" fmla="*/ 0 w 79713"/>
                <a:gd name="connsiteY0" fmla="*/ 39857 h 79713"/>
                <a:gd name="connsiteX1" fmla="*/ 39857 w 79713"/>
                <a:gd name="connsiteY1" fmla="*/ 0 h 79713"/>
                <a:gd name="connsiteX2" fmla="*/ 79714 w 79713"/>
                <a:gd name="connsiteY2" fmla="*/ 39857 h 79713"/>
                <a:gd name="connsiteX3" fmla="*/ 39857 w 79713"/>
                <a:gd name="connsiteY3" fmla="*/ 79714 h 79713"/>
                <a:gd name="connsiteX4" fmla="*/ 0 w 79713"/>
                <a:gd name="connsiteY4" fmla="*/ 39857 h 7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13" h="79713">
                  <a:moveTo>
                    <a:pt x="0" y="39857"/>
                  </a:moveTo>
                  <a:cubicBezTo>
                    <a:pt x="0" y="17859"/>
                    <a:pt x="17859" y="0"/>
                    <a:pt x="39857" y="0"/>
                  </a:cubicBezTo>
                  <a:cubicBezTo>
                    <a:pt x="61855" y="0"/>
                    <a:pt x="79714" y="17859"/>
                    <a:pt x="79714" y="39857"/>
                  </a:cubicBezTo>
                  <a:cubicBezTo>
                    <a:pt x="79714" y="61855"/>
                    <a:pt x="61855" y="79714"/>
                    <a:pt x="39857" y="79714"/>
                  </a:cubicBezTo>
                  <a:cubicBezTo>
                    <a:pt x="17859" y="79714"/>
                    <a:pt x="0" y="61855"/>
                    <a:pt x="0" y="39857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51">
              <a:extLst>
                <a:ext uri="{FF2B5EF4-FFF2-40B4-BE49-F238E27FC236}">
                  <a16:creationId xmlns:a16="http://schemas.microsoft.com/office/drawing/2014/main" id="{BB3BC85E-82CD-9674-77F3-A10C4AF393DD}"/>
                </a:ext>
              </a:extLst>
            </p:cNvPr>
            <p:cNvSpPr/>
            <p:nvPr/>
          </p:nvSpPr>
          <p:spPr>
            <a:xfrm rot="10800000">
              <a:off x="13067427" y="8594388"/>
              <a:ext cx="159752" cy="159752"/>
            </a:xfrm>
            <a:custGeom>
              <a:avLst/>
              <a:gdLst>
                <a:gd name="connsiteX0" fmla="*/ 159753 w 159752"/>
                <a:gd name="connsiteY0" fmla="*/ 79876 h 159752"/>
                <a:gd name="connsiteX1" fmla="*/ 79876 w 159752"/>
                <a:gd name="connsiteY1" fmla="*/ 159752 h 159752"/>
                <a:gd name="connsiteX2" fmla="*/ 0 w 159752"/>
                <a:gd name="connsiteY2" fmla="*/ 79876 h 159752"/>
                <a:gd name="connsiteX3" fmla="*/ 79876 w 159752"/>
                <a:gd name="connsiteY3" fmla="*/ 0 h 159752"/>
                <a:gd name="connsiteX4" fmla="*/ 159753 w 159752"/>
                <a:gd name="connsiteY4" fmla="*/ 79876 h 159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52" h="159752">
                  <a:moveTo>
                    <a:pt x="159753" y="79876"/>
                  </a:moveTo>
                  <a:cubicBezTo>
                    <a:pt x="159753" y="123991"/>
                    <a:pt x="123991" y="159752"/>
                    <a:pt x="79876" y="159752"/>
                  </a:cubicBezTo>
                  <a:cubicBezTo>
                    <a:pt x="35761" y="159752"/>
                    <a:pt x="0" y="123991"/>
                    <a:pt x="0" y="79876"/>
                  </a:cubicBezTo>
                  <a:cubicBezTo>
                    <a:pt x="0" y="35762"/>
                    <a:pt x="35761" y="0"/>
                    <a:pt x="79876" y="0"/>
                  </a:cubicBezTo>
                  <a:cubicBezTo>
                    <a:pt x="123991" y="0"/>
                    <a:pt x="159753" y="35762"/>
                    <a:pt x="159753" y="7987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52">
              <a:extLst>
                <a:ext uri="{FF2B5EF4-FFF2-40B4-BE49-F238E27FC236}">
                  <a16:creationId xmlns:a16="http://schemas.microsoft.com/office/drawing/2014/main" id="{CA79A7C0-AA69-63CC-5AD1-105BE747DFF9}"/>
                </a:ext>
              </a:extLst>
            </p:cNvPr>
            <p:cNvSpPr/>
            <p:nvPr/>
          </p:nvSpPr>
          <p:spPr>
            <a:xfrm rot="10800000">
              <a:off x="13860994" y="8069592"/>
              <a:ext cx="244255" cy="244255"/>
            </a:xfrm>
            <a:custGeom>
              <a:avLst/>
              <a:gdLst>
                <a:gd name="connsiteX0" fmla="*/ 122088 w 244255"/>
                <a:gd name="connsiteY0" fmla="*/ 244256 h 244255"/>
                <a:gd name="connsiteX1" fmla="*/ 0 w 244255"/>
                <a:gd name="connsiteY1" fmla="*/ 122087 h 244255"/>
                <a:gd name="connsiteX2" fmla="*/ 122088 w 244255"/>
                <a:gd name="connsiteY2" fmla="*/ 0 h 244255"/>
                <a:gd name="connsiteX3" fmla="*/ 244256 w 244255"/>
                <a:gd name="connsiteY3" fmla="*/ 122087 h 244255"/>
                <a:gd name="connsiteX4" fmla="*/ 122088 w 244255"/>
                <a:gd name="connsiteY4" fmla="*/ 244256 h 24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255" h="244255">
                  <a:moveTo>
                    <a:pt x="122088" y="244256"/>
                  </a:moveTo>
                  <a:cubicBezTo>
                    <a:pt x="54631" y="244256"/>
                    <a:pt x="0" y="189544"/>
                    <a:pt x="0" y="122087"/>
                  </a:cubicBezTo>
                  <a:cubicBezTo>
                    <a:pt x="0" y="54631"/>
                    <a:pt x="54712" y="0"/>
                    <a:pt x="122088" y="0"/>
                  </a:cubicBezTo>
                  <a:cubicBezTo>
                    <a:pt x="189544" y="0"/>
                    <a:pt x="244256" y="54712"/>
                    <a:pt x="244256" y="122087"/>
                  </a:cubicBezTo>
                  <a:cubicBezTo>
                    <a:pt x="244256" y="189544"/>
                    <a:pt x="189544" y="244256"/>
                    <a:pt x="122088" y="24425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53">
              <a:extLst>
                <a:ext uri="{FF2B5EF4-FFF2-40B4-BE49-F238E27FC236}">
                  <a16:creationId xmlns:a16="http://schemas.microsoft.com/office/drawing/2014/main" id="{ED08DB29-25A4-6B82-5B5B-B0695B0ACA42}"/>
                </a:ext>
              </a:extLst>
            </p:cNvPr>
            <p:cNvSpPr/>
            <p:nvPr/>
          </p:nvSpPr>
          <p:spPr>
            <a:xfrm rot="10800000">
              <a:off x="18029248" y="8541219"/>
              <a:ext cx="250262" cy="266010"/>
            </a:xfrm>
            <a:custGeom>
              <a:avLst/>
              <a:gdLst>
                <a:gd name="connsiteX0" fmla="*/ 117298 w 250262"/>
                <a:gd name="connsiteY0" fmla="*/ 266011 h 266010"/>
                <a:gd name="connsiteX1" fmla="*/ 0 w 250262"/>
                <a:gd name="connsiteY1" fmla="*/ 194495 h 266010"/>
                <a:gd name="connsiteX2" fmla="*/ 0 w 250262"/>
                <a:gd name="connsiteY2" fmla="*/ 71515 h 266010"/>
                <a:gd name="connsiteX3" fmla="*/ 117298 w 250262"/>
                <a:gd name="connsiteY3" fmla="*/ 0 h 266010"/>
                <a:gd name="connsiteX4" fmla="*/ 250263 w 250262"/>
                <a:gd name="connsiteY4" fmla="*/ 132965 h 266010"/>
                <a:gd name="connsiteX5" fmla="*/ 117298 w 250262"/>
                <a:gd name="connsiteY5" fmla="*/ 265929 h 26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0262" h="266010">
                  <a:moveTo>
                    <a:pt x="117298" y="266011"/>
                  </a:moveTo>
                  <a:cubicBezTo>
                    <a:pt x="66158" y="266011"/>
                    <a:pt x="22242" y="236788"/>
                    <a:pt x="0" y="194495"/>
                  </a:cubicBezTo>
                  <a:lnTo>
                    <a:pt x="0" y="71515"/>
                  </a:lnTo>
                  <a:cubicBezTo>
                    <a:pt x="22242" y="29223"/>
                    <a:pt x="66158" y="0"/>
                    <a:pt x="117298" y="0"/>
                  </a:cubicBezTo>
                  <a:cubicBezTo>
                    <a:pt x="190761" y="0"/>
                    <a:pt x="250263" y="59583"/>
                    <a:pt x="250263" y="132965"/>
                  </a:cubicBezTo>
                  <a:cubicBezTo>
                    <a:pt x="250263" y="206428"/>
                    <a:pt x="190680" y="265929"/>
                    <a:pt x="117298" y="26592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154">
              <a:extLst>
                <a:ext uri="{FF2B5EF4-FFF2-40B4-BE49-F238E27FC236}">
                  <a16:creationId xmlns:a16="http://schemas.microsoft.com/office/drawing/2014/main" id="{AD1A30FF-2510-A034-2055-FCC939ACCE4B}"/>
                </a:ext>
              </a:extLst>
            </p:cNvPr>
            <p:cNvSpPr/>
            <p:nvPr/>
          </p:nvSpPr>
          <p:spPr>
            <a:xfrm rot="10800000">
              <a:off x="17269045" y="10064549"/>
              <a:ext cx="114781" cy="114781"/>
            </a:xfrm>
            <a:custGeom>
              <a:avLst/>
              <a:gdLst>
                <a:gd name="connsiteX0" fmla="*/ 57391 w 114781"/>
                <a:gd name="connsiteY0" fmla="*/ 0 h 114781"/>
                <a:gd name="connsiteX1" fmla="*/ 114782 w 114781"/>
                <a:gd name="connsiteY1" fmla="*/ 57391 h 114781"/>
                <a:gd name="connsiteX2" fmla="*/ 57391 w 114781"/>
                <a:gd name="connsiteY2" fmla="*/ 114781 h 114781"/>
                <a:gd name="connsiteX3" fmla="*/ 0 w 114781"/>
                <a:gd name="connsiteY3" fmla="*/ 57391 h 114781"/>
                <a:gd name="connsiteX4" fmla="*/ 57391 w 114781"/>
                <a:gd name="connsiteY4" fmla="*/ 0 h 11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781" h="114781">
                  <a:moveTo>
                    <a:pt x="57391" y="0"/>
                  </a:moveTo>
                  <a:cubicBezTo>
                    <a:pt x="89130" y="0"/>
                    <a:pt x="114782" y="25732"/>
                    <a:pt x="114782" y="57391"/>
                  </a:cubicBezTo>
                  <a:cubicBezTo>
                    <a:pt x="114782" y="89130"/>
                    <a:pt x="89049" y="114781"/>
                    <a:pt x="57391" y="114781"/>
                  </a:cubicBezTo>
                  <a:cubicBezTo>
                    <a:pt x="25733" y="114781"/>
                    <a:pt x="0" y="89049"/>
                    <a:pt x="0" y="57391"/>
                  </a:cubicBezTo>
                  <a:cubicBezTo>
                    <a:pt x="0" y="25651"/>
                    <a:pt x="25733" y="0"/>
                    <a:pt x="5739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155">
              <a:extLst>
                <a:ext uri="{FF2B5EF4-FFF2-40B4-BE49-F238E27FC236}">
                  <a16:creationId xmlns:a16="http://schemas.microsoft.com/office/drawing/2014/main" id="{57A8FA84-A9D7-1A44-FF2D-83AF4613F321}"/>
                </a:ext>
              </a:extLst>
            </p:cNvPr>
            <p:cNvSpPr/>
            <p:nvPr/>
          </p:nvSpPr>
          <p:spPr>
            <a:xfrm rot="10800000">
              <a:off x="16377175" y="9525953"/>
              <a:ext cx="226802" cy="226802"/>
            </a:xfrm>
            <a:custGeom>
              <a:avLst/>
              <a:gdLst>
                <a:gd name="connsiteX0" fmla="*/ 113401 w 226802"/>
                <a:gd name="connsiteY0" fmla="*/ 0 h 226802"/>
                <a:gd name="connsiteX1" fmla="*/ 226803 w 226802"/>
                <a:gd name="connsiteY1" fmla="*/ 113401 h 226802"/>
                <a:gd name="connsiteX2" fmla="*/ 113401 w 226802"/>
                <a:gd name="connsiteY2" fmla="*/ 226803 h 226802"/>
                <a:gd name="connsiteX3" fmla="*/ 0 w 226802"/>
                <a:gd name="connsiteY3" fmla="*/ 113401 h 226802"/>
                <a:gd name="connsiteX4" fmla="*/ 113401 w 226802"/>
                <a:gd name="connsiteY4" fmla="*/ 0 h 226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802" h="226802">
                  <a:moveTo>
                    <a:pt x="113401" y="0"/>
                  </a:moveTo>
                  <a:cubicBezTo>
                    <a:pt x="176069" y="0"/>
                    <a:pt x="226803" y="50816"/>
                    <a:pt x="226803" y="113401"/>
                  </a:cubicBezTo>
                  <a:cubicBezTo>
                    <a:pt x="226803" y="176069"/>
                    <a:pt x="175987" y="226803"/>
                    <a:pt x="113401" y="226803"/>
                  </a:cubicBezTo>
                  <a:cubicBezTo>
                    <a:pt x="50734" y="226803"/>
                    <a:pt x="0" y="175987"/>
                    <a:pt x="0" y="113401"/>
                  </a:cubicBezTo>
                  <a:cubicBezTo>
                    <a:pt x="0" y="50734"/>
                    <a:pt x="50816" y="0"/>
                    <a:pt x="11340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156">
              <a:extLst>
                <a:ext uri="{FF2B5EF4-FFF2-40B4-BE49-F238E27FC236}">
                  <a16:creationId xmlns:a16="http://schemas.microsoft.com/office/drawing/2014/main" id="{8792D8D6-745F-F7D8-0F45-36EA3D4461FD}"/>
                </a:ext>
              </a:extLst>
            </p:cNvPr>
            <p:cNvSpPr/>
            <p:nvPr/>
          </p:nvSpPr>
          <p:spPr>
            <a:xfrm rot="10800000">
              <a:off x="16410294" y="8593901"/>
              <a:ext cx="160564" cy="160564"/>
            </a:xfrm>
            <a:custGeom>
              <a:avLst/>
              <a:gdLst>
                <a:gd name="connsiteX0" fmla="*/ 80282 w 160564"/>
                <a:gd name="connsiteY0" fmla="*/ 160564 h 160564"/>
                <a:gd name="connsiteX1" fmla="*/ 0 w 160564"/>
                <a:gd name="connsiteY1" fmla="*/ 80282 h 160564"/>
                <a:gd name="connsiteX2" fmla="*/ 80282 w 160564"/>
                <a:gd name="connsiteY2" fmla="*/ 0 h 160564"/>
                <a:gd name="connsiteX3" fmla="*/ 160564 w 160564"/>
                <a:gd name="connsiteY3" fmla="*/ 80282 h 160564"/>
                <a:gd name="connsiteX4" fmla="*/ 80282 w 160564"/>
                <a:gd name="connsiteY4" fmla="*/ 160564 h 160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564" h="160564">
                  <a:moveTo>
                    <a:pt x="80282" y="160564"/>
                  </a:moveTo>
                  <a:cubicBezTo>
                    <a:pt x="35960" y="160564"/>
                    <a:pt x="0" y="124604"/>
                    <a:pt x="0" y="80282"/>
                  </a:cubicBezTo>
                  <a:cubicBezTo>
                    <a:pt x="0" y="35961"/>
                    <a:pt x="35960" y="0"/>
                    <a:pt x="80282" y="0"/>
                  </a:cubicBezTo>
                  <a:cubicBezTo>
                    <a:pt x="124604" y="0"/>
                    <a:pt x="160564" y="35961"/>
                    <a:pt x="160564" y="80282"/>
                  </a:cubicBezTo>
                  <a:cubicBezTo>
                    <a:pt x="160564" y="124604"/>
                    <a:pt x="124604" y="160564"/>
                    <a:pt x="80282" y="16056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157">
              <a:extLst>
                <a:ext uri="{FF2B5EF4-FFF2-40B4-BE49-F238E27FC236}">
                  <a16:creationId xmlns:a16="http://schemas.microsoft.com/office/drawing/2014/main" id="{6608BD25-DBA0-2A7E-6C95-C0E3552B3311}"/>
                </a:ext>
              </a:extLst>
            </p:cNvPr>
            <p:cNvSpPr/>
            <p:nvPr/>
          </p:nvSpPr>
          <p:spPr>
            <a:xfrm rot="10800000">
              <a:off x="15563395" y="8100276"/>
              <a:ext cx="182806" cy="182806"/>
            </a:xfrm>
            <a:custGeom>
              <a:avLst/>
              <a:gdLst>
                <a:gd name="connsiteX0" fmla="*/ 91403 w 182806"/>
                <a:gd name="connsiteY0" fmla="*/ 0 h 182806"/>
                <a:gd name="connsiteX1" fmla="*/ 182806 w 182806"/>
                <a:gd name="connsiteY1" fmla="*/ 91403 h 182806"/>
                <a:gd name="connsiteX2" fmla="*/ 91403 w 182806"/>
                <a:gd name="connsiteY2" fmla="*/ 182806 h 182806"/>
                <a:gd name="connsiteX3" fmla="*/ 0 w 182806"/>
                <a:gd name="connsiteY3" fmla="*/ 91403 h 182806"/>
                <a:gd name="connsiteX4" fmla="*/ 91403 w 182806"/>
                <a:gd name="connsiteY4" fmla="*/ 0 h 182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06" h="182806">
                  <a:moveTo>
                    <a:pt x="91403" y="0"/>
                  </a:moveTo>
                  <a:cubicBezTo>
                    <a:pt x="141894" y="0"/>
                    <a:pt x="182806" y="40912"/>
                    <a:pt x="182806" y="91403"/>
                  </a:cubicBezTo>
                  <a:cubicBezTo>
                    <a:pt x="182806" y="141894"/>
                    <a:pt x="141894" y="182806"/>
                    <a:pt x="91403" y="182806"/>
                  </a:cubicBezTo>
                  <a:cubicBezTo>
                    <a:pt x="40912" y="182806"/>
                    <a:pt x="0" y="141894"/>
                    <a:pt x="0" y="91403"/>
                  </a:cubicBezTo>
                  <a:cubicBezTo>
                    <a:pt x="0" y="40912"/>
                    <a:pt x="40912" y="0"/>
                    <a:pt x="91403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158">
              <a:extLst>
                <a:ext uri="{FF2B5EF4-FFF2-40B4-BE49-F238E27FC236}">
                  <a16:creationId xmlns:a16="http://schemas.microsoft.com/office/drawing/2014/main" id="{9A394C6A-CD9C-B5B7-8BC4-80828A8F0C31}"/>
                </a:ext>
              </a:extLst>
            </p:cNvPr>
            <p:cNvSpPr/>
            <p:nvPr/>
          </p:nvSpPr>
          <p:spPr>
            <a:xfrm rot="10800000">
              <a:off x="14714387" y="8569711"/>
              <a:ext cx="209106" cy="209106"/>
            </a:xfrm>
            <a:custGeom>
              <a:avLst/>
              <a:gdLst>
                <a:gd name="connsiteX0" fmla="*/ 209107 w 209106"/>
                <a:gd name="connsiteY0" fmla="*/ 104553 h 209106"/>
                <a:gd name="connsiteX1" fmla="*/ 104553 w 209106"/>
                <a:gd name="connsiteY1" fmla="*/ 209107 h 209106"/>
                <a:gd name="connsiteX2" fmla="*/ 0 w 209106"/>
                <a:gd name="connsiteY2" fmla="*/ 104553 h 209106"/>
                <a:gd name="connsiteX3" fmla="*/ 104553 w 209106"/>
                <a:gd name="connsiteY3" fmla="*/ 0 h 209106"/>
                <a:gd name="connsiteX4" fmla="*/ 209107 w 209106"/>
                <a:gd name="connsiteY4" fmla="*/ 104553 h 20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106" h="209106">
                  <a:moveTo>
                    <a:pt x="209107" y="104553"/>
                  </a:moveTo>
                  <a:cubicBezTo>
                    <a:pt x="209107" y="162269"/>
                    <a:pt x="162269" y="209107"/>
                    <a:pt x="104553" y="209107"/>
                  </a:cubicBezTo>
                  <a:cubicBezTo>
                    <a:pt x="46838" y="209107"/>
                    <a:pt x="0" y="162269"/>
                    <a:pt x="0" y="104553"/>
                  </a:cubicBezTo>
                  <a:cubicBezTo>
                    <a:pt x="0" y="46838"/>
                    <a:pt x="46838" y="0"/>
                    <a:pt x="104553" y="0"/>
                  </a:cubicBezTo>
                  <a:cubicBezTo>
                    <a:pt x="162269" y="0"/>
                    <a:pt x="209107" y="46838"/>
                    <a:pt x="209107" y="10455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159">
              <a:extLst>
                <a:ext uri="{FF2B5EF4-FFF2-40B4-BE49-F238E27FC236}">
                  <a16:creationId xmlns:a16="http://schemas.microsoft.com/office/drawing/2014/main" id="{1D63D363-2629-1C53-8536-1555866BC2DA}"/>
                </a:ext>
              </a:extLst>
            </p:cNvPr>
            <p:cNvSpPr/>
            <p:nvPr/>
          </p:nvSpPr>
          <p:spPr>
            <a:xfrm rot="10800000">
              <a:off x="13900932" y="10039628"/>
              <a:ext cx="164460" cy="164460"/>
            </a:xfrm>
            <a:custGeom>
              <a:avLst/>
              <a:gdLst>
                <a:gd name="connsiteX0" fmla="*/ 82230 w 164460"/>
                <a:gd name="connsiteY0" fmla="*/ 0 h 164460"/>
                <a:gd name="connsiteX1" fmla="*/ 164461 w 164460"/>
                <a:gd name="connsiteY1" fmla="*/ 82230 h 164460"/>
                <a:gd name="connsiteX2" fmla="*/ 82230 w 164460"/>
                <a:gd name="connsiteY2" fmla="*/ 164461 h 164460"/>
                <a:gd name="connsiteX3" fmla="*/ 0 w 164460"/>
                <a:gd name="connsiteY3" fmla="*/ 82230 h 164460"/>
                <a:gd name="connsiteX4" fmla="*/ 82230 w 164460"/>
                <a:gd name="connsiteY4" fmla="*/ 0 h 16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0" h="164460">
                  <a:moveTo>
                    <a:pt x="82230" y="0"/>
                  </a:moveTo>
                  <a:cubicBezTo>
                    <a:pt x="127607" y="0"/>
                    <a:pt x="164461" y="36772"/>
                    <a:pt x="164461" y="82230"/>
                  </a:cubicBezTo>
                  <a:cubicBezTo>
                    <a:pt x="164461" y="127607"/>
                    <a:pt x="127688" y="164461"/>
                    <a:pt x="82230" y="164461"/>
                  </a:cubicBezTo>
                  <a:cubicBezTo>
                    <a:pt x="36853" y="164461"/>
                    <a:pt x="0" y="127688"/>
                    <a:pt x="0" y="82230"/>
                  </a:cubicBezTo>
                  <a:cubicBezTo>
                    <a:pt x="0" y="36853"/>
                    <a:pt x="36772" y="0"/>
                    <a:pt x="82230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160">
              <a:extLst>
                <a:ext uri="{FF2B5EF4-FFF2-40B4-BE49-F238E27FC236}">
                  <a16:creationId xmlns:a16="http://schemas.microsoft.com/office/drawing/2014/main" id="{B619E139-11F1-D226-B3B5-36B50C173DA9}"/>
                </a:ext>
              </a:extLst>
            </p:cNvPr>
            <p:cNvSpPr/>
            <p:nvPr/>
          </p:nvSpPr>
          <p:spPr>
            <a:xfrm rot="10800000">
              <a:off x="13060527" y="9552578"/>
              <a:ext cx="173552" cy="173552"/>
            </a:xfrm>
            <a:custGeom>
              <a:avLst/>
              <a:gdLst>
                <a:gd name="connsiteX0" fmla="*/ 173552 w 173552"/>
                <a:gd name="connsiteY0" fmla="*/ 86776 h 173552"/>
                <a:gd name="connsiteX1" fmla="*/ 86776 w 173552"/>
                <a:gd name="connsiteY1" fmla="*/ 173552 h 173552"/>
                <a:gd name="connsiteX2" fmla="*/ 0 w 173552"/>
                <a:gd name="connsiteY2" fmla="*/ 86776 h 173552"/>
                <a:gd name="connsiteX3" fmla="*/ 86776 w 173552"/>
                <a:gd name="connsiteY3" fmla="*/ 0 h 173552"/>
                <a:gd name="connsiteX4" fmla="*/ 173552 w 173552"/>
                <a:gd name="connsiteY4" fmla="*/ 86776 h 173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552" h="173552">
                  <a:moveTo>
                    <a:pt x="173552" y="86776"/>
                  </a:moveTo>
                  <a:cubicBezTo>
                    <a:pt x="173552" y="134701"/>
                    <a:pt x="134701" y="173552"/>
                    <a:pt x="86776" y="173552"/>
                  </a:cubicBezTo>
                  <a:cubicBezTo>
                    <a:pt x="38851" y="173552"/>
                    <a:pt x="0" y="134701"/>
                    <a:pt x="0" y="86776"/>
                  </a:cubicBezTo>
                  <a:cubicBezTo>
                    <a:pt x="0" y="38851"/>
                    <a:pt x="38851" y="0"/>
                    <a:pt x="86776" y="0"/>
                  </a:cubicBezTo>
                  <a:cubicBezTo>
                    <a:pt x="134701" y="0"/>
                    <a:pt x="173552" y="38851"/>
                    <a:pt x="173552" y="8677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161">
              <a:extLst>
                <a:ext uri="{FF2B5EF4-FFF2-40B4-BE49-F238E27FC236}">
                  <a16:creationId xmlns:a16="http://schemas.microsoft.com/office/drawing/2014/main" id="{5C8BDC4B-061F-AC74-AFEF-C0D9FF79057D}"/>
                </a:ext>
              </a:extLst>
            </p:cNvPr>
            <p:cNvSpPr/>
            <p:nvPr/>
          </p:nvSpPr>
          <p:spPr>
            <a:xfrm rot="10800000">
              <a:off x="18119110" y="9596332"/>
              <a:ext cx="86207" cy="86207"/>
            </a:xfrm>
            <a:custGeom>
              <a:avLst/>
              <a:gdLst>
                <a:gd name="connsiteX0" fmla="*/ 43104 w 86207"/>
                <a:gd name="connsiteY0" fmla="*/ 86208 h 86207"/>
                <a:gd name="connsiteX1" fmla="*/ 0 w 86207"/>
                <a:gd name="connsiteY1" fmla="*/ 43104 h 86207"/>
                <a:gd name="connsiteX2" fmla="*/ 43104 w 86207"/>
                <a:gd name="connsiteY2" fmla="*/ 0 h 86207"/>
                <a:gd name="connsiteX3" fmla="*/ 86208 w 86207"/>
                <a:gd name="connsiteY3" fmla="*/ 43104 h 86207"/>
                <a:gd name="connsiteX4" fmla="*/ 43104 w 86207"/>
                <a:gd name="connsiteY4" fmla="*/ 86208 h 86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207" h="86207">
                  <a:moveTo>
                    <a:pt x="43104" y="86208"/>
                  </a:moveTo>
                  <a:cubicBezTo>
                    <a:pt x="19320" y="86208"/>
                    <a:pt x="0" y="66888"/>
                    <a:pt x="0" y="43104"/>
                  </a:cubicBezTo>
                  <a:cubicBezTo>
                    <a:pt x="0" y="19320"/>
                    <a:pt x="19320" y="0"/>
                    <a:pt x="43104" y="0"/>
                  </a:cubicBezTo>
                  <a:cubicBezTo>
                    <a:pt x="66888" y="0"/>
                    <a:pt x="86208" y="19320"/>
                    <a:pt x="86208" y="43104"/>
                  </a:cubicBezTo>
                  <a:cubicBezTo>
                    <a:pt x="86208" y="66888"/>
                    <a:pt x="66888" y="86208"/>
                    <a:pt x="43104" y="8620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162">
              <a:extLst>
                <a:ext uri="{FF2B5EF4-FFF2-40B4-BE49-F238E27FC236}">
                  <a16:creationId xmlns:a16="http://schemas.microsoft.com/office/drawing/2014/main" id="{F7567C8D-918F-0FB7-8A19-6BE1158F54DD}"/>
                </a:ext>
              </a:extLst>
            </p:cNvPr>
            <p:cNvSpPr/>
            <p:nvPr/>
          </p:nvSpPr>
          <p:spPr>
            <a:xfrm rot="10800000">
              <a:off x="15546430" y="10013571"/>
              <a:ext cx="216737" cy="216737"/>
            </a:xfrm>
            <a:custGeom>
              <a:avLst/>
              <a:gdLst>
                <a:gd name="connsiteX0" fmla="*/ 108369 w 216737"/>
                <a:gd name="connsiteY0" fmla="*/ 216737 h 216737"/>
                <a:gd name="connsiteX1" fmla="*/ 0 w 216737"/>
                <a:gd name="connsiteY1" fmla="*/ 108369 h 216737"/>
                <a:gd name="connsiteX2" fmla="*/ 108369 w 216737"/>
                <a:gd name="connsiteY2" fmla="*/ 0 h 216737"/>
                <a:gd name="connsiteX3" fmla="*/ 216737 w 216737"/>
                <a:gd name="connsiteY3" fmla="*/ 108369 h 216737"/>
                <a:gd name="connsiteX4" fmla="*/ 108369 w 216737"/>
                <a:gd name="connsiteY4" fmla="*/ 216737 h 216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737" h="216737">
                  <a:moveTo>
                    <a:pt x="108369" y="216737"/>
                  </a:moveTo>
                  <a:cubicBezTo>
                    <a:pt x="48543" y="216737"/>
                    <a:pt x="0" y="168195"/>
                    <a:pt x="0" y="108369"/>
                  </a:cubicBezTo>
                  <a:cubicBezTo>
                    <a:pt x="0" y="48543"/>
                    <a:pt x="48543" y="0"/>
                    <a:pt x="108369" y="0"/>
                  </a:cubicBezTo>
                  <a:cubicBezTo>
                    <a:pt x="168195" y="0"/>
                    <a:pt x="216737" y="48543"/>
                    <a:pt x="216737" y="108369"/>
                  </a:cubicBezTo>
                  <a:cubicBezTo>
                    <a:pt x="216737" y="168195"/>
                    <a:pt x="168195" y="216737"/>
                    <a:pt x="108369" y="216737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163">
              <a:extLst>
                <a:ext uri="{FF2B5EF4-FFF2-40B4-BE49-F238E27FC236}">
                  <a16:creationId xmlns:a16="http://schemas.microsoft.com/office/drawing/2014/main" id="{358C4C13-638E-2FA4-C6BE-423A2EE22688}"/>
                </a:ext>
              </a:extLst>
            </p:cNvPr>
            <p:cNvSpPr/>
            <p:nvPr/>
          </p:nvSpPr>
          <p:spPr>
            <a:xfrm rot="10800000">
              <a:off x="14770397" y="9590811"/>
              <a:ext cx="97085" cy="97085"/>
            </a:xfrm>
            <a:custGeom>
              <a:avLst/>
              <a:gdLst>
                <a:gd name="connsiteX0" fmla="*/ 97085 w 97085"/>
                <a:gd name="connsiteY0" fmla="*/ 48543 h 97085"/>
                <a:gd name="connsiteX1" fmla="*/ 48543 w 97085"/>
                <a:gd name="connsiteY1" fmla="*/ 97085 h 97085"/>
                <a:gd name="connsiteX2" fmla="*/ 0 w 97085"/>
                <a:gd name="connsiteY2" fmla="*/ 48543 h 97085"/>
                <a:gd name="connsiteX3" fmla="*/ 48543 w 97085"/>
                <a:gd name="connsiteY3" fmla="*/ 0 h 97085"/>
                <a:gd name="connsiteX4" fmla="*/ 97085 w 97085"/>
                <a:gd name="connsiteY4" fmla="*/ 48543 h 97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5" h="97085">
                  <a:moveTo>
                    <a:pt x="97085" y="48543"/>
                  </a:moveTo>
                  <a:cubicBezTo>
                    <a:pt x="97085" y="75352"/>
                    <a:pt x="75352" y="97085"/>
                    <a:pt x="48543" y="97085"/>
                  </a:cubicBezTo>
                  <a:cubicBezTo>
                    <a:pt x="21733" y="97085"/>
                    <a:pt x="0" y="75352"/>
                    <a:pt x="0" y="48543"/>
                  </a:cubicBezTo>
                  <a:cubicBezTo>
                    <a:pt x="0" y="21733"/>
                    <a:pt x="21733" y="0"/>
                    <a:pt x="48543" y="0"/>
                  </a:cubicBezTo>
                  <a:cubicBezTo>
                    <a:pt x="75352" y="0"/>
                    <a:pt x="97085" y="21733"/>
                    <a:pt x="97085" y="4854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164">
              <a:extLst>
                <a:ext uri="{FF2B5EF4-FFF2-40B4-BE49-F238E27FC236}">
                  <a16:creationId xmlns:a16="http://schemas.microsoft.com/office/drawing/2014/main" id="{7306568A-B733-E4E4-8D0F-2058B832EF68}"/>
                </a:ext>
              </a:extLst>
            </p:cNvPr>
            <p:cNvSpPr/>
            <p:nvPr/>
          </p:nvSpPr>
          <p:spPr>
            <a:xfrm rot="10800000">
              <a:off x="12247397" y="10057811"/>
              <a:ext cx="128256" cy="128256"/>
            </a:xfrm>
            <a:custGeom>
              <a:avLst/>
              <a:gdLst>
                <a:gd name="connsiteX0" fmla="*/ 128256 w 128256"/>
                <a:gd name="connsiteY0" fmla="*/ 64128 h 128256"/>
                <a:gd name="connsiteX1" fmla="*/ 64128 w 128256"/>
                <a:gd name="connsiteY1" fmla="*/ 128257 h 128256"/>
                <a:gd name="connsiteX2" fmla="*/ -1 w 128256"/>
                <a:gd name="connsiteY2" fmla="*/ 64128 h 128256"/>
                <a:gd name="connsiteX3" fmla="*/ 64128 w 128256"/>
                <a:gd name="connsiteY3" fmla="*/ 0 h 128256"/>
                <a:gd name="connsiteX4" fmla="*/ 128256 w 128256"/>
                <a:gd name="connsiteY4" fmla="*/ 64128 h 128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56" h="128256">
                  <a:moveTo>
                    <a:pt x="128256" y="64128"/>
                  </a:moveTo>
                  <a:cubicBezTo>
                    <a:pt x="128256" y="99545"/>
                    <a:pt x="99545" y="128257"/>
                    <a:pt x="64128" y="128257"/>
                  </a:cubicBezTo>
                  <a:cubicBezTo>
                    <a:pt x="28711" y="128257"/>
                    <a:pt x="-1" y="99545"/>
                    <a:pt x="-1" y="64128"/>
                  </a:cubicBezTo>
                  <a:cubicBezTo>
                    <a:pt x="-1" y="28711"/>
                    <a:pt x="28710" y="0"/>
                    <a:pt x="64128" y="0"/>
                  </a:cubicBezTo>
                  <a:cubicBezTo>
                    <a:pt x="99545" y="0"/>
                    <a:pt x="128256" y="28711"/>
                    <a:pt x="128256" y="6412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2EE4A613-10FD-0EFA-F25B-13D71038C39B}"/>
              </a:ext>
            </a:extLst>
          </p:cNvPr>
          <p:cNvSpPr txBox="1"/>
          <p:nvPr/>
        </p:nvSpPr>
        <p:spPr>
          <a:xfrm>
            <a:off x="385352" y="284669"/>
            <a:ext cx="1694111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600" b="1" kern="0" noProof="0" dirty="0">
                <a:solidFill>
                  <a:srgbClr val="006EBE"/>
                </a:solidFill>
                <a:latin typeface="Arial"/>
                <a:cs typeface="Arial"/>
              </a:rPr>
              <a:t>Генеративный </a:t>
            </a:r>
            <a:r>
              <a:rPr lang="ru-RU" sz="4600" b="1" kern="0" noProof="0" dirty="0" err="1">
                <a:solidFill>
                  <a:srgbClr val="006EBE"/>
                </a:solidFill>
                <a:latin typeface="Arial"/>
                <a:cs typeface="Arial"/>
              </a:rPr>
              <a:t>нейропомощник</a:t>
            </a:r>
            <a:r>
              <a:rPr lang="ru-RU" sz="4600" b="1" kern="0" noProof="0" dirty="0">
                <a:solidFill>
                  <a:srgbClr val="006EBE"/>
                </a:solidFill>
                <a:latin typeface="Arial"/>
                <a:cs typeface="Arial"/>
              </a:rPr>
              <a:t> для абитуриента</a:t>
            </a:r>
            <a:endParaRPr kumimoji="0" lang="ru-RU" sz="4600" b="1" i="0" u="none" strike="noStrike" kern="0" cap="none" spc="0" normalizeH="0" baseline="0" noProof="0" dirty="0">
              <a:ln>
                <a:noFill/>
              </a:ln>
              <a:solidFill>
                <a:srgbClr val="006EB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C4281-F513-496C-908B-7B07F98702E4}"/>
              </a:ext>
            </a:extLst>
          </p:cNvPr>
          <p:cNvSpPr txBox="1"/>
          <p:nvPr/>
        </p:nvSpPr>
        <p:spPr>
          <a:xfrm>
            <a:off x="624114" y="88675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noProof="0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2A7711E-FD45-BDEE-06D7-96CC2B9883F2}"/>
              </a:ext>
            </a:extLst>
          </p:cNvPr>
          <p:cNvSpPr/>
          <p:nvPr/>
        </p:nvSpPr>
        <p:spPr>
          <a:xfrm>
            <a:off x="10941538" y="1627097"/>
            <a:ext cx="6864686" cy="2323801"/>
          </a:xfrm>
          <a:prstGeom prst="roundRect">
            <a:avLst>
              <a:gd name="adj" fmla="val 18270"/>
            </a:avLst>
          </a:prstGeom>
          <a:solidFill>
            <a:srgbClr val="D9F3FD"/>
          </a:solidFill>
          <a:ln w="50800">
            <a:solidFill>
              <a:srgbClr val="5BAFE3"/>
            </a:solidFill>
            <a:prstDash val="sysDash"/>
          </a:ln>
        </p:spPr>
        <p:txBody>
          <a:bodyPr wrap="square" lIns="324000" tIns="252000" anchor="t" anchorCtr="0">
            <a:noAutofit/>
          </a:bodyPr>
          <a:lstStyle/>
          <a:p>
            <a:pPr marL="265113" indent="-265113">
              <a:spcBef>
                <a:spcPts val="1199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Упрощение процесса поступления</a:t>
            </a:r>
          </a:p>
          <a:p>
            <a:pPr marL="265113" indent="-265113">
              <a:spcBef>
                <a:spcPts val="1199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Кратное снижение нагрузки на сотрудников Академии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49434FC-541D-DBC3-8A8C-032B0D0D05B4}"/>
              </a:ext>
            </a:extLst>
          </p:cNvPr>
          <p:cNvSpPr/>
          <p:nvPr/>
        </p:nvSpPr>
        <p:spPr>
          <a:xfrm>
            <a:off x="533908" y="3666920"/>
            <a:ext cx="9684434" cy="577235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50800" cap="sq">
            <a:solidFill>
              <a:srgbClr val="5BAFE3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80000" tIns="684000" rtlCol="0" anchor="t"/>
          <a:lstStyle/>
          <a:p>
            <a:pPr marL="285750" indent="-285750" defTabSz="266700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endParaRPr lang="ru-RU" sz="2800" dirty="0">
              <a:solidFill>
                <a:prstClr val="black"/>
              </a:solidFill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C172AF74-9E0F-2485-1827-4C60F7A09D34}"/>
              </a:ext>
            </a:extLst>
          </p:cNvPr>
          <p:cNvSpPr/>
          <p:nvPr/>
        </p:nvSpPr>
        <p:spPr bwMode="auto">
          <a:xfrm>
            <a:off x="1448795" y="3090963"/>
            <a:ext cx="7806614" cy="1208499"/>
          </a:xfrm>
          <a:prstGeom prst="roundRect">
            <a:avLst>
              <a:gd name="adj" fmla="val 50000"/>
            </a:avLst>
          </a:prstGeom>
          <a:solidFill>
            <a:srgbClr val="006EBE"/>
          </a:solidFill>
          <a:ln w="25400">
            <a:noFill/>
          </a:ln>
        </p:spPr>
        <p:txBody>
          <a:bodyPr wrap="square" anchor="ctr" anchorCtr="0">
            <a:noAutofit/>
          </a:bodyPr>
          <a:lstStyle/>
          <a:p>
            <a:pPr algn="ctr" defTabSz="266700">
              <a:spcBef>
                <a:spcPts val="400"/>
              </a:spcBef>
              <a:buClr>
                <a:schemeClr val="accent2"/>
              </a:buClr>
            </a:pPr>
            <a:r>
              <a:rPr lang="ru-RU" sz="2800" b="1" dirty="0">
                <a:solidFill>
                  <a:schemeClr val="bg1"/>
                </a:solidFill>
              </a:rPr>
              <a:t>Академий – 2 месяца 24 000+ диалогов </a:t>
            </a:r>
            <a:br>
              <a:rPr lang="ru-RU" sz="2800" b="1" dirty="0">
                <a:solidFill>
                  <a:schemeClr val="bg1"/>
                </a:solidFill>
              </a:rPr>
            </a:br>
            <a:r>
              <a:rPr lang="ru-RU" sz="2800" b="1" dirty="0">
                <a:solidFill>
                  <a:schemeClr val="bg1"/>
                </a:solidFill>
              </a:rPr>
              <a:t>с абитуриентами и родителями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2FFDCF2-16CA-A73F-A794-96C3F669E0C4}"/>
              </a:ext>
            </a:extLst>
          </p:cNvPr>
          <p:cNvSpPr/>
          <p:nvPr/>
        </p:nvSpPr>
        <p:spPr bwMode="auto">
          <a:xfrm>
            <a:off x="896721" y="4406740"/>
            <a:ext cx="8910761" cy="298675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8000" tIns="108000" rIns="108000" bIns="108000" numCol="1" spcCol="1270" anchor="t" anchorCtr="0">
            <a:noAutofit/>
          </a:bodyPr>
          <a:lstStyle/>
          <a:p>
            <a:pPr marL="361697" indent="-270000" fontAlgn="base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r>
              <a:rPr lang="ru-RU" sz="2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правилах приема, вступительных испытаниях и проходных баллах</a:t>
            </a:r>
          </a:p>
          <a:p>
            <a:pPr marL="361697" indent="-270000" fontAlgn="base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r>
              <a:rPr lang="ru-RU" sz="2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стоимости обучения, скидках и грантах</a:t>
            </a:r>
          </a:p>
          <a:p>
            <a:pPr marL="361697" indent="-270000" fontAlgn="base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r>
              <a:rPr lang="ru-RU" sz="2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 образовательных программах по интересам и профилю подготовки</a:t>
            </a:r>
          </a:p>
          <a:p>
            <a:pPr marL="361697" indent="-270000" fontAlgn="base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r>
              <a:rPr lang="ru-RU" sz="2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процессе обучения (расписание, длительность, возможности очного/заочного/очно-заочного обучения и пр.)</a:t>
            </a:r>
          </a:p>
          <a:p>
            <a:pPr marL="361697" indent="-270000" fontAlgn="base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r>
              <a:rPr lang="ru-RU" sz="2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наличии общежитий, порядке заселения и условиях проживания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33F58DF-01E9-3D29-F43E-BB618D4CC595}"/>
              </a:ext>
            </a:extLst>
          </p:cNvPr>
          <p:cNvGrpSpPr/>
          <p:nvPr/>
        </p:nvGrpSpPr>
        <p:grpSpPr>
          <a:xfrm>
            <a:off x="4646748" y="1470937"/>
            <a:ext cx="1364624" cy="1364624"/>
            <a:chOff x="900547" y="3790710"/>
            <a:chExt cx="1364624" cy="1364624"/>
          </a:xfrm>
        </p:grpSpPr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7B7DF123-04F2-1E55-659D-A5E9495AEE93}"/>
                </a:ext>
              </a:extLst>
            </p:cNvPr>
            <p:cNvSpPr/>
            <p:nvPr/>
          </p:nvSpPr>
          <p:spPr>
            <a:xfrm>
              <a:off x="900547" y="3790710"/>
              <a:ext cx="1364624" cy="1364624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456880"/>
              <a:endParaRPr lang="ru-RU" sz="1799" noProof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3" name="Группа 42">
              <a:extLst>
                <a:ext uri="{FF2B5EF4-FFF2-40B4-BE49-F238E27FC236}">
                  <a16:creationId xmlns:a16="http://schemas.microsoft.com/office/drawing/2014/main" id="{C7F4F642-B5A2-CC1F-3530-74F47AD9D6A8}"/>
                </a:ext>
              </a:extLst>
            </p:cNvPr>
            <p:cNvGrpSpPr/>
            <p:nvPr/>
          </p:nvGrpSpPr>
          <p:grpSpPr>
            <a:xfrm>
              <a:off x="1172838" y="4005216"/>
              <a:ext cx="803139" cy="896402"/>
              <a:chOff x="8602662" y="4539456"/>
              <a:chExt cx="1083563" cy="1209389"/>
            </a:xfrm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A06E6B0B-2A20-1B7A-4944-E0E481276B62}"/>
                  </a:ext>
                </a:extLst>
              </p:cNvPr>
              <p:cNvSpPr/>
              <p:nvPr/>
            </p:nvSpPr>
            <p:spPr>
              <a:xfrm>
                <a:off x="9142539" y="5624639"/>
                <a:ext cx="239172" cy="9525"/>
              </a:xfrm>
              <a:custGeom>
                <a:avLst/>
                <a:gdLst>
                  <a:gd name="connsiteX0" fmla="*/ 239173 w 239172"/>
                  <a:gd name="connsiteY0" fmla="*/ 0 h 9525"/>
                  <a:gd name="connsiteX1" fmla="*/ 0 w 239172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9172" h="9525">
                    <a:moveTo>
                      <a:pt x="239173" y="0"/>
                    </a:moveTo>
                    <a:lnTo>
                      <a:pt x="0" y="0"/>
                    </a:lnTo>
                  </a:path>
                </a:pathLst>
              </a:custGeom>
              <a:ln w="31750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 noProof="0" dirty="0"/>
              </a:p>
            </p:txBody>
          </p:sp>
          <p:sp>
            <p:nvSpPr>
              <p:cNvPr id="33" name="Полилиния: фигура 32">
                <a:extLst>
                  <a:ext uri="{FF2B5EF4-FFF2-40B4-BE49-F238E27FC236}">
                    <a16:creationId xmlns:a16="http://schemas.microsoft.com/office/drawing/2014/main" id="{14E89DDD-0AC2-D08F-C30C-ACBE3B93F5FC}"/>
                  </a:ext>
                </a:extLst>
              </p:cNvPr>
              <p:cNvSpPr/>
              <p:nvPr/>
            </p:nvSpPr>
            <p:spPr>
              <a:xfrm>
                <a:off x="9159589" y="5499957"/>
                <a:ext cx="205168" cy="61341"/>
              </a:xfrm>
              <a:custGeom>
                <a:avLst/>
                <a:gdLst>
                  <a:gd name="connsiteX0" fmla="*/ 0 w 205168"/>
                  <a:gd name="connsiteY0" fmla="*/ 61341 h 61341"/>
                  <a:gd name="connsiteX1" fmla="*/ 0 w 205168"/>
                  <a:gd name="connsiteY1" fmla="*/ 0 h 61341"/>
                  <a:gd name="connsiteX2" fmla="*/ 205169 w 205168"/>
                  <a:gd name="connsiteY2" fmla="*/ 0 h 61341"/>
                  <a:gd name="connsiteX3" fmla="*/ 205169 w 205168"/>
                  <a:gd name="connsiteY3" fmla="*/ 61341 h 61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168" h="61341">
                    <a:moveTo>
                      <a:pt x="0" y="61341"/>
                    </a:moveTo>
                    <a:lnTo>
                      <a:pt x="0" y="0"/>
                    </a:lnTo>
                    <a:lnTo>
                      <a:pt x="205169" y="0"/>
                    </a:lnTo>
                    <a:lnTo>
                      <a:pt x="205169" y="61341"/>
                    </a:lnTo>
                  </a:path>
                </a:pathLst>
              </a:custGeom>
              <a:noFill/>
              <a:ln w="31750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 noProof="0" dirty="0"/>
              </a:p>
            </p:txBody>
          </p:sp>
          <p:sp>
            <p:nvSpPr>
              <p:cNvPr id="34" name="Полилиния: фигура 33">
                <a:extLst>
                  <a:ext uri="{FF2B5EF4-FFF2-40B4-BE49-F238E27FC236}">
                    <a16:creationId xmlns:a16="http://schemas.microsoft.com/office/drawing/2014/main" id="{FD3371DD-CB5B-B62E-671A-D832B811FCAB}"/>
                  </a:ext>
                </a:extLst>
              </p:cNvPr>
              <p:cNvSpPr/>
              <p:nvPr/>
            </p:nvSpPr>
            <p:spPr>
              <a:xfrm rot="10800000">
                <a:off x="9602501" y="5014944"/>
                <a:ext cx="83724" cy="504348"/>
              </a:xfrm>
              <a:custGeom>
                <a:avLst/>
                <a:gdLst>
                  <a:gd name="connsiteX0" fmla="*/ 0 w 83724"/>
                  <a:gd name="connsiteY0" fmla="*/ 0 h 504348"/>
                  <a:gd name="connsiteX1" fmla="*/ 83725 w 83724"/>
                  <a:gd name="connsiteY1" fmla="*/ 0 h 504348"/>
                  <a:gd name="connsiteX2" fmla="*/ 83725 w 83724"/>
                  <a:gd name="connsiteY2" fmla="*/ 504349 h 504348"/>
                  <a:gd name="connsiteX3" fmla="*/ 0 w 83724"/>
                  <a:gd name="connsiteY3" fmla="*/ 504349 h 504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724" h="504348">
                    <a:moveTo>
                      <a:pt x="0" y="0"/>
                    </a:moveTo>
                    <a:lnTo>
                      <a:pt x="83725" y="0"/>
                    </a:lnTo>
                    <a:lnTo>
                      <a:pt x="83725" y="504349"/>
                    </a:lnTo>
                    <a:lnTo>
                      <a:pt x="0" y="504349"/>
                    </a:lnTo>
                    <a:close/>
                  </a:path>
                </a:pathLst>
              </a:custGeom>
              <a:noFill/>
              <a:ln w="31750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 noProof="0" dirty="0"/>
              </a:p>
            </p:txBody>
          </p:sp>
          <p:sp>
            <p:nvSpPr>
              <p:cNvPr id="35" name="Полилиния: фигура 34">
                <a:extLst>
                  <a:ext uri="{FF2B5EF4-FFF2-40B4-BE49-F238E27FC236}">
                    <a16:creationId xmlns:a16="http://schemas.microsoft.com/office/drawing/2014/main" id="{A1C6BD00-9CAF-49C0-4320-1432F2DE9579}"/>
                  </a:ext>
                </a:extLst>
              </p:cNvPr>
              <p:cNvSpPr/>
              <p:nvPr/>
            </p:nvSpPr>
            <p:spPr>
              <a:xfrm>
                <a:off x="9602501" y="5519293"/>
                <a:ext cx="83724" cy="145160"/>
              </a:xfrm>
              <a:custGeom>
                <a:avLst/>
                <a:gdLst>
                  <a:gd name="connsiteX0" fmla="*/ 0 w 83724"/>
                  <a:gd name="connsiteY0" fmla="*/ 0 h 145160"/>
                  <a:gd name="connsiteX1" fmla="*/ 0 w 83724"/>
                  <a:gd name="connsiteY1" fmla="*/ 118396 h 145160"/>
                  <a:gd name="connsiteX2" fmla="*/ 26765 w 83724"/>
                  <a:gd name="connsiteY2" fmla="*/ 145161 h 145160"/>
                  <a:gd name="connsiteX3" fmla="*/ 56959 w 83724"/>
                  <a:gd name="connsiteY3" fmla="*/ 145161 h 145160"/>
                  <a:gd name="connsiteX4" fmla="*/ 83725 w 83724"/>
                  <a:gd name="connsiteY4" fmla="*/ 118396 h 145160"/>
                  <a:gd name="connsiteX5" fmla="*/ 83725 w 83724"/>
                  <a:gd name="connsiteY5" fmla="*/ 0 h 145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3724" h="145160">
                    <a:moveTo>
                      <a:pt x="0" y="0"/>
                    </a:moveTo>
                    <a:lnTo>
                      <a:pt x="0" y="118396"/>
                    </a:lnTo>
                    <a:cubicBezTo>
                      <a:pt x="0" y="133159"/>
                      <a:pt x="12002" y="145161"/>
                      <a:pt x="26765" y="145161"/>
                    </a:cubicBezTo>
                    <a:lnTo>
                      <a:pt x="56959" y="145161"/>
                    </a:lnTo>
                    <a:cubicBezTo>
                      <a:pt x="71723" y="145161"/>
                      <a:pt x="83725" y="133159"/>
                      <a:pt x="83725" y="118396"/>
                    </a:cubicBezTo>
                    <a:lnTo>
                      <a:pt x="83725" y="0"/>
                    </a:lnTo>
                  </a:path>
                </a:pathLst>
              </a:custGeom>
              <a:noFill/>
              <a:ln w="31750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 noProof="0" dirty="0"/>
              </a:p>
            </p:txBody>
          </p:sp>
          <p:sp>
            <p:nvSpPr>
              <p:cNvPr id="36" name="Полилиния: фигура 35">
                <a:extLst>
                  <a:ext uri="{FF2B5EF4-FFF2-40B4-BE49-F238E27FC236}">
                    <a16:creationId xmlns:a16="http://schemas.microsoft.com/office/drawing/2014/main" id="{7E77163F-9F2B-2F0E-A71C-71628EF6FBFB}"/>
                  </a:ext>
                </a:extLst>
              </p:cNvPr>
              <p:cNvSpPr/>
              <p:nvPr/>
            </p:nvSpPr>
            <p:spPr>
              <a:xfrm>
                <a:off x="9644316" y="5664454"/>
                <a:ext cx="9525" cy="84391"/>
              </a:xfrm>
              <a:custGeom>
                <a:avLst/>
                <a:gdLst>
                  <a:gd name="connsiteX0" fmla="*/ 0 w 9525"/>
                  <a:gd name="connsiteY0" fmla="*/ 0 h 84391"/>
                  <a:gd name="connsiteX1" fmla="*/ 0 w 9525"/>
                  <a:gd name="connsiteY1" fmla="*/ 84392 h 84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84391">
                    <a:moveTo>
                      <a:pt x="0" y="0"/>
                    </a:moveTo>
                    <a:lnTo>
                      <a:pt x="0" y="84392"/>
                    </a:lnTo>
                  </a:path>
                </a:pathLst>
              </a:custGeom>
              <a:ln w="31750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 noProof="0" dirty="0"/>
              </a:p>
            </p:txBody>
          </p:sp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ECA27AF7-206A-79D7-B563-BFDCACF829FE}"/>
                  </a:ext>
                </a:extLst>
              </p:cNvPr>
              <p:cNvSpPr/>
              <p:nvPr/>
            </p:nvSpPr>
            <p:spPr>
              <a:xfrm>
                <a:off x="9602501" y="4931219"/>
                <a:ext cx="83724" cy="83724"/>
              </a:xfrm>
              <a:custGeom>
                <a:avLst/>
                <a:gdLst>
                  <a:gd name="connsiteX0" fmla="*/ 83725 w 83724"/>
                  <a:gd name="connsiteY0" fmla="*/ 83725 h 83724"/>
                  <a:gd name="connsiteX1" fmla="*/ 83725 w 83724"/>
                  <a:gd name="connsiteY1" fmla="*/ 26765 h 83724"/>
                  <a:gd name="connsiteX2" fmla="*/ 56959 w 83724"/>
                  <a:gd name="connsiteY2" fmla="*/ 0 h 83724"/>
                  <a:gd name="connsiteX3" fmla="*/ 26765 w 83724"/>
                  <a:gd name="connsiteY3" fmla="*/ 0 h 83724"/>
                  <a:gd name="connsiteX4" fmla="*/ 0 w 83724"/>
                  <a:gd name="connsiteY4" fmla="*/ 26765 h 83724"/>
                  <a:gd name="connsiteX5" fmla="*/ 0 w 83724"/>
                  <a:gd name="connsiteY5" fmla="*/ 83725 h 83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3724" h="83724">
                    <a:moveTo>
                      <a:pt x="83725" y="83725"/>
                    </a:moveTo>
                    <a:lnTo>
                      <a:pt x="83725" y="26765"/>
                    </a:lnTo>
                    <a:cubicBezTo>
                      <a:pt x="83725" y="12001"/>
                      <a:pt x="71723" y="0"/>
                      <a:pt x="56959" y="0"/>
                    </a:cubicBezTo>
                    <a:lnTo>
                      <a:pt x="26765" y="0"/>
                    </a:lnTo>
                    <a:cubicBezTo>
                      <a:pt x="12002" y="0"/>
                      <a:pt x="0" y="12001"/>
                      <a:pt x="0" y="26765"/>
                    </a:cubicBezTo>
                    <a:lnTo>
                      <a:pt x="0" y="83725"/>
                    </a:lnTo>
                  </a:path>
                </a:pathLst>
              </a:custGeom>
              <a:noFill/>
              <a:ln w="31750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 noProof="0" dirty="0"/>
              </a:p>
            </p:txBody>
          </p:sp>
          <p:sp>
            <p:nvSpPr>
              <p:cNvPr id="38" name="Полилиния: фигура 37">
                <a:extLst>
                  <a:ext uri="{FF2B5EF4-FFF2-40B4-BE49-F238E27FC236}">
                    <a16:creationId xmlns:a16="http://schemas.microsoft.com/office/drawing/2014/main" id="{8636758D-237F-F8F7-4313-68595723CF6B}"/>
                  </a:ext>
                </a:extLst>
              </p:cNvPr>
              <p:cNvSpPr/>
              <p:nvPr/>
            </p:nvSpPr>
            <p:spPr>
              <a:xfrm>
                <a:off x="8602662" y="4539456"/>
                <a:ext cx="870013" cy="1195673"/>
              </a:xfrm>
              <a:custGeom>
                <a:avLst/>
                <a:gdLst>
                  <a:gd name="connsiteX0" fmla="*/ 118586 w 870013"/>
                  <a:gd name="connsiteY0" fmla="*/ 1077087 h 1195673"/>
                  <a:gd name="connsiteX1" fmla="*/ 118586 w 870013"/>
                  <a:gd name="connsiteY1" fmla="*/ 1112330 h 1195673"/>
                  <a:gd name="connsiteX2" fmla="*/ 201930 w 870013"/>
                  <a:gd name="connsiteY2" fmla="*/ 1195673 h 1195673"/>
                  <a:gd name="connsiteX3" fmla="*/ 870013 w 870013"/>
                  <a:gd name="connsiteY3" fmla="*/ 1195673 h 1195673"/>
                  <a:gd name="connsiteX4" fmla="*/ 870013 w 870013"/>
                  <a:gd name="connsiteY4" fmla="*/ 0 h 1195673"/>
                  <a:gd name="connsiteX5" fmla="*/ 0 w 870013"/>
                  <a:gd name="connsiteY5" fmla="*/ 0 h 1195673"/>
                  <a:gd name="connsiteX6" fmla="*/ 0 w 870013"/>
                  <a:gd name="connsiteY6" fmla="*/ 993743 h 1195673"/>
                  <a:gd name="connsiteX7" fmla="*/ 83344 w 870013"/>
                  <a:gd name="connsiteY7" fmla="*/ 1077087 h 1195673"/>
                  <a:gd name="connsiteX8" fmla="*/ 118586 w 870013"/>
                  <a:gd name="connsiteY8" fmla="*/ 1077087 h 1195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0013" h="1195673">
                    <a:moveTo>
                      <a:pt x="118586" y="1077087"/>
                    </a:moveTo>
                    <a:lnTo>
                      <a:pt x="118586" y="1112330"/>
                    </a:lnTo>
                    <a:cubicBezTo>
                      <a:pt x="118586" y="1158335"/>
                      <a:pt x="155924" y="1195673"/>
                      <a:pt x="201930" y="1195673"/>
                    </a:cubicBezTo>
                    <a:lnTo>
                      <a:pt x="870013" y="1195673"/>
                    </a:lnTo>
                    <a:lnTo>
                      <a:pt x="870013" y="0"/>
                    </a:lnTo>
                    <a:lnTo>
                      <a:pt x="0" y="0"/>
                    </a:lnTo>
                    <a:lnTo>
                      <a:pt x="0" y="993743"/>
                    </a:lnTo>
                    <a:cubicBezTo>
                      <a:pt x="0" y="1039749"/>
                      <a:pt x="37338" y="1077087"/>
                      <a:pt x="83344" y="1077087"/>
                    </a:cubicBezTo>
                    <a:lnTo>
                      <a:pt x="118586" y="1077087"/>
                    </a:lnTo>
                    <a:close/>
                  </a:path>
                </a:pathLst>
              </a:custGeom>
              <a:noFill/>
              <a:ln w="31750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 noProof="0" dirty="0"/>
              </a:p>
            </p:txBody>
          </p:sp>
          <p:sp>
            <p:nvSpPr>
              <p:cNvPr id="39" name="Полилиния: фигура 38">
                <a:extLst>
                  <a:ext uri="{FF2B5EF4-FFF2-40B4-BE49-F238E27FC236}">
                    <a16:creationId xmlns:a16="http://schemas.microsoft.com/office/drawing/2014/main" id="{5734E12E-E5AE-3365-A527-D59CD2F9C295}"/>
                  </a:ext>
                </a:extLst>
              </p:cNvPr>
              <p:cNvSpPr/>
              <p:nvPr/>
            </p:nvSpPr>
            <p:spPr>
              <a:xfrm>
                <a:off x="9472771" y="4610322"/>
                <a:ext cx="80010" cy="261366"/>
              </a:xfrm>
              <a:custGeom>
                <a:avLst/>
                <a:gdLst>
                  <a:gd name="connsiteX0" fmla="*/ 0 w 80010"/>
                  <a:gd name="connsiteY0" fmla="*/ 0 h 261366"/>
                  <a:gd name="connsiteX1" fmla="*/ 80010 w 80010"/>
                  <a:gd name="connsiteY1" fmla="*/ 0 h 261366"/>
                  <a:gd name="connsiteX2" fmla="*/ 80010 w 80010"/>
                  <a:gd name="connsiteY2" fmla="*/ 261366 h 261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0010" h="261366">
                    <a:moveTo>
                      <a:pt x="0" y="0"/>
                    </a:moveTo>
                    <a:lnTo>
                      <a:pt x="80010" y="0"/>
                    </a:lnTo>
                    <a:lnTo>
                      <a:pt x="80010" y="261366"/>
                    </a:lnTo>
                  </a:path>
                </a:pathLst>
              </a:custGeom>
              <a:noFill/>
              <a:ln w="31750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 noProof="0" dirty="0"/>
              </a:p>
            </p:txBody>
          </p:sp>
          <p:grpSp>
            <p:nvGrpSpPr>
              <p:cNvPr id="40" name="Рисунок 13">
                <a:extLst>
                  <a:ext uri="{FF2B5EF4-FFF2-40B4-BE49-F238E27FC236}">
                    <a16:creationId xmlns:a16="http://schemas.microsoft.com/office/drawing/2014/main" id="{3C635F7C-392F-5CB5-049A-38E05532B511}"/>
                  </a:ext>
                </a:extLst>
              </p:cNvPr>
              <p:cNvGrpSpPr/>
              <p:nvPr/>
            </p:nvGrpSpPr>
            <p:grpSpPr>
              <a:xfrm>
                <a:off x="8892031" y="4762976"/>
                <a:ext cx="291404" cy="541432"/>
                <a:chOff x="8892031" y="4762976"/>
                <a:chExt cx="291404" cy="541432"/>
              </a:xfrm>
              <a:noFill/>
            </p:grpSpPr>
            <p:sp>
              <p:nvSpPr>
                <p:cNvPr id="41" name="Полилиния: фигура 40">
                  <a:extLst>
                    <a:ext uri="{FF2B5EF4-FFF2-40B4-BE49-F238E27FC236}">
                      <a16:creationId xmlns:a16="http://schemas.microsoft.com/office/drawing/2014/main" id="{0294A311-A1CD-819A-4F69-C823CBABF2FA}"/>
                    </a:ext>
                  </a:extLst>
                </p:cNvPr>
                <p:cNvSpPr/>
                <p:nvPr/>
              </p:nvSpPr>
              <p:spPr>
                <a:xfrm>
                  <a:off x="8892031" y="4762976"/>
                  <a:ext cx="291404" cy="422275"/>
                </a:xfrm>
                <a:custGeom>
                  <a:avLst/>
                  <a:gdLst>
                    <a:gd name="connsiteX0" fmla="*/ 0 w 291404"/>
                    <a:gd name="connsiteY0" fmla="*/ 145669 h 422275"/>
                    <a:gd name="connsiteX1" fmla="*/ 177070 w 291404"/>
                    <a:gd name="connsiteY1" fmla="*/ 3270 h 422275"/>
                    <a:gd name="connsiteX2" fmla="*/ 288131 w 291404"/>
                    <a:gd name="connsiteY2" fmla="*/ 114332 h 422275"/>
                    <a:gd name="connsiteX3" fmla="*/ 223552 w 291404"/>
                    <a:gd name="connsiteY3" fmla="*/ 268828 h 422275"/>
                    <a:gd name="connsiteX4" fmla="*/ 145637 w 291404"/>
                    <a:gd name="connsiteY4" fmla="*/ 418370 h 422275"/>
                    <a:gd name="connsiteX5" fmla="*/ 145637 w 291404"/>
                    <a:gd name="connsiteY5" fmla="*/ 422275 h 422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1404" h="422275">
                      <a:moveTo>
                        <a:pt x="0" y="145669"/>
                      </a:moveTo>
                      <a:cubicBezTo>
                        <a:pt x="0" y="54991"/>
                        <a:pt x="82868" y="-16351"/>
                        <a:pt x="177070" y="3270"/>
                      </a:cubicBezTo>
                      <a:cubicBezTo>
                        <a:pt x="232124" y="14701"/>
                        <a:pt x="276701" y="59278"/>
                        <a:pt x="288131" y="114332"/>
                      </a:cubicBezTo>
                      <a:cubicBezTo>
                        <a:pt x="301562" y="178721"/>
                        <a:pt x="272415" y="237871"/>
                        <a:pt x="223552" y="268828"/>
                      </a:cubicBezTo>
                      <a:cubicBezTo>
                        <a:pt x="173260" y="300736"/>
                        <a:pt x="145637" y="358839"/>
                        <a:pt x="145637" y="418370"/>
                      </a:cubicBezTo>
                      <a:lnTo>
                        <a:pt x="145637" y="422275"/>
                      </a:lnTo>
                    </a:path>
                  </a:pathLst>
                </a:custGeom>
                <a:noFill/>
                <a:ln w="31750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ru-RU" noProof="0" dirty="0"/>
                </a:p>
              </p:txBody>
            </p:sp>
            <p:sp>
              <p:nvSpPr>
                <p:cNvPr id="42" name="Полилиния: фигура 41">
                  <a:extLst>
                    <a:ext uri="{FF2B5EF4-FFF2-40B4-BE49-F238E27FC236}">
                      <a16:creationId xmlns:a16="http://schemas.microsoft.com/office/drawing/2014/main" id="{99CC41BF-2399-C654-55FF-CE1BC8D0529E}"/>
                    </a:ext>
                  </a:extLst>
                </p:cNvPr>
                <p:cNvSpPr/>
                <p:nvPr/>
              </p:nvSpPr>
              <p:spPr>
                <a:xfrm>
                  <a:off x="9029763" y="5288597"/>
                  <a:ext cx="15811" cy="15811"/>
                </a:xfrm>
                <a:custGeom>
                  <a:avLst/>
                  <a:gdLst>
                    <a:gd name="connsiteX0" fmla="*/ 15812 w 15811"/>
                    <a:gd name="connsiteY0" fmla="*/ 7906 h 15811"/>
                    <a:gd name="connsiteX1" fmla="*/ 7906 w 15811"/>
                    <a:gd name="connsiteY1" fmla="*/ 15812 h 15811"/>
                    <a:gd name="connsiteX2" fmla="*/ 0 w 15811"/>
                    <a:gd name="connsiteY2" fmla="*/ 7906 h 15811"/>
                    <a:gd name="connsiteX3" fmla="*/ 7906 w 15811"/>
                    <a:gd name="connsiteY3" fmla="*/ 0 h 15811"/>
                    <a:gd name="connsiteX4" fmla="*/ 15812 w 15811"/>
                    <a:gd name="connsiteY4" fmla="*/ 7906 h 158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811" h="15811">
                      <a:moveTo>
                        <a:pt x="15812" y="7906"/>
                      </a:moveTo>
                      <a:cubicBezTo>
                        <a:pt x="15812" y="12272"/>
                        <a:pt x="12272" y="15812"/>
                        <a:pt x="7906" y="15812"/>
                      </a:cubicBezTo>
                      <a:cubicBezTo>
                        <a:pt x="3540" y="15812"/>
                        <a:pt x="0" y="12272"/>
                        <a:pt x="0" y="7906"/>
                      </a:cubicBezTo>
                      <a:cubicBezTo>
                        <a:pt x="0" y="3540"/>
                        <a:pt x="3540" y="0"/>
                        <a:pt x="7906" y="0"/>
                      </a:cubicBezTo>
                      <a:cubicBezTo>
                        <a:pt x="12272" y="0"/>
                        <a:pt x="15812" y="3540"/>
                        <a:pt x="15812" y="7906"/>
                      </a:cubicBezTo>
                      <a:close/>
                    </a:path>
                  </a:pathLst>
                </a:custGeom>
                <a:noFill/>
                <a:ln w="31750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ru-RU" noProof="0" dirty="0"/>
                </a:p>
              </p:txBody>
            </p:sp>
          </p:grpSp>
        </p:grpSp>
      </p:grp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3804D03-25B6-4AC5-9984-0772B1775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608" y="3767353"/>
            <a:ext cx="5469516" cy="5469516"/>
          </a:xfrm>
          <a:prstGeom prst="ellipse">
            <a:avLst/>
          </a:prstGeom>
          <a:noFill/>
          <a:ln w="76200">
            <a:solidFill>
              <a:srgbClr val="D9F3FD"/>
            </a:solidFill>
          </a:ln>
        </p:spPr>
      </p:pic>
    </p:spTree>
    <p:extLst>
      <p:ext uri="{BB962C8B-B14F-4D97-AF65-F5344CB8AC3E}">
        <p14:creationId xmlns:p14="http://schemas.microsoft.com/office/powerpoint/2010/main" val="3751655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B46F4-2AEC-CE60-F3D4-DA536AEA5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C69DE80C-2035-075F-7A76-F5D6732BB953}"/>
              </a:ext>
            </a:extLst>
          </p:cNvPr>
          <p:cNvGrpSpPr/>
          <p:nvPr/>
        </p:nvGrpSpPr>
        <p:grpSpPr>
          <a:xfrm rot="21201500">
            <a:off x="-1910088" y="1613054"/>
            <a:ext cx="11787504" cy="8872572"/>
            <a:chOff x="3551458" y="3425107"/>
            <a:chExt cx="12171040" cy="9161263"/>
          </a:xfrm>
        </p:grpSpPr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C2F16469-778C-9F23-C87F-3A65FD25C5CC}"/>
                </a:ext>
              </a:extLst>
            </p:cNvPr>
            <p:cNvSpPr/>
            <p:nvPr/>
          </p:nvSpPr>
          <p:spPr>
            <a:xfrm rot="14883854">
              <a:off x="7277762" y="5549485"/>
              <a:ext cx="4233327" cy="4233327"/>
            </a:xfrm>
            <a:prstGeom prst="ellipse">
              <a:avLst/>
            </a:prstGeom>
            <a:solidFill>
              <a:srgbClr val="D6E8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4C9070F3-3A46-6335-81FC-417AE1E35B15}"/>
                </a:ext>
              </a:extLst>
            </p:cNvPr>
            <p:cNvSpPr/>
            <p:nvPr/>
          </p:nvSpPr>
          <p:spPr>
            <a:xfrm rot="14883854">
              <a:off x="3551458" y="5341788"/>
              <a:ext cx="4701696" cy="4701696"/>
            </a:xfrm>
            <a:prstGeom prst="ellipse">
              <a:avLst/>
            </a:prstGeom>
            <a:solidFill>
              <a:srgbClr val="D6E8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06007E02-9474-DF30-4A13-4C5DBB4B983A}"/>
                </a:ext>
              </a:extLst>
            </p:cNvPr>
            <p:cNvSpPr/>
            <p:nvPr/>
          </p:nvSpPr>
          <p:spPr>
            <a:xfrm rot="14883854">
              <a:off x="11559147" y="8307559"/>
              <a:ext cx="2224166" cy="2224165"/>
            </a:xfrm>
            <a:prstGeom prst="ellipse">
              <a:avLst/>
            </a:prstGeom>
            <a:solidFill>
              <a:srgbClr val="E6F1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344C69C6-D908-EE12-6C70-FB479B84D7CE}"/>
                </a:ext>
              </a:extLst>
            </p:cNvPr>
            <p:cNvSpPr/>
            <p:nvPr/>
          </p:nvSpPr>
          <p:spPr>
            <a:xfrm rot="14883854">
              <a:off x="10175082" y="3425107"/>
              <a:ext cx="5547416" cy="5547416"/>
            </a:xfrm>
            <a:prstGeom prst="ellipse">
              <a:avLst/>
            </a:prstGeom>
            <a:solidFill>
              <a:srgbClr val="B4D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BABB6584-AC72-DDE7-3730-90BD7F3456F9}"/>
                </a:ext>
              </a:extLst>
            </p:cNvPr>
            <p:cNvSpPr/>
            <p:nvPr/>
          </p:nvSpPr>
          <p:spPr>
            <a:xfrm rot="14883854">
              <a:off x="5869129" y="8451882"/>
              <a:ext cx="371336" cy="371336"/>
            </a:xfrm>
            <a:prstGeom prst="ellipse">
              <a:avLst/>
            </a:prstGeom>
            <a:solidFill>
              <a:srgbClr val="B4D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90437CED-167D-8163-1755-6A1C9C8E17D0}"/>
                </a:ext>
              </a:extLst>
            </p:cNvPr>
            <p:cNvSpPr/>
            <p:nvPr/>
          </p:nvSpPr>
          <p:spPr>
            <a:xfrm rot="14883854">
              <a:off x="13392497" y="11551443"/>
              <a:ext cx="442570" cy="442570"/>
            </a:xfrm>
            <a:prstGeom prst="ellipse">
              <a:avLst/>
            </a:prstGeom>
            <a:solidFill>
              <a:srgbClr val="C6DF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C69240F6-B3C7-FF0E-0B61-F9CE1379BD0A}"/>
                </a:ext>
              </a:extLst>
            </p:cNvPr>
            <p:cNvSpPr/>
            <p:nvPr/>
          </p:nvSpPr>
          <p:spPr>
            <a:xfrm rot="14883854">
              <a:off x="5583427" y="8986184"/>
              <a:ext cx="3600186" cy="3600186"/>
            </a:xfrm>
            <a:prstGeom prst="ellipse">
              <a:avLst/>
            </a:prstGeom>
            <a:solidFill>
              <a:srgbClr val="C6DF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69DFFA-73F0-D82F-5CFF-55930ED17D32}"/>
              </a:ext>
            </a:extLst>
          </p:cNvPr>
          <p:cNvSpPr txBox="1">
            <a:spLocks/>
          </p:cNvSpPr>
          <p:nvPr/>
        </p:nvSpPr>
        <p:spPr>
          <a:xfrm>
            <a:off x="380416" y="411786"/>
            <a:ext cx="15490952" cy="124999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defPPr>
              <a:defRPr lang="en-US"/>
            </a:defPPr>
            <a:lvl1pPr defTabSz="1371783">
              <a:lnSpc>
                <a:spcPct val="80000"/>
              </a:lnSpc>
              <a:spcBef>
                <a:spcPts val="3600"/>
              </a:spcBef>
              <a:buNone/>
              <a:defRPr sz="5000" b="1">
                <a:latin typeface="Arial" panose="020B0604020202020204" pitchFamily="34" charset="0"/>
                <a:ea typeface="PT Root UI Bold" panose="020B0603020202020204" pitchFamily="34" charset="-52"/>
                <a:cs typeface="Arial" panose="020B0604020202020204" pitchFamily="34" charset="0"/>
              </a:defRPr>
            </a:lvl1pPr>
          </a:lstStyle>
          <a:p>
            <a:pPr defTabSz="456880">
              <a:buClr>
                <a:srgbClr val="006EBE"/>
              </a:buClr>
              <a:defRPr/>
            </a:pPr>
            <a:r>
              <a:rPr lang="ru-RU" sz="4597" dirty="0">
                <a:solidFill>
                  <a:srgbClr val="006EBE"/>
                </a:solidFill>
                <a:ea typeface="+mn-ea"/>
              </a:rPr>
              <a:t>Внедрение системы документооборота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B4797B9-304B-1C63-BF08-740D08EEA9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7127" y="1765323"/>
            <a:ext cx="7413415" cy="4194757"/>
          </a:xfrm>
          <a:prstGeom prst="rect">
            <a:avLst/>
          </a:prstGeom>
          <a:ln w="76200">
            <a:solidFill>
              <a:schemeClr val="bg1"/>
            </a:solidFill>
            <a:miter lim="800000"/>
          </a:ln>
        </p:spPr>
      </p:pic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ED9690F-F52C-AC52-E255-67AE95D0D86B}"/>
              </a:ext>
            </a:extLst>
          </p:cNvPr>
          <p:cNvSpPr/>
          <p:nvPr/>
        </p:nvSpPr>
        <p:spPr>
          <a:xfrm>
            <a:off x="10307434" y="2001791"/>
            <a:ext cx="7063801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4" algn="ctr"/>
            <a:r>
              <a:rPr lang="ru-RU" sz="5400" b="1" dirty="0">
                <a:solidFill>
                  <a:srgbClr val="006EBE"/>
                </a:solidFill>
              </a:rPr>
              <a:t>7 000</a:t>
            </a:r>
            <a:r>
              <a:rPr lang="en-US" sz="5400" b="1" dirty="0">
                <a:solidFill>
                  <a:srgbClr val="006EBE"/>
                </a:solidFill>
              </a:rPr>
              <a:t>+</a:t>
            </a:r>
            <a:endParaRPr lang="ru-RU" sz="5400" b="1" dirty="0">
              <a:solidFill>
                <a:srgbClr val="006EBE"/>
              </a:solidFill>
            </a:endParaRPr>
          </a:p>
          <a:p>
            <a:pPr algn="ctr">
              <a:spcBef>
                <a:spcPts val="600"/>
              </a:spcBef>
            </a:pPr>
            <a:r>
              <a:rPr lang="ru-RU" sz="2800" dirty="0"/>
              <a:t>пользователей </a:t>
            </a:r>
            <a:br>
              <a:rPr lang="ru-RU" sz="2800" dirty="0"/>
            </a:br>
            <a:r>
              <a:rPr lang="ru-RU" sz="2800" dirty="0"/>
              <a:t>в Москве и во всех филиалах,</a:t>
            </a:r>
          </a:p>
          <a:p>
            <a:pPr algn="ctr">
              <a:spcBef>
                <a:spcPts val="600"/>
              </a:spcBef>
            </a:pPr>
            <a:r>
              <a:rPr lang="ru-RU" sz="2800" dirty="0"/>
              <a:t>включая ДНР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5C368D04-A376-3D68-636A-0925C596368C}"/>
              </a:ext>
            </a:extLst>
          </p:cNvPr>
          <p:cNvSpPr/>
          <p:nvPr/>
        </p:nvSpPr>
        <p:spPr>
          <a:xfrm>
            <a:off x="9717271" y="5006268"/>
            <a:ext cx="8465850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6EBE"/>
                </a:solidFill>
                <a:latin typeface="+mj-lt"/>
              </a:rPr>
              <a:t>Внедрение инструментов ИИ</a:t>
            </a:r>
            <a:r>
              <a:rPr lang="en-US" sz="2800" b="1" dirty="0">
                <a:solidFill>
                  <a:srgbClr val="006EBE"/>
                </a:solidFill>
                <a:latin typeface="+mj-lt"/>
              </a:rPr>
              <a:t>:</a:t>
            </a:r>
            <a:r>
              <a:rPr lang="ru-RU" sz="2800" b="1" dirty="0">
                <a:solidFill>
                  <a:srgbClr val="006EBE"/>
                </a:solidFill>
                <a:latin typeface="+mj-lt"/>
              </a:rPr>
              <a:t> модуль </a:t>
            </a:r>
            <a:r>
              <a:rPr lang="en-US" sz="2800" b="1" dirty="0">
                <a:solidFill>
                  <a:srgbClr val="006EBE"/>
                </a:solidFill>
                <a:latin typeface="+mj-lt"/>
              </a:rPr>
              <a:t>Ario</a:t>
            </a:r>
            <a:endParaRPr lang="ru-RU" sz="2800" b="1" dirty="0">
              <a:solidFill>
                <a:srgbClr val="006EBE"/>
              </a:solidFill>
              <a:latin typeface="+mj-lt"/>
              <a:ea typeface="Arial Regular" pitchFamily="34" charset="-122"/>
              <a:cs typeface="Arial" panose="020B0604020202020204" pitchFamily="34" charset="0"/>
            </a:endParaRPr>
          </a:p>
          <a:p>
            <a:pPr marL="719138" indent="-360363">
              <a:spcBef>
                <a:spcPts val="18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В результате использования – </a:t>
            </a:r>
            <a:r>
              <a:rPr lang="ru-RU" sz="4200" b="1" dirty="0">
                <a:solidFill>
                  <a:srgbClr val="006EBE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38,7%</a:t>
            </a:r>
            <a:r>
              <a:rPr lang="ru-RU" sz="28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 документов обрабатывается ИИ</a:t>
            </a:r>
          </a:p>
          <a:p>
            <a:pPr marL="719138" indent="-360363" fontAlgn="ctr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Сокращение времени обработки входящей корреспонденции почти на </a:t>
            </a:r>
            <a:r>
              <a:rPr lang="ru-RU" sz="4200" b="1" dirty="0">
                <a:solidFill>
                  <a:srgbClr val="006EBE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40%</a:t>
            </a:r>
          </a:p>
          <a:p>
            <a:pPr marL="719138" indent="-360363" fontAlgn="ctr">
              <a:spcBef>
                <a:spcPts val="18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Минимизация человеческих ошибок при регистрации</a:t>
            </a:r>
            <a:endParaRPr lang="ru-RU" sz="2800" b="1" dirty="0">
              <a:solidFill>
                <a:srgbClr val="006EBE"/>
              </a:solidFill>
            </a:endParaRPr>
          </a:p>
        </p:txBody>
      </p:sp>
      <p:pic>
        <p:nvPicPr>
          <p:cNvPr id="4" name="Рисунок 3" descr="Изображение выглядит как текст, баге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B448BC-2F27-3F79-67C0-A1CF63AC5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045" y="6325806"/>
            <a:ext cx="4621277" cy="325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716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00A5D-CFE9-DA2C-AFC8-0BDB15143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AEC8E4AD-AA80-7451-9A9B-0F135D9A1499}"/>
              </a:ext>
            </a:extLst>
          </p:cNvPr>
          <p:cNvSpPr txBox="1">
            <a:spLocks/>
          </p:cNvSpPr>
          <p:nvPr/>
        </p:nvSpPr>
        <p:spPr>
          <a:xfrm>
            <a:off x="524613" y="2046362"/>
            <a:ext cx="5742837" cy="747966"/>
          </a:xfrm>
          <a:prstGeom prst="roundRect">
            <a:avLst>
              <a:gd name="adj" fmla="val 50000"/>
            </a:avLst>
          </a:prstGeom>
          <a:solidFill>
            <a:srgbClr val="006EBE"/>
          </a:solidFill>
        </p:spPr>
        <p:txBody>
          <a:bodyPr vert="horz" wrap="square" lIns="0" tIns="32751" rIns="0" bIns="0" rtlCol="0" anchor="ctr" anchorCtr="0">
            <a:noAutofit/>
          </a:bodyPr>
          <a:lstStyle>
            <a:lvl1pPr>
              <a:defRPr sz="7350" b="1" i="0">
                <a:solidFill>
                  <a:schemeClr val="bg1"/>
                </a:solidFill>
                <a:latin typeface="Montserrat SemiBold"/>
                <a:ea typeface="+mj-ea"/>
                <a:cs typeface="Montserrat SemiBold"/>
              </a:defRPr>
            </a:lvl1pPr>
          </a:lstStyle>
          <a:p>
            <a:pPr marL="216622" marR="4621" indent="-205647" algn="ctr"/>
            <a:r>
              <a:rPr lang="ru-RU" sz="3200" spc="-36" noProof="0" dirty="0">
                <a:latin typeface="+mn-lt"/>
                <a:cs typeface="Montserrat ExtraBold"/>
              </a:rPr>
              <a:t>ОСНОВНЫЕ ПРИНЦИПЫ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D151D-71D2-3410-3642-8992341048CD}"/>
              </a:ext>
            </a:extLst>
          </p:cNvPr>
          <p:cNvSpPr txBox="1"/>
          <p:nvPr/>
        </p:nvSpPr>
        <p:spPr>
          <a:xfrm>
            <a:off x="411855" y="3017294"/>
            <a:ext cx="155587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latin typeface="Arial"/>
              </a:defRPr>
            </a:pPr>
            <a:r>
              <a:rPr lang="ru-RU" sz="2800" b="1" noProof="0" dirty="0"/>
              <a:t>Используйте ИИ эффективно и этично</a:t>
            </a:r>
            <a:r>
              <a:rPr lang="ru-RU" sz="2800" noProof="0" dirty="0"/>
              <a:t>. ИИ помогает учиться, а не заменяет обучение.</a:t>
            </a:r>
          </a:p>
          <a:p>
            <a:pPr>
              <a:spcBef>
                <a:spcPts val="1200"/>
              </a:spcBef>
              <a:defRPr sz="2000">
                <a:latin typeface="Arial"/>
              </a:defRPr>
            </a:pPr>
            <a:r>
              <a:rPr lang="ru-RU" sz="2800" b="1" noProof="0" dirty="0"/>
              <a:t>Честность</a:t>
            </a:r>
            <a:r>
              <a:rPr lang="ru-RU" sz="2800" noProof="0" dirty="0"/>
              <a:t>. Не выдавайте работу ИИ за свою.</a:t>
            </a:r>
          </a:p>
          <a:p>
            <a:pPr>
              <a:spcBef>
                <a:spcPts val="1200"/>
              </a:spcBef>
              <a:defRPr sz="2000">
                <a:latin typeface="Arial"/>
              </a:defRPr>
            </a:pPr>
            <a:r>
              <a:rPr lang="ru-RU" sz="2800" b="1" noProof="0" dirty="0"/>
              <a:t>Прозрачность</a:t>
            </a:r>
            <a:r>
              <a:rPr lang="ru-RU" sz="2800" noProof="0" dirty="0"/>
              <a:t>. Всегда указывайте, где и как использовали ИИ.</a:t>
            </a:r>
          </a:p>
          <a:p>
            <a:pPr>
              <a:spcBef>
                <a:spcPts val="1200"/>
              </a:spcBef>
              <a:defRPr sz="2000">
                <a:latin typeface="Arial"/>
              </a:defRPr>
            </a:pPr>
            <a:r>
              <a:rPr lang="ru-RU" sz="2800" b="1" noProof="0" dirty="0"/>
              <a:t>Всегда проверяйте ИИ</a:t>
            </a:r>
            <a:r>
              <a:rPr lang="ru-RU" sz="2800" noProof="0" dirty="0"/>
              <a:t>. Используйте надёжные источники и проверяйте информацию.</a:t>
            </a:r>
          </a:p>
          <a:p>
            <a:pPr>
              <a:spcBef>
                <a:spcPts val="1200"/>
              </a:spcBef>
              <a:defRPr sz="2000">
                <a:latin typeface="Arial"/>
              </a:defRPr>
            </a:pPr>
            <a:r>
              <a:rPr lang="ru-RU" sz="2800" b="1" noProof="0" dirty="0"/>
              <a:t>Информационная безопасность</a:t>
            </a:r>
            <a:r>
              <a:rPr lang="ru-RU" sz="2800" noProof="0" dirty="0"/>
              <a:t>. Не передавайте личные данные и документы.</a:t>
            </a:r>
          </a:p>
        </p:txBody>
      </p:sp>
      <p:sp>
        <p:nvSpPr>
          <p:cNvPr id="7" name="Заголовок 11">
            <a:extLst>
              <a:ext uri="{FF2B5EF4-FFF2-40B4-BE49-F238E27FC236}">
                <a16:creationId xmlns:a16="http://schemas.microsoft.com/office/drawing/2014/main" id="{7D6E9627-5A5E-EC67-F56D-28B30AD48D0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0" cy="0"/>
          </a:xfrm>
        </p:spPr>
        <p:txBody>
          <a:bodyPr/>
          <a:lstStyle>
            <a:lvl1pPr algn="l" defTabSz="1371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noProof="0" dirty="0" err="1"/>
              <a:t>ds</a:t>
            </a:r>
            <a:endParaRPr lang="ru-RU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722E1F-A057-7229-A773-B2CDE5292AF4}"/>
              </a:ext>
            </a:extLst>
          </p:cNvPr>
          <p:cNvSpPr txBox="1"/>
          <p:nvPr/>
        </p:nvSpPr>
        <p:spPr>
          <a:xfrm>
            <a:off x="411855" y="284669"/>
            <a:ext cx="1503833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1" i="0" u="none" strike="noStrike" kern="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«Политика академической честности»</a:t>
            </a:r>
            <a:endParaRPr kumimoji="0" lang="ru-RU" sz="4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65A12B-45F1-DFD8-BDC3-10D06ABD51E3}"/>
              </a:ext>
            </a:extLst>
          </p:cNvPr>
          <p:cNvSpPr txBox="1"/>
          <p:nvPr/>
        </p:nvSpPr>
        <p:spPr>
          <a:xfrm>
            <a:off x="1424170" y="6744984"/>
            <a:ext cx="711787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31830">
              <a:spcBef>
                <a:spcPts val="600"/>
              </a:spcBef>
              <a:defRPr sz="2400" b="1">
                <a:latin typeface="Arial"/>
              </a:defRPr>
            </a:pPr>
            <a:r>
              <a:rPr lang="ru-RU" sz="2800" b="1" kern="0" noProof="0" dirty="0">
                <a:solidFill>
                  <a:sysClr val="windowText" lastClr="000000"/>
                </a:solidFill>
              </a:rPr>
              <a:t>Разрешается</a:t>
            </a:r>
          </a:p>
          <a:p>
            <a:pPr marL="630238" indent="-261938" defTabSz="831830">
              <a:spcBef>
                <a:spcPts val="6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latin typeface="Arial"/>
              </a:defRPr>
            </a:pPr>
            <a:r>
              <a:rPr lang="ru-RU" sz="2800" kern="0" noProof="0" dirty="0">
                <a:solidFill>
                  <a:sysClr val="windowText" lastClr="000000"/>
                </a:solidFill>
              </a:rPr>
              <a:t>Искать идеи</a:t>
            </a:r>
          </a:p>
          <a:p>
            <a:pPr marL="630238" indent="-261938" defTabSz="831830">
              <a:spcBef>
                <a:spcPts val="6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latin typeface="Arial"/>
              </a:defRPr>
            </a:pPr>
            <a:r>
              <a:rPr lang="ru-RU" sz="2800" kern="0" noProof="0" dirty="0">
                <a:solidFill>
                  <a:sysClr val="windowText" lastClr="000000"/>
                </a:solidFill>
              </a:rPr>
              <a:t>Уточнять сложные темы</a:t>
            </a:r>
          </a:p>
          <a:p>
            <a:pPr marL="630238" indent="-261938" defTabSz="831830">
              <a:spcBef>
                <a:spcPts val="6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latin typeface="Arial"/>
              </a:defRPr>
            </a:pPr>
            <a:r>
              <a:rPr lang="ru-RU" sz="2800" kern="0" noProof="0" dirty="0">
                <a:solidFill>
                  <a:sysClr val="windowText" lastClr="000000"/>
                </a:solidFill>
              </a:rPr>
              <a:t>Проверять свои работы и знания</a:t>
            </a:r>
          </a:p>
          <a:p>
            <a:pPr marL="630238" indent="-261938" defTabSz="831830">
              <a:spcBef>
                <a:spcPts val="6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latin typeface="Arial"/>
              </a:defRPr>
            </a:pPr>
            <a:r>
              <a:rPr lang="ru-RU" sz="2800" kern="0" noProof="0" dirty="0">
                <a:solidFill>
                  <a:sysClr val="windowText" lastClr="000000"/>
                </a:solidFill>
              </a:rPr>
              <a:t>Создавать задачи для тренировки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3F7D5-FCE3-AF76-FDEC-629FE53D3349}"/>
              </a:ext>
            </a:extLst>
          </p:cNvPr>
          <p:cNvSpPr txBox="1"/>
          <p:nvPr/>
        </p:nvSpPr>
        <p:spPr>
          <a:xfrm>
            <a:off x="9534778" y="6744984"/>
            <a:ext cx="873859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31830">
              <a:spcBef>
                <a:spcPts val="600"/>
              </a:spcBef>
              <a:defRPr sz="2400" b="1">
                <a:latin typeface="Arial"/>
              </a:defRPr>
            </a:pPr>
            <a:r>
              <a:rPr lang="ru-RU" sz="2800" b="1" kern="0" noProof="0" dirty="0">
                <a:solidFill>
                  <a:sysClr val="windowText" lastClr="000000"/>
                </a:solidFill>
              </a:rPr>
              <a:t>Запрещается </a:t>
            </a:r>
          </a:p>
          <a:p>
            <a:pPr marL="630238" indent="-261938" defTabSz="831830"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000">
                <a:latin typeface="Arial"/>
              </a:defRPr>
            </a:pPr>
            <a:r>
              <a:rPr lang="ru-RU" sz="2800" kern="0" noProof="0" dirty="0">
                <a:solidFill>
                  <a:sysClr val="windowText" lastClr="000000"/>
                </a:solidFill>
              </a:rPr>
              <a:t>Писать работы за вас</a:t>
            </a:r>
          </a:p>
          <a:p>
            <a:pPr marL="630238" indent="-261938" defTabSz="831830"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000">
                <a:latin typeface="Arial"/>
              </a:defRPr>
            </a:pPr>
            <a:r>
              <a:rPr lang="ru-RU" sz="2800" kern="0" noProof="0" dirty="0">
                <a:solidFill>
                  <a:sysClr val="windowText" lastClr="000000"/>
                </a:solidFill>
              </a:rPr>
              <a:t>Использовать ИИ на тестах и экзаменах</a:t>
            </a:r>
          </a:p>
          <a:p>
            <a:pPr marL="630238" indent="-261938" defTabSz="831830"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000">
                <a:latin typeface="Arial"/>
              </a:defRPr>
            </a:pPr>
            <a:r>
              <a:rPr lang="ru-RU" sz="2800" kern="0" noProof="0" dirty="0">
                <a:solidFill>
                  <a:sysClr val="windowText" lastClr="000000"/>
                </a:solidFill>
              </a:rPr>
              <a:t>Использовать информацию ИИ без проверки</a:t>
            </a:r>
          </a:p>
          <a:p>
            <a:pPr marL="630238" indent="-261938" defTabSz="831830"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000">
                <a:latin typeface="Arial"/>
              </a:defRPr>
            </a:pPr>
            <a:r>
              <a:rPr lang="ru-RU" sz="2800" kern="0" noProof="0" dirty="0">
                <a:solidFill>
                  <a:sysClr val="windowText" lastClr="000000"/>
                </a:solidFill>
              </a:rPr>
              <a:t>Загружать в ИИ конфиденциальные данные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5499A59B-37C4-E7CD-778B-CD7BA0945219}"/>
              </a:ext>
            </a:extLst>
          </p:cNvPr>
          <p:cNvGrpSpPr/>
          <p:nvPr/>
        </p:nvGrpSpPr>
        <p:grpSpPr>
          <a:xfrm>
            <a:off x="411855" y="6499132"/>
            <a:ext cx="1012315" cy="1012315"/>
            <a:chOff x="13101450" y="3524845"/>
            <a:chExt cx="1012315" cy="1012315"/>
          </a:xfrm>
        </p:grpSpPr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0F693298-851B-634D-6313-25E0D6E402DB}"/>
                </a:ext>
              </a:extLst>
            </p:cNvPr>
            <p:cNvSpPr/>
            <p:nvPr/>
          </p:nvSpPr>
          <p:spPr>
            <a:xfrm>
              <a:off x="13278209" y="3694262"/>
              <a:ext cx="662078" cy="687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noProof="0" dirty="0"/>
            </a:p>
          </p:txBody>
        </p:sp>
        <p:pic>
          <p:nvPicPr>
            <p:cNvPr id="13" name="Рисунок 12" descr="Значок &quot;Галочка1&quot; со сплошной заливкой">
              <a:extLst>
                <a:ext uri="{FF2B5EF4-FFF2-40B4-BE49-F238E27FC236}">
                  <a16:creationId xmlns:a16="http://schemas.microsoft.com/office/drawing/2014/main" id="{10A21EE0-AB36-82A3-4DDA-C5FCECCD6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01450" y="3524845"/>
              <a:ext cx="1012315" cy="1012315"/>
            </a:xfrm>
            <a:prstGeom prst="rect">
              <a:avLst/>
            </a:prstGeom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CAF54339-91FD-524E-DEB4-D4AA6CA62806}"/>
              </a:ext>
            </a:extLst>
          </p:cNvPr>
          <p:cNvGrpSpPr/>
          <p:nvPr/>
        </p:nvGrpSpPr>
        <p:grpSpPr>
          <a:xfrm>
            <a:off x="8522463" y="6499132"/>
            <a:ext cx="1012315" cy="1012315"/>
            <a:chOff x="14009894" y="3524845"/>
            <a:chExt cx="1012315" cy="1012315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C62E3302-B464-700A-3AD6-11AE78A6E213}"/>
                </a:ext>
              </a:extLst>
            </p:cNvPr>
            <p:cNvSpPr/>
            <p:nvPr/>
          </p:nvSpPr>
          <p:spPr>
            <a:xfrm>
              <a:off x="14191890" y="3693544"/>
              <a:ext cx="662078" cy="687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noProof="0" dirty="0"/>
            </a:p>
          </p:txBody>
        </p:sp>
        <p:pic>
          <p:nvPicPr>
            <p:cNvPr id="16" name="Рисунок 15" descr="Значок &quot;Крестик&quot; со сплошной заливкой">
              <a:extLst>
                <a:ext uri="{FF2B5EF4-FFF2-40B4-BE49-F238E27FC236}">
                  <a16:creationId xmlns:a16="http://schemas.microsoft.com/office/drawing/2014/main" id="{374B7299-8503-D19D-2A45-588108F11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009894" y="3524845"/>
              <a:ext cx="1012315" cy="1012315"/>
            </a:xfrm>
            <a:prstGeom prst="rect">
              <a:avLst/>
            </a:prstGeom>
          </p:spPr>
        </p:pic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4770D11-9052-C636-D8B5-A2877A4F0C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07428">
            <a:off x="12680924" y="1034386"/>
            <a:ext cx="3417429" cy="183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04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15361-507B-6D8E-E0DC-4646DD14B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880E49F-FEAD-FC29-0785-EB3F54E2D978}"/>
              </a:ext>
            </a:extLst>
          </p:cNvPr>
          <p:cNvSpPr/>
          <p:nvPr/>
        </p:nvSpPr>
        <p:spPr>
          <a:xfrm>
            <a:off x="766935" y="1792062"/>
            <a:ext cx="6658583" cy="25545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71463" indent="-271463">
              <a:spcBef>
                <a:spcPts val="12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</a:rPr>
              <a:t>Помощь в решении повседневных задач</a:t>
            </a:r>
          </a:p>
          <a:p>
            <a:pPr marL="271463" indent="-271463">
              <a:spcBef>
                <a:spcPts val="12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</a:rPr>
              <a:t>Рейтингование сервисов</a:t>
            </a:r>
          </a:p>
          <a:p>
            <a:pPr marL="271463" indent="-271463">
              <a:spcBef>
                <a:spcPts val="12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</a:rPr>
              <a:t>Возможность предлагать новые сервисы</a:t>
            </a:r>
          </a:p>
          <a:p>
            <a:pPr marL="271463" indent="-271463">
              <a:spcBef>
                <a:spcPts val="12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</a:rPr>
              <a:t>Библиотека типовых промптов</a:t>
            </a:r>
          </a:p>
          <a:p>
            <a:pPr marL="271463" indent="-271463">
              <a:spcBef>
                <a:spcPts val="1200"/>
              </a:spcBef>
              <a:buClr>
                <a:srgbClr val="006EBE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400" kern="100" dirty="0">
                <a:latin typeface="Arial" panose="020B0604020202020204" pitchFamily="34" charset="0"/>
                <a:cs typeface="Arial" panose="020B0604020202020204" pitchFamily="34" charset="0"/>
              </a:rPr>
              <a:t>Обучающие материалы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43F03D-3748-44F5-B986-5C59B26E665B}"/>
              </a:ext>
            </a:extLst>
          </p:cNvPr>
          <p:cNvSpPr txBox="1"/>
          <p:nvPr/>
        </p:nvSpPr>
        <p:spPr>
          <a:xfrm>
            <a:off x="385352" y="284669"/>
            <a:ext cx="991885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1" i="0" u="none" strike="noStrike" kern="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Собственный ИИ-Агрегатор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20E90C4-3B9E-FF7F-BDC0-9BAF6D0674A8}"/>
              </a:ext>
            </a:extLst>
          </p:cNvPr>
          <p:cNvSpPr/>
          <p:nvPr/>
        </p:nvSpPr>
        <p:spPr>
          <a:xfrm>
            <a:off x="8678006" y="1751812"/>
            <a:ext cx="8730840" cy="2635044"/>
          </a:xfrm>
          <a:prstGeom prst="roundRect">
            <a:avLst>
              <a:gd name="adj" fmla="val 17267"/>
            </a:avLst>
          </a:prstGeom>
          <a:solidFill>
            <a:schemeClr val="bg1"/>
          </a:solidFill>
          <a:ln w="50800">
            <a:solidFill>
              <a:srgbClr val="5BAFE3"/>
            </a:solidFill>
            <a:prstDash val="sysDash"/>
          </a:ln>
        </p:spPr>
        <p:txBody>
          <a:bodyPr wrap="square" tIns="324000" anchor="ctr" anchorCtr="0">
            <a:noAutofit/>
          </a:bodyPr>
          <a:lstStyle/>
          <a:p>
            <a:pPr marL="541338" indent="-342900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Мгновенная генерация плана для курсовой, ВКР, диссертации, статьи</a:t>
            </a:r>
          </a:p>
          <a:p>
            <a:pPr marL="541338" indent="-342900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Экономия времени</a:t>
            </a:r>
          </a:p>
          <a:p>
            <a:pPr marL="541338" indent="-342900">
              <a:spcBef>
                <a:spcPts val="1199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Нет «страха чистого листа»</a:t>
            </a:r>
            <a:endParaRPr lang="ru-RU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4FFF5DB-5DD1-ABC6-A540-9E291CE53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40079" y="4804002"/>
            <a:ext cx="7206694" cy="4997773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1507501A-E127-4A24-8354-D9616CE02DF9}"/>
              </a:ext>
            </a:extLst>
          </p:cNvPr>
          <p:cNvSpPr/>
          <p:nvPr/>
        </p:nvSpPr>
        <p:spPr>
          <a:xfrm>
            <a:off x="1857539" y="4763347"/>
            <a:ext cx="5015386" cy="4997773"/>
          </a:xfrm>
          <a:prstGeom prst="roundRect">
            <a:avLst>
              <a:gd name="adj" fmla="val 15327"/>
            </a:avLst>
          </a:prstGeom>
          <a:solidFill>
            <a:srgbClr val="CDEAFF"/>
          </a:solidFill>
          <a:ln w="508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16000" bIns="2376000" rtlCol="0" anchor="ctr"/>
          <a:lstStyle/>
          <a:p>
            <a:pPr algn="ctr">
              <a:spcBef>
                <a:spcPts val="2400"/>
              </a:spcBef>
            </a:pPr>
            <a:r>
              <a:rPr lang="ru-RU" sz="6600" b="1" dirty="0">
                <a:solidFill>
                  <a:srgbClr val="006EBE"/>
                </a:solidFill>
              </a:rPr>
              <a:t> </a:t>
            </a:r>
            <a:br>
              <a:rPr lang="ru-RU" sz="4800" b="1" dirty="0">
                <a:solidFill>
                  <a:srgbClr val="006EBE"/>
                </a:solidFill>
              </a:rPr>
            </a:br>
            <a:r>
              <a:rPr lang="ru-RU" sz="4000" b="1" dirty="0">
                <a:solidFill>
                  <a:srgbClr val="006EBE"/>
                </a:solidFill>
              </a:rPr>
              <a:t>ИИ-сервисов</a:t>
            </a:r>
            <a:endParaRPr lang="ru-RU" sz="4000" dirty="0">
              <a:solidFill>
                <a:srgbClr val="006EBE"/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1BAD0ED-1817-F5F3-A36B-EE03B8B43792}"/>
              </a:ext>
            </a:extLst>
          </p:cNvPr>
          <p:cNvSpPr/>
          <p:nvPr/>
        </p:nvSpPr>
        <p:spPr>
          <a:xfrm>
            <a:off x="886408" y="7304575"/>
            <a:ext cx="6957648" cy="1888494"/>
          </a:xfrm>
          <a:prstGeom prst="roundRect">
            <a:avLst>
              <a:gd name="adj" fmla="val 23303"/>
            </a:avLst>
          </a:prstGeom>
          <a:solidFill>
            <a:schemeClr val="bg1"/>
          </a:solidFill>
          <a:ln w="50800" cap="sq">
            <a:solidFill>
              <a:srgbClr val="5BAFE3"/>
            </a:solidFill>
            <a:prstDash val="sys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265113"/>
            <a:r>
              <a:rPr lang="ru-RU" sz="2400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ИИ-сервис </a:t>
            </a:r>
            <a:r>
              <a:rPr lang="ru-RU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– автономная интеллектуальная система, способная самостоятельно анализировать запросы, принимать решения и выполнять действия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66877E-4150-B762-F2EB-7F01537387A8}"/>
              </a:ext>
            </a:extLst>
          </p:cNvPr>
          <p:cNvSpPr txBox="1"/>
          <p:nvPr/>
        </p:nvSpPr>
        <p:spPr>
          <a:xfrm>
            <a:off x="10910929" y="1366686"/>
            <a:ext cx="4299498" cy="735747"/>
          </a:xfrm>
          <a:prstGeom prst="roundRect">
            <a:avLst>
              <a:gd name="adj" fmla="val 50000"/>
            </a:avLst>
          </a:prstGeom>
          <a:solidFill>
            <a:srgbClr val="006EBE"/>
          </a:solidFill>
          <a:ln w="25400">
            <a:noFill/>
          </a:ln>
        </p:spPr>
        <p:txBody>
          <a:bodyPr wrap="square" anchor="ctr" anchorCtr="0">
            <a:noAutofit/>
          </a:bodyPr>
          <a:lstStyle>
            <a:defPPr>
              <a:defRPr lang="en-US"/>
            </a:defPPr>
            <a:lvl1pPr algn="ctr" defTabSz="266700">
              <a:spcBef>
                <a:spcPts val="400"/>
              </a:spcBef>
              <a:buClr>
                <a:schemeClr val="accent2"/>
              </a:buCl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ru-RU" sz="3200" dirty="0" err="1"/>
              <a:t>Киберпрофессор</a:t>
            </a:r>
            <a:endParaRPr lang="ru-RU" sz="3200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529F09B5-B083-49E3-702E-F05D37736EB0}"/>
              </a:ext>
            </a:extLst>
          </p:cNvPr>
          <p:cNvSpPr/>
          <p:nvPr/>
        </p:nvSpPr>
        <p:spPr>
          <a:xfrm>
            <a:off x="5203295" y="5472026"/>
            <a:ext cx="476110" cy="476108"/>
          </a:xfrm>
          <a:prstGeom prst="ellipse">
            <a:avLst/>
          </a:prstGeom>
          <a:solidFill>
            <a:schemeClr val="bg1"/>
          </a:solidFill>
          <a:ln w="50800">
            <a:solidFill>
              <a:srgbClr val="006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6FB72E85-250D-3AA7-9676-57A5EEDC6DEE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>
          <a:xfrm>
            <a:off x="4890582" y="5710079"/>
            <a:ext cx="312713" cy="1"/>
          </a:xfrm>
          <a:prstGeom prst="line">
            <a:avLst/>
          </a:prstGeom>
          <a:ln w="25400">
            <a:solidFill>
              <a:srgbClr val="006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063EF32-4B58-060F-D50F-CA7B9923E061}"/>
              </a:ext>
            </a:extLst>
          </p:cNvPr>
          <p:cNvCxnSpPr>
            <a:cxnSpLocks/>
          </p:cNvCxnSpPr>
          <p:nvPr/>
        </p:nvCxnSpPr>
        <p:spPr>
          <a:xfrm>
            <a:off x="3330100" y="5349853"/>
            <a:ext cx="754436" cy="360226"/>
          </a:xfrm>
          <a:prstGeom prst="line">
            <a:avLst/>
          </a:prstGeom>
          <a:ln w="25400">
            <a:solidFill>
              <a:srgbClr val="006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7A33F5AF-3DD1-02A0-C4C0-2D2C48838AC9}"/>
              </a:ext>
            </a:extLst>
          </p:cNvPr>
          <p:cNvCxnSpPr>
            <a:cxnSpLocks/>
          </p:cNvCxnSpPr>
          <p:nvPr/>
        </p:nvCxnSpPr>
        <p:spPr>
          <a:xfrm flipV="1">
            <a:off x="3293418" y="5710079"/>
            <a:ext cx="999155" cy="360227"/>
          </a:xfrm>
          <a:prstGeom prst="line">
            <a:avLst/>
          </a:prstGeom>
          <a:ln w="25400">
            <a:solidFill>
              <a:srgbClr val="006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вал 1">
            <a:extLst>
              <a:ext uri="{FF2B5EF4-FFF2-40B4-BE49-F238E27FC236}">
                <a16:creationId xmlns:a16="http://schemas.microsoft.com/office/drawing/2014/main" id="{916629AE-B6CF-1D9C-49D3-19E6EABF97BC}"/>
              </a:ext>
            </a:extLst>
          </p:cNvPr>
          <p:cNvSpPr/>
          <p:nvPr/>
        </p:nvSpPr>
        <p:spPr>
          <a:xfrm>
            <a:off x="3759012" y="5144294"/>
            <a:ext cx="1131570" cy="1131570"/>
          </a:xfrm>
          <a:prstGeom prst="ellipse">
            <a:avLst/>
          </a:prstGeom>
          <a:solidFill>
            <a:schemeClr val="bg1"/>
          </a:solidFill>
          <a:ln w="50800">
            <a:solidFill>
              <a:srgbClr val="006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ru-RU" sz="5200" b="1" dirty="0">
                <a:solidFill>
                  <a:srgbClr val="006EBE"/>
                </a:solidFill>
              </a:rPr>
              <a:t>56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DF4822A7-5B16-B506-01BC-14F88AE38190}"/>
              </a:ext>
            </a:extLst>
          </p:cNvPr>
          <p:cNvSpPr/>
          <p:nvPr/>
        </p:nvSpPr>
        <p:spPr>
          <a:xfrm>
            <a:off x="3065426" y="5121861"/>
            <a:ext cx="455984" cy="455984"/>
          </a:xfrm>
          <a:prstGeom prst="ellipse">
            <a:avLst/>
          </a:prstGeom>
          <a:solidFill>
            <a:schemeClr val="bg1"/>
          </a:solidFill>
          <a:ln w="50800">
            <a:solidFill>
              <a:srgbClr val="006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4E8A8FA1-FACB-378C-1956-926EE211DEF0}"/>
              </a:ext>
            </a:extLst>
          </p:cNvPr>
          <p:cNvSpPr/>
          <p:nvPr/>
        </p:nvSpPr>
        <p:spPr>
          <a:xfrm>
            <a:off x="3065426" y="5842314"/>
            <a:ext cx="455984" cy="455984"/>
          </a:xfrm>
          <a:prstGeom prst="ellipse">
            <a:avLst/>
          </a:prstGeom>
          <a:solidFill>
            <a:schemeClr val="bg1"/>
          </a:solidFill>
          <a:ln w="50800">
            <a:solidFill>
              <a:srgbClr val="006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3131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6">
            <a:extLst>
              <a:ext uri="{FF2B5EF4-FFF2-40B4-BE49-F238E27FC236}">
                <a16:creationId xmlns:a16="http://schemas.microsoft.com/office/drawing/2014/main" id="{DF1E7FCB-CBBE-E57E-5ACA-AF60DCD8C156}"/>
              </a:ext>
            </a:extLst>
          </p:cNvPr>
          <p:cNvSpPr txBox="1">
            <a:spLocks/>
          </p:cNvSpPr>
          <p:nvPr/>
        </p:nvSpPr>
        <p:spPr>
          <a:xfrm>
            <a:off x="504825" y="385503"/>
            <a:ext cx="14528345" cy="650514"/>
          </a:xfrm>
          <a:prstGeom prst="rect">
            <a:avLst/>
          </a:prstGeom>
        </p:spPr>
        <p:txBody>
          <a:bodyPr vert="horz" wrap="square" lIns="0" tIns="13287" rIns="0" bIns="0" rtlCol="0">
            <a:spAutoFit/>
          </a:bodyPr>
          <a:lstStyle>
            <a:lvl1pPr algn="l" defTabSz="1371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553">
              <a:spcBef>
                <a:spcPts val="105"/>
              </a:spcBef>
            </a:pPr>
            <a:r>
              <a:rPr lang="ru-RU" sz="4600" b="1" dirty="0">
                <a:solidFill>
                  <a:srgbClr val="006EBE"/>
                </a:solidFill>
                <a:cs typeface="Arial" panose="020B0604020202020204" pitchFamily="34" charset="0"/>
              </a:rPr>
              <a:t>ИИ-помощник </a:t>
            </a:r>
            <a:r>
              <a:rPr lang="ru-RU" sz="4600" b="1" dirty="0" err="1">
                <a:solidFill>
                  <a:srgbClr val="006EBE"/>
                </a:solidFill>
                <a:cs typeface="Arial" panose="020B0604020202020204" pitchFamily="34" charset="0"/>
              </a:rPr>
              <a:t>педагога_Екатерина</a:t>
            </a:r>
            <a:r>
              <a:rPr lang="ru-RU" sz="4600" b="1" dirty="0">
                <a:solidFill>
                  <a:srgbClr val="006EBE"/>
                </a:solidFill>
                <a:cs typeface="Arial" panose="020B0604020202020204" pitchFamily="34" charset="0"/>
              </a:rPr>
              <a:t> Тарасова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AC4448-1EC3-32DD-2697-22320F3A44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6364" y="2913576"/>
            <a:ext cx="9599507" cy="210286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D7DE10-664C-47D3-8C84-0E31B1C962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01030" y="5262554"/>
            <a:ext cx="11574187" cy="4448183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1F9A533-D52B-F6D5-57C2-F4FA2D4B4941}"/>
              </a:ext>
            </a:extLst>
          </p:cNvPr>
          <p:cNvSpPr/>
          <p:nvPr/>
        </p:nvSpPr>
        <p:spPr>
          <a:xfrm>
            <a:off x="9087664" y="1391960"/>
            <a:ext cx="2398672" cy="1126102"/>
          </a:xfrm>
          <a:prstGeom prst="roundRect">
            <a:avLst>
              <a:gd name="adj" fmla="val 0"/>
            </a:avLst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buClr>
                <a:srgbClr val="006EBE"/>
              </a:buClr>
            </a:pPr>
            <a:r>
              <a:rPr lang="ru-RU" sz="2600" b="1" dirty="0">
                <a:solidFill>
                  <a:schemeClr val="bg1"/>
                </a:solidFill>
              </a:rPr>
              <a:t>Обучили </a:t>
            </a:r>
            <a:br>
              <a:rPr lang="ru-RU" sz="2600" b="1" dirty="0">
                <a:solidFill>
                  <a:schemeClr val="bg1"/>
                </a:solidFill>
              </a:rPr>
            </a:br>
            <a:r>
              <a:rPr lang="ru-RU" sz="2600" b="1" dirty="0">
                <a:solidFill>
                  <a:schemeClr val="bg1"/>
                </a:solidFill>
              </a:rPr>
              <a:t>на них ИИ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E719D00-AAED-6CCF-459E-3E2E5CFC0566}"/>
              </a:ext>
            </a:extLst>
          </p:cNvPr>
          <p:cNvSpPr/>
          <p:nvPr/>
        </p:nvSpPr>
        <p:spPr>
          <a:xfrm>
            <a:off x="12275127" y="1391960"/>
            <a:ext cx="5511223" cy="1126102"/>
          </a:xfrm>
          <a:prstGeom prst="roundRect">
            <a:avLst>
              <a:gd name="adj" fmla="val 0"/>
            </a:avLst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buClr>
                <a:srgbClr val="006EBE"/>
              </a:buClr>
            </a:pPr>
            <a:r>
              <a:rPr lang="ru-RU" sz="2600" b="1" dirty="0">
                <a:solidFill>
                  <a:schemeClr val="bg1"/>
                </a:solidFill>
              </a:rPr>
              <a:t>ИИ-преподаватель </a:t>
            </a:r>
            <a:br>
              <a:rPr lang="ru-RU" sz="2600" b="1" dirty="0">
                <a:solidFill>
                  <a:schemeClr val="bg1"/>
                </a:solidFill>
              </a:rPr>
            </a:br>
            <a:r>
              <a:rPr lang="ru-RU" sz="2600" b="1" dirty="0">
                <a:solidFill>
                  <a:schemeClr val="bg1"/>
                </a:solidFill>
              </a:rPr>
              <a:t>консультирует как Екатерина</a:t>
            </a:r>
          </a:p>
        </p:txBody>
      </p:sp>
      <p:sp>
        <p:nvSpPr>
          <p:cNvPr id="7" name="Равнобедренный треугольник 6">
            <a:extLst>
              <a:ext uri="{FF2B5EF4-FFF2-40B4-BE49-F238E27FC236}">
                <a16:creationId xmlns:a16="http://schemas.microsoft.com/office/drawing/2014/main" id="{637496BE-4B02-3E20-121F-E3447310E896}"/>
              </a:ext>
            </a:extLst>
          </p:cNvPr>
          <p:cNvSpPr/>
          <p:nvPr/>
        </p:nvSpPr>
        <p:spPr>
          <a:xfrm rot="5400000">
            <a:off x="8470988" y="1776225"/>
            <a:ext cx="499605" cy="386936"/>
          </a:xfrm>
          <a:prstGeom prst="triangle">
            <a:avLst/>
          </a:prstGeom>
          <a:solidFill>
            <a:srgbClr val="C303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авнобедренный треугольник 7">
            <a:extLst>
              <a:ext uri="{FF2B5EF4-FFF2-40B4-BE49-F238E27FC236}">
                <a16:creationId xmlns:a16="http://schemas.microsoft.com/office/drawing/2014/main" id="{ECDC8355-6359-FD47-2168-0BDBA43F1875}"/>
              </a:ext>
            </a:extLst>
          </p:cNvPr>
          <p:cNvSpPr/>
          <p:nvPr/>
        </p:nvSpPr>
        <p:spPr>
          <a:xfrm rot="5400000">
            <a:off x="11632364" y="1734664"/>
            <a:ext cx="499605" cy="386936"/>
          </a:xfrm>
          <a:prstGeom prst="triangle">
            <a:avLst/>
          </a:prstGeom>
          <a:solidFill>
            <a:srgbClr val="C303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A215BB8-7600-E921-238B-8AD4E6D52001}"/>
              </a:ext>
            </a:extLst>
          </p:cNvPr>
          <p:cNvSpPr/>
          <p:nvPr/>
        </p:nvSpPr>
        <p:spPr>
          <a:xfrm>
            <a:off x="7100455" y="2933701"/>
            <a:ext cx="10664143" cy="6874678"/>
          </a:xfrm>
          <a:prstGeom prst="rect">
            <a:avLst/>
          </a:prstGeom>
          <a:noFill/>
          <a:ln w="76200">
            <a:solidFill>
              <a:srgbClr val="5BA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B0F0"/>
              </a:solidFill>
            </a:endParaRPr>
          </a:p>
        </p:txBody>
      </p:sp>
      <p:pic>
        <p:nvPicPr>
          <p:cNvPr id="10" name="Рисунок 9" descr="Изображение выглядит как Человеческое лицо, женщина, мультфильм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3A8024C-FFEF-4A3F-369C-E1C0B179099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08169" y="2769453"/>
            <a:ext cx="2513240" cy="2504468"/>
          </a:xfrm>
          <a:prstGeom prst="ellipse">
            <a:avLst/>
          </a:prstGeom>
          <a:ln w="76200">
            <a:solidFill>
              <a:srgbClr val="5BAFE3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5CE88E9-FF48-5138-182A-72986142CCF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9546" y="5043588"/>
            <a:ext cx="4576701" cy="476716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F8ACAB4-D11B-116B-38FC-F69A12CDBD54}"/>
              </a:ext>
            </a:extLst>
          </p:cNvPr>
          <p:cNvSpPr/>
          <p:nvPr/>
        </p:nvSpPr>
        <p:spPr>
          <a:xfrm>
            <a:off x="2507674" y="1391960"/>
            <a:ext cx="5791200" cy="1126102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buClr>
                <a:srgbClr val="006EBE"/>
              </a:buClr>
            </a:pPr>
            <a:r>
              <a:rPr lang="ru-RU" sz="2600" b="1" dirty="0">
                <a:solidFill>
                  <a:schemeClr val="bg1"/>
                </a:solidFill>
              </a:rPr>
              <a:t>Взяли все учебные </a:t>
            </a:r>
            <a:br>
              <a:rPr lang="ru-RU" sz="2600" b="1" dirty="0">
                <a:solidFill>
                  <a:schemeClr val="bg1"/>
                </a:solidFill>
              </a:rPr>
            </a:br>
            <a:r>
              <a:rPr lang="ru-RU" sz="2600" b="1" dirty="0">
                <a:solidFill>
                  <a:schemeClr val="bg1"/>
                </a:solidFill>
              </a:rPr>
              <a:t>материалы Е. Тарасовой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16140D4-7C6E-0583-587D-3B37B49844D9}"/>
              </a:ext>
            </a:extLst>
          </p:cNvPr>
          <p:cNvSpPr/>
          <p:nvPr/>
        </p:nvSpPr>
        <p:spPr>
          <a:xfrm>
            <a:off x="574061" y="9164782"/>
            <a:ext cx="2757958" cy="657452"/>
          </a:xfrm>
          <a:prstGeom prst="roundRect">
            <a:avLst>
              <a:gd name="adj" fmla="val 46328"/>
            </a:avLst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buClr>
                <a:srgbClr val="006EBE"/>
              </a:buClr>
            </a:pPr>
            <a:r>
              <a:rPr lang="ru-RU" sz="2400" dirty="0">
                <a:solidFill>
                  <a:schemeClr val="bg1"/>
                </a:solidFill>
              </a:rPr>
              <a:t>Доступен 24/7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0AD1A2-D78C-88E4-209B-D2734892F467}"/>
              </a:ext>
            </a:extLst>
          </p:cNvPr>
          <p:cNvSpPr txBox="1"/>
          <p:nvPr/>
        </p:nvSpPr>
        <p:spPr>
          <a:xfrm>
            <a:off x="429419" y="4150294"/>
            <a:ext cx="6255400" cy="47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5BAFE3"/>
                </a:solidFill>
              </a:rPr>
              <a:t>ИИ-помощник </a:t>
            </a:r>
            <a:br>
              <a:rPr lang="ru-RU" sz="3200" b="1" dirty="0">
                <a:solidFill>
                  <a:srgbClr val="5BAFE3"/>
                </a:solidFill>
              </a:rPr>
            </a:br>
            <a:r>
              <a:rPr lang="ru-RU" sz="3200" b="1" dirty="0">
                <a:solidFill>
                  <a:srgbClr val="5BAFE3"/>
                </a:solidFill>
              </a:rPr>
              <a:t>подстраивается </a:t>
            </a:r>
            <a:br>
              <a:rPr lang="ru-RU" sz="3200" b="1" dirty="0">
                <a:solidFill>
                  <a:srgbClr val="5BAFE3"/>
                </a:solidFill>
              </a:rPr>
            </a:br>
            <a:r>
              <a:rPr lang="ru-RU" sz="3200" b="1" dirty="0">
                <a:solidFill>
                  <a:srgbClr val="5BAFE3"/>
                </a:solidFill>
              </a:rPr>
              <a:t>под уровень студента:</a:t>
            </a:r>
          </a:p>
          <a:p>
            <a:pPr marL="612000" indent="-288000">
              <a:spcBef>
                <a:spcPts val="1200"/>
              </a:spcBef>
              <a:buClr>
                <a:srgbClr val="5BAFE3"/>
              </a:buClr>
              <a:buFont typeface="Arial" panose="020B0604020202020204" pitchFamily="34" charset="0"/>
              <a:buChar char="•"/>
            </a:pPr>
            <a:r>
              <a:rPr lang="ru-RU" sz="2500" dirty="0"/>
              <a:t>Начинающим – упрощает термины, даёт аналогии</a:t>
            </a:r>
          </a:p>
          <a:p>
            <a:pPr marL="612000" indent="-288000">
              <a:spcBef>
                <a:spcPts val="1200"/>
              </a:spcBef>
              <a:buClr>
                <a:srgbClr val="5BAFE3"/>
              </a:buClr>
              <a:buFont typeface="Arial" panose="020B0604020202020204" pitchFamily="34" charset="0"/>
              <a:buChar char="•"/>
            </a:pPr>
            <a:r>
              <a:rPr lang="ru-RU" sz="2500" dirty="0"/>
              <a:t>Продвинутым – предлагает </a:t>
            </a:r>
            <a:br>
              <a:rPr lang="ru-RU" sz="2500" dirty="0"/>
            </a:br>
            <a:r>
              <a:rPr lang="ru-RU" sz="2500" dirty="0"/>
              <a:t>углублённые разборы </a:t>
            </a:r>
          </a:p>
          <a:p>
            <a:pPr marL="612000" indent="-288000">
              <a:spcBef>
                <a:spcPts val="1200"/>
              </a:spcBef>
              <a:buClr>
                <a:srgbClr val="5BAFE3"/>
              </a:buClr>
              <a:buFont typeface="Arial" panose="020B0604020202020204" pitchFamily="34" charset="0"/>
              <a:buChar char="•"/>
            </a:pPr>
            <a:r>
              <a:rPr lang="ru-RU" sz="2500" dirty="0"/>
              <a:t>Также помогает снизить тревожность перед сложными темами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4E00C01-6288-6730-F0DB-0C90DBA3EF2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4457" y="1303737"/>
            <a:ext cx="2513240" cy="2504468"/>
          </a:xfrm>
          <a:prstGeom prst="ellips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47209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B218B9E-0CDD-57E3-F477-89601B859F47}"/>
              </a:ext>
            </a:extLst>
          </p:cNvPr>
          <p:cNvGrpSpPr/>
          <p:nvPr/>
        </p:nvGrpSpPr>
        <p:grpSpPr>
          <a:xfrm>
            <a:off x="8752072" y="1087243"/>
            <a:ext cx="9449774" cy="9603183"/>
            <a:chOff x="8984000" y="1087243"/>
            <a:chExt cx="9295510" cy="9446415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ABDBFF"/>
              </a:gs>
            </a:gsLst>
            <a:lin ang="2700000" scaled="0"/>
          </a:gra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4624701D-7EE8-374E-CFE4-15578EE7008A}"/>
                </a:ext>
              </a:extLst>
            </p:cNvPr>
            <p:cNvSpPr/>
            <p:nvPr/>
          </p:nvSpPr>
          <p:spPr>
            <a:xfrm rot="10800000">
              <a:off x="16049958" y="2571690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5 w 1375429"/>
                <a:gd name="connsiteY4" fmla="*/ 1588352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5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8 h 1588351"/>
                <a:gd name="connsiteX15" fmla="*/ 687633 w 1375429"/>
                <a:gd name="connsiteY15" fmla="*/ 6900 h 1588351"/>
                <a:gd name="connsiteX16" fmla="*/ 5845 w 1375429"/>
                <a:gd name="connsiteY16" fmla="*/ 400518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2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8"/>
                  </a:lnTo>
                  <a:cubicBezTo>
                    <a:pt x="1369422" y="400518"/>
                    <a:pt x="687633" y="6900"/>
                    <a:pt x="687633" y="6900"/>
                  </a:cubicBezTo>
                  <a:lnTo>
                    <a:pt x="5845" y="400518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79470DEF-CD8D-85CC-A1B4-C370F93272EA}"/>
                </a:ext>
              </a:extLst>
            </p:cNvPr>
            <p:cNvSpPr/>
            <p:nvPr/>
          </p:nvSpPr>
          <p:spPr>
            <a:xfrm rot="10800000">
              <a:off x="15365166" y="6129915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9 h 1588351"/>
                <a:gd name="connsiteX4" fmla="*/ 687714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4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753 h 1588351"/>
                <a:gd name="connsiteX12" fmla="*/ 687633 w 1375429"/>
                <a:gd name="connsiteY12" fmla="*/ 1581370 h 1588351"/>
                <a:gd name="connsiteX13" fmla="*/ 1369422 w 1375429"/>
                <a:gd name="connsiteY13" fmla="*/ 1187753 h 1588351"/>
                <a:gd name="connsiteX14" fmla="*/ 1369422 w 1375429"/>
                <a:gd name="connsiteY14" fmla="*/ 400436 h 1588351"/>
                <a:gd name="connsiteX15" fmla="*/ 687633 w 1375429"/>
                <a:gd name="connsiteY15" fmla="*/ 6819 h 1588351"/>
                <a:gd name="connsiteX16" fmla="*/ 5845 w 1375429"/>
                <a:gd name="connsiteY16" fmla="*/ 400436 h 1588351"/>
                <a:gd name="connsiteX17" fmla="*/ 5845 w 1375429"/>
                <a:gd name="connsiteY17" fmla="*/ 1187753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9"/>
                    <a:pt x="689176" y="1587459"/>
                  </a:cubicBezTo>
                  <a:lnTo>
                    <a:pt x="687714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4" y="0"/>
                  </a:lnTo>
                  <a:lnTo>
                    <a:pt x="1373968" y="396215"/>
                  </a:lnTo>
                  <a:close/>
                  <a:moveTo>
                    <a:pt x="5845" y="1187753"/>
                  </a:moveTo>
                  <a:lnTo>
                    <a:pt x="687633" y="1581370"/>
                  </a:lnTo>
                  <a:lnTo>
                    <a:pt x="1369422" y="1187753"/>
                  </a:lnTo>
                  <a:lnTo>
                    <a:pt x="1369422" y="400436"/>
                  </a:lnTo>
                  <a:cubicBezTo>
                    <a:pt x="1369422" y="400436"/>
                    <a:pt x="687633" y="6819"/>
                    <a:pt x="687633" y="6819"/>
                  </a:cubicBezTo>
                  <a:lnTo>
                    <a:pt x="5845" y="400436"/>
                  </a:lnTo>
                  <a:lnTo>
                    <a:pt x="5845" y="1187753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1D6F88ED-2032-A96E-44EA-5F92BE554E38}"/>
                </a:ext>
              </a:extLst>
            </p:cNvPr>
            <p:cNvSpPr/>
            <p:nvPr/>
          </p:nvSpPr>
          <p:spPr>
            <a:xfrm rot="10800000">
              <a:off x="16049958" y="7316044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5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5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3 w 1375429"/>
                <a:gd name="connsiteY15" fmla="*/ 6900 h 1588351"/>
                <a:gd name="connsiteX16" fmla="*/ 5845 w 1375429"/>
                <a:gd name="connsiteY16" fmla="*/ 400517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F848AC8E-1482-7795-8BE9-236497FBFBA1}"/>
                </a:ext>
              </a:extLst>
            </p:cNvPr>
            <p:cNvSpPr/>
            <p:nvPr/>
          </p:nvSpPr>
          <p:spPr>
            <a:xfrm rot="10800000">
              <a:off x="14680374" y="7316044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5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4 w 1375429"/>
                <a:gd name="connsiteY8" fmla="*/ 893 h 1588351"/>
                <a:gd name="connsiteX9" fmla="*/ 687715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3 w 1375429"/>
                <a:gd name="connsiteY15" fmla="*/ 6900 h 1588351"/>
                <a:gd name="connsiteX16" fmla="*/ 5845 w 1375429"/>
                <a:gd name="connsiteY16" fmla="*/ 400517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4" y="893"/>
                    <a:pt x="686254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C0288447-A8F3-E159-408A-D20F24D86B12}"/>
                </a:ext>
              </a:extLst>
            </p:cNvPr>
            <p:cNvSpPr/>
            <p:nvPr/>
          </p:nvSpPr>
          <p:spPr>
            <a:xfrm rot="10800000">
              <a:off x="13310790" y="7316044"/>
              <a:ext cx="1375428" cy="1588351"/>
            </a:xfrm>
            <a:custGeom>
              <a:avLst/>
              <a:gdLst>
                <a:gd name="connsiteX0" fmla="*/ 1373968 w 1375428"/>
                <a:gd name="connsiteY0" fmla="*/ 396215 h 1588351"/>
                <a:gd name="connsiteX1" fmla="*/ 1375429 w 1375428"/>
                <a:gd name="connsiteY1" fmla="*/ 397108 h 1588351"/>
                <a:gd name="connsiteX2" fmla="*/ 1375429 w 1375428"/>
                <a:gd name="connsiteY2" fmla="*/ 1191243 h 1588351"/>
                <a:gd name="connsiteX3" fmla="*/ 689176 w 1375428"/>
                <a:gd name="connsiteY3" fmla="*/ 1587458 h 1588351"/>
                <a:gd name="connsiteX4" fmla="*/ 687715 w 1375428"/>
                <a:gd name="connsiteY4" fmla="*/ 1588351 h 1588351"/>
                <a:gd name="connsiteX5" fmla="*/ 1461 w 1375428"/>
                <a:gd name="connsiteY5" fmla="*/ 1192136 h 1588351"/>
                <a:gd name="connsiteX6" fmla="*/ 0 w 1375428"/>
                <a:gd name="connsiteY6" fmla="*/ 1191243 h 1588351"/>
                <a:gd name="connsiteX7" fmla="*/ 0 w 1375428"/>
                <a:gd name="connsiteY7" fmla="*/ 397108 h 1588351"/>
                <a:gd name="connsiteX8" fmla="*/ 686254 w 1375428"/>
                <a:gd name="connsiteY8" fmla="*/ 893 h 1588351"/>
                <a:gd name="connsiteX9" fmla="*/ 687715 w 1375428"/>
                <a:gd name="connsiteY9" fmla="*/ 0 h 1588351"/>
                <a:gd name="connsiteX10" fmla="*/ 1373968 w 1375428"/>
                <a:gd name="connsiteY10" fmla="*/ 396215 h 1588351"/>
                <a:gd name="connsiteX11" fmla="*/ 5845 w 1375428"/>
                <a:gd name="connsiteY11" fmla="*/ 1187834 h 1588351"/>
                <a:gd name="connsiteX12" fmla="*/ 687633 w 1375428"/>
                <a:gd name="connsiteY12" fmla="*/ 1581451 h 1588351"/>
                <a:gd name="connsiteX13" fmla="*/ 1369422 w 1375428"/>
                <a:gd name="connsiteY13" fmla="*/ 1187834 h 1588351"/>
                <a:gd name="connsiteX14" fmla="*/ 1369422 w 1375428"/>
                <a:gd name="connsiteY14" fmla="*/ 400517 h 1588351"/>
                <a:gd name="connsiteX15" fmla="*/ 687633 w 1375428"/>
                <a:gd name="connsiteY15" fmla="*/ 6900 h 1588351"/>
                <a:gd name="connsiteX16" fmla="*/ 5845 w 1375428"/>
                <a:gd name="connsiteY16" fmla="*/ 400517 h 1588351"/>
                <a:gd name="connsiteX17" fmla="*/ 5845 w 1375428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8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4" y="893"/>
                    <a:pt x="686254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60100036-C021-2CCB-E786-6F3378EE99B5}"/>
                </a:ext>
              </a:extLst>
            </p:cNvPr>
            <p:cNvSpPr/>
            <p:nvPr/>
          </p:nvSpPr>
          <p:spPr>
            <a:xfrm rot="10800000">
              <a:off x="11941205" y="7316044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4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4 w 1375429"/>
                <a:gd name="connsiteY9" fmla="*/ 0 h 1588351"/>
                <a:gd name="connsiteX10" fmla="*/ 1373968 w 1375429"/>
                <a:gd name="connsiteY10" fmla="*/ 396215 h 1588351"/>
                <a:gd name="connsiteX11" fmla="*/ 5844 w 1375429"/>
                <a:gd name="connsiteY11" fmla="*/ 1187834 h 1588351"/>
                <a:gd name="connsiteX12" fmla="*/ 687634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4 w 1375429"/>
                <a:gd name="connsiteY15" fmla="*/ 6900 h 1588351"/>
                <a:gd name="connsiteX16" fmla="*/ 5844 w 1375429"/>
                <a:gd name="connsiteY16" fmla="*/ 400517 h 1588351"/>
                <a:gd name="connsiteX17" fmla="*/ 5844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4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4" y="0"/>
                  </a:lnTo>
                  <a:lnTo>
                    <a:pt x="1373968" y="396215"/>
                  </a:lnTo>
                  <a:close/>
                  <a:moveTo>
                    <a:pt x="5844" y="1187834"/>
                  </a:moveTo>
                  <a:lnTo>
                    <a:pt x="687634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4" y="6900"/>
                    <a:pt x="687634" y="6900"/>
                  </a:cubicBezTo>
                  <a:lnTo>
                    <a:pt x="5844" y="400517"/>
                  </a:lnTo>
                  <a:lnTo>
                    <a:pt x="5844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D7B213E6-5C44-CE6B-720C-EA9DB26DB4A2}"/>
                </a:ext>
              </a:extLst>
            </p:cNvPr>
            <p:cNvSpPr/>
            <p:nvPr/>
          </p:nvSpPr>
          <p:spPr>
            <a:xfrm rot="10800000">
              <a:off x="15365166" y="8502173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4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4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3 w 1375429"/>
                <a:gd name="connsiteY15" fmla="*/ 6900 h 1588351"/>
                <a:gd name="connsiteX16" fmla="*/ 5845 w 1375429"/>
                <a:gd name="connsiteY16" fmla="*/ 400517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4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4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B3EC5284-4848-1BC4-57E5-7E0190D5CD23}"/>
                </a:ext>
              </a:extLst>
            </p:cNvPr>
            <p:cNvSpPr/>
            <p:nvPr/>
          </p:nvSpPr>
          <p:spPr>
            <a:xfrm rot="10800000">
              <a:off x="13995582" y="8502173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6 w 1375429"/>
                <a:gd name="connsiteY3" fmla="*/ 1587458 h 1588351"/>
                <a:gd name="connsiteX4" fmla="*/ 687715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4 w 1375429"/>
                <a:gd name="connsiteY8" fmla="*/ 893 h 1588351"/>
                <a:gd name="connsiteX9" fmla="*/ 687715 w 1375429"/>
                <a:gd name="connsiteY9" fmla="*/ 0 h 1588351"/>
                <a:gd name="connsiteX10" fmla="*/ 1373968 w 1375429"/>
                <a:gd name="connsiteY10" fmla="*/ 396215 h 1588351"/>
                <a:gd name="connsiteX11" fmla="*/ 5845 w 1375429"/>
                <a:gd name="connsiteY11" fmla="*/ 1187834 h 1588351"/>
                <a:gd name="connsiteX12" fmla="*/ 687634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4 w 1375429"/>
                <a:gd name="connsiteY15" fmla="*/ 6900 h 1588351"/>
                <a:gd name="connsiteX16" fmla="*/ 5845 w 1375429"/>
                <a:gd name="connsiteY16" fmla="*/ 400517 h 1588351"/>
                <a:gd name="connsiteX17" fmla="*/ 5845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6" y="1587458"/>
                    <a:pt x="689176" y="1587458"/>
                  </a:cubicBezTo>
                  <a:lnTo>
                    <a:pt x="687715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4" y="893"/>
                    <a:pt x="686254" y="893"/>
                  </a:cubicBezTo>
                  <a:lnTo>
                    <a:pt x="687715" y="0"/>
                  </a:lnTo>
                  <a:lnTo>
                    <a:pt x="1373968" y="396215"/>
                  </a:lnTo>
                  <a:close/>
                  <a:moveTo>
                    <a:pt x="5845" y="1187834"/>
                  </a:moveTo>
                  <a:lnTo>
                    <a:pt x="687634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4" y="6900"/>
                    <a:pt x="687634" y="6900"/>
                  </a:cubicBezTo>
                  <a:lnTo>
                    <a:pt x="5845" y="400517"/>
                  </a:lnTo>
                  <a:lnTo>
                    <a:pt x="5845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9AF1E6AF-F5FF-5E83-AF40-E97D54C6CE97}"/>
                </a:ext>
              </a:extLst>
            </p:cNvPr>
            <p:cNvSpPr/>
            <p:nvPr/>
          </p:nvSpPr>
          <p:spPr>
            <a:xfrm rot="10800000">
              <a:off x="12625997" y="8502173"/>
              <a:ext cx="1375429" cy="1588351"/>
            </a:xfrm>
            <a:custGeom>
              <a:avLst/>
              <a:gdLst>
                <a:gd name="connsiteX0" fmla="*/ 1373968 w 1375429"/>
                <a:gd name="connsiteY0" fmla="*/ 396215 h 1588351"/>
                <a:gd name="connsiteX1" fmla="*/ 1375429 w 1375429"/>
                <a:gd name="connsiteY1" fmla="*/ 397108 h 1588351"/>
                <a:gd name="connsiteX2" fmla="*/ 1375429 w 1375429"/>
                <a:gd name="connsiteY2" fmla="*/ 1191243 h 1588351"/>
                <a:gd name="connsiteX3" fmla="*/ 689175 w 1375429"/>
                <a:gd name="connsiteY3" fmla="*/ 1587458 h 1588351"/>
                <a:gd name="connsiteX4" fmla="*/ 687714 w 1375429"/>
                <a:gd name="connsiteY4" fmla="*/ 1588351 h 1588351"/>
                <a:gd name="connsiteX5" fmla="*/ 1461 w 1375429"/>
                <a:gd name="connsiteY5" fmla="*/ 1192136 h 1588351"/>
                <a:gd name="connsiteX6" fmla="*/ 0 w 1375429"/>
                <a:gd name="connsiteY6" fmla="*/ 1191243 h 1588351"/>
                <a:gd name="connsiteX7" fmla="*/ 0 w 1375429"/>
                <a:gd name="connsiteY7" fmla="*/ 397108 h 1588351"/>
                <a:gd name="connsiteX8" fmla="*/ 686253 w 1375429"/>
                <a:gd name="connsiteY8" fmla="*/ 893 h 1588351"/>
                <a:gd name="connsiteX9" fmla="*/ 687714 w 1375429"/>
                <a:gd name="connsiteY9" fmla="*/ 0 h 1588351"/>
                <a:gd name="connsiteX10" fmla="*/ 1373968 w 1375429"/>
                <a:gd name="connsiteY10" fmla="*/ 396215 h 1588351"/>
                <a:gd name="connsiteX11" fmla="*/ 5844 w 1375429"/>
                <a:gd name="connsiteY11" fmla="*/ 1187834 h 1588351"/>
                <a:gd name="connsiteX12" fmla="*/ 687633 w 1375429"/>
                <a:gd name="connsiteY12" fmla="*/ 1581451 h 1588351"/>
                <a:gd name="connsiteX13" fmla="*/ 1369422 w 1375429"/>
                <a:gd name="connsiteY13" fmla="*/ 1187834 h 1588351"/>
                <a:gd name="connsiteX14" fmla="*/ 1369422 w 1375429"/>
                <a:gd name="connsiteY14" fmla="*/ 400517 h 1588351"/>
                <a:gd name="connsiteX15" fmla="*/ 687633 w 1375429"/>
                <a:gd name="connsiteY15" fmla="*/ 6900 h 1588351"/>
                <a:gd name="connsiteX16" fmla="*/ 5844 w 1375429"/>
                <a:gd name="connsiteY16" fmla="*/ 400517 h 1588351"/>
                <a:gd name="connsiteX17" fmla="*/ 5844 w 1375429"/>
                <a:gd name="connsiteY17" fmla="*/ 1187834 h 158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75429" h="1588351">
                  <a:moveTo>
                    <a:pt x="1373968" y="396215"/>
                  </a:moveTo>
                  <a:lnTo>
                    <a:pt x="1375429" y="397108"/>
                  </a:lnTo>
                  <a:lnTo>
                    <a:pt x="1375429" y="1191243"/>
                  </a:lnTo>
                  <a:cubicBezTo>
                    <a:pt x="1375429" y="1191243"/>
                    <a:pt x="689175" y="1587458"/>
                    <a:pt x="689175" y="1587458"/>
                  </a:cubicBezTo>
                  <a:lnTo>
                    <a:pt x="687714" y="1588351"/>
                  </a:lnTo>
                  <a:lnTo>
                    <a:pt x="1461" y="1192136"/>
                  </a:lnTo>
                  <a:lnTo>
                    <a:pt x="0" y="1191243"/>
                  </a:lnTo>
                  <a:lnTo>
                    <a:pt x="0" y="397108"/>
                  </a:lnTo>
                  <a:cubicBezTo>
                    <a:pt x="0" y="397108"/>
                    <a:pt x="686253" y="893"/>
                    <a:pt x="686253" y="893"/>
                  </a:cubicBezTo>
                  <a:lnTo>
                    <a:pt x="687714" y="0"/>
                  </a:lnTo>
                  <a:lnTo>
                    <a:pt x="1373968" y="396215"/>
                  </a:lnTo>
                  <a:close/>
                  <a:moveTo>
                    <a:pt x="5844" y="1187834"/>
                  </a:moveTo>
                  <a:lnTo>
                    <a:pt x="687633" y="1581451"/>
                  </a:lnTo>
                  <a:lnTo>
                    <a:pt x="1369422" y="1187834"/>
                  </a:lnTo>
                  <a:lnTo>
                    <a:pt x="1369422" y="400517"/>
                  </a:lnTo>
                  <a:cubicBezTo>
                    <a:pt x="1369422" y="400517"/>
                    <a:pt x="687633" y="6900"/>
                    <a:pt x="687633" y="6900"/>
                  </a:cubicBezTo>
                  <a:lnTo>
                    <a:pt x="5844" y="400517"/>
                  </a:lnTo>
                  <a:lnTo>
                    <a:pt x="5844" y="1187834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C5AA45D0-D96F-EBF0-AB18-09822A3A97C1}"/>
                </a:ext>
              </a:extLst>
            </p:cNvPr>
            <p:cNvSpPr/>
            <p:nvPr/>
          </p:nvSpPr>
          <p:spPr>
            <a:xfrm rot="10800000">
              <a:off x="16049958" y="9688221"/>
              <a:ext cx="1375510" cy="845437"/>
            </a:xfrm>
            <a:custGeom>
              <a:avLst/>
              <a:gdLst>
                <a:gd name="connsiteX0" fmla="*/ 5926 w 1375510"/>
                <a:gd name="connsiteY0" fmla="*/ 0 h 845437"/>
                <a:gd name="connsiteX1" fmla="*/ 5926 w 1375510"/>
                <a:gd name="connsiteY1" fmla="*/ 444920 h 845437"/>
                <a:gd name="connsiteX2" fmla="*/ 687796 w 1375510"/>
                <a:gd name="connsiteY2" fmla="*/ 838538 h 845437"/>
                <a:gd name="connsiteX3" fmla="*/ 1369585 w 1375510"/>
                <a:gd name="connsiteY3" fmla="*/ 444920 h 845437"/>
                <a:gd name="connsiteX4" fmla="*/ 1369585 w 1375510"/>
                <a:gd name="connsiteY4" fmla="*/ 0 h 845437"/>
                <a:gd name="connsiteX5" fmla="*/ 1375510 w 1375510"/>
                <a:gd name="connsiteY5" fmla="*/ 0 h 845437"/>
                <a:gd name="connsiteX6" fmla="*/ 1375510 w 1375510"/>
                <a:gd name="connsiteY6" fmla="*/ 448330 h 845437"/>
                <a:gd name="connsiteX7" fmla="*/ 689257 w 1375510"/>
                <a:gd name="connsiteY7" fmla="*/ 844545 h 845437"/>
                <a:gd name="connsiteX8" fmla="*/ 687796 w 1375510"/>
                <a:gd name="connsiteY8" fmla="*/ 845438 h 845437"/>
                <a:gd name="connsiteX9" fmla="*/ 1461 w 1375510"/>
                <a:gd name="connsiteY9" fmla="*/ 449222 h 845437"/>
                <a:gd name="connsiteX10" fmla="*/ 0 w 1375510"/>
                <a:gd name="connsiteY10" fmla="*/ 448330 h 845437"/>
                <a:gd name="connsiteX11" fmla="*/ 0 w 1375510"/>
                <a:gd name="connsiteY11" fmla="*/ 0 h 845437"/>
                <a:gd name="connsiteX12" fmla="*/ 5926 w 1375510"/>
                <a:gd name="connsiteY12" fmla="*/ 0 h 84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5510" h="845437">
                  <a:moveTo>
                    <a:pt x="5926" y="0"/>
                  </a:moveTo>
                  <a:lnTo>
                    <a:pt x="5926" y="444920"/>
                  </a:lnTo>
                  <a:lnTo>
                    <a:pt x="687796" y="838538"/>
                  </a:lnTo>
                  <a:lnTo>
                    <a:pt x="1369585" y="444920"/>
                  </a:lnTo>
                  <a:lnTo>
                    <a:pt x="1369585" y="0"/>
                  </a:lnTo>
                  <a:lnTo>
                    <a:pt x="1375510" y="0"/>
                  </a:lnTo>
                  <a:lnTo>
                    <a:pt x="1375510" y="448330"/>
                  </a:lnTo>
                  <a:lnTo>
                    <a:pt x="689257" y="844545"/>
                  </a:lnTo>
                  <a:lnTo>
                    <a:pt x="687796" y="845438"/>
                  </a:lnTo>
                  <a:lnTo>
                    <a:pt x="1461" y="449222"/>
                  </a:lnTo>
                  <a:lnTo>
                    <a:pt x="0" y="448330"/>
                  </a:lnTo>
                  <a:lnTo>
                    <a:pt x="0" y="0"/>
                  </a:lnTo>
                  <a:lnTo>
                    <a:pt x="592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75C75D15-EB63-CCD6-E220-FA180CAE673A}"/>
                </a:ext>
              </a:extLst>
            </p:cNvPr>
            <p:cNvSpPr/>
            <p:nvPr/>
          </p:nvSpPr>
          <p:spPr>
            <a:xfrm rot="10800000">
              <a:off x="14680374" y="9688221"/>
              <a:ext cx="1375510" cy="845437"/>
            </a:xfrm>
            <a:custGeom>
              <a:avLst/>
              <a:gdLst>
                <a:gd name="connsiteX0" fmla="*/ 5926 w 1375510"/>
                <a:gd name="connsiteY0" fmla="*/ 0 h 845437"/>
                <a:gd name="connsiteX1" fmla="*/ 5926 w 1375510"/>
                <a:gd name="connsiteY1" fmla="*/ 444920 h 845437"/>
                <a:gd name="connsiteX2" fmla="*/ 687715 w 1375510"/>
                <a:gd name="connsiteY2" fmla="*/ 838538 h 845437"/>
                <a:gd name="connsiteX3" fmla="*/ 1369585 w 1375510"/>
                <a:gd name="connsiteY3" fmla="*/ 444920 h 845437"/>
                <a:gd name="connsiteX4" fmla="*/ 1369585 w 1375510"/>
                <a:gd name="connsiteY4" fmla="*/ 0 h 845437"/>
                <a:gd name="connsiteX5" fmla="*/ 1375510 w 1375510"/>
                <a:gd name="connsiteY5" fmla="*/ 0 h 845437"/>
                <a:gd name="connsiteX6" fmla="*/ 1375510 w 1375510"/>
                <a:gd name="connsiteY6" fmla="*/ 448330 h 845437"/>
                <a:gd name="connsiteX7" fmla="*/ 689257 w 1375510"/>
                <a:gd name="connsiteY7" fmla="*/ 844545 h 845437"/>
                <a:gd name="connsiteX8" fmla="*/ 687715 w 1375510"/>
                <a:gd name="connsiteY8" fmla="*/ 845438 h 845437"/>
                <a:gd name="connsiteX9" fmla="*/ 1461 w 1375510"/>
                <a:gd name="connsiteY9" fmla="*/ 449222 h 845437"/>
                <a:gd name="connsiteX10" fmla="*/ 0 w 1375510"/>
                <a:gd name="connsiteY10" fmla="*/ 448330 h 845437"/>
                <a:gd name="connsiteX11" fmla="*/ 0 w 1375510"/>
                <a:gd name="connsiteY11" fmla="*/ 0 h 845437"/>
                <a:gd name="connsiteX12" fmla="*/ 5926 w 1375510"/>
                <a:gd name="connsiteY12" fmla="*/ 0 h 84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5510" h="845437">
                  <a:moveTo>
                    <a:pt x="5926" y="0"/>
                  </a:moveTo>
                  <a:lnTo>
                    <a:pt x="5926" y="444920"/>
                  </a:lnTo>
                  <a:lnTo>
                    <a:pt x="687715" y="838538"/>
                  </a:lnTo>
                  <a:lnTo>
                    <a:pt x="1369585" y="444920"/>
                  </a:lnTo>
                  <a:lnTo>
                    <a:pt x="1369585" y="0"/>
                  </a:lnTo>
                  <a:lnTo>
                    <a:pt x="1375510" y="0"/>
                  </a:lnTo>
                  <a:lnTo>
                    <a:pt x="1375510" y="448330"/>
                  </a:lnTo>
                  <a:lnTo>
                    <a:pt x="689257" y="844545"/>
                  </a:lnTo>
                  <a:lnTo>
                    <a:pt x="687715" y="845438"/>
                  </a:lnTo>
                  <a:lnTo>
                    <a:pt x="1461" y="449222"/>
                  </a:lnTo>
                  <a:lnTo>
                    <a:pt x="0" y="448330"/>
                  </a:lnTo>
                  <a:lnTo>
                    <a:pt x="0" y="0"/>
                  </a:lnTo>
                  <a:lnTo>
                    <a:pt x="592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258CB228-9C86-0E3E-1E17-25CF542128D1}"/>
                </a:ext>
              </a:extLst>
            </p:cNvPr>
            <p:cNvSpPr/>
            <p:nvPr/>
          </p:nvSpPr>
          <p:spPr>
            <a:xfrm rot="10800000">
              <a:off x="13310789" y="9688221"/>
              <a:ext cx="1375510" cy="845437"/>
            </a:xfrm>
            <a:custGeom>
              <a:avLst/>
              <a:gdLst>
                <a:gd name="connsiteX0" fmla="*/ 5926 w 1375510"/>
                <a:gd name="connsiteY0" fmla="*/ 0 h 845437"/>
                <a:gd name="connsiteX1" fmla="*/ 5926 w 1375510"/>
                <a:gd name="connsiteY1" fmla="*/ 444920 h 845437"/>
                <a:gd name="connsiteX2" fmla="*/ 687715 w 1375510"/>
                <a:gd name="connsiteY2" fmla="*/ 838538 h 845437"/>
                <a:gd name="connsiteX3" fmla="*/ 1369585 w 1375510"/>
                <a:gd name="connsiteY3" fmla="*/ 444920 h 845437"/>
                <a:gd name="connsiteX4" fmla="*/ 1369585 w 1375510"/>
                <a:gd name="connsiteY4" fmla="*/ 0 h 845437"/>
                <a:gd name="connsiteX5" fmla="*/ 1375510 w 1375510"/>
                <a:gd name="connsiteY5" fmla="*/ 0 h 845437"/>
                <a:gd name="connsiteX6" fmla="*/ 1375510 w 1375510"/>
                <a:gd name="connsiteY6" fmla="*/ 448330 h 845437"/>
                <a:gd name="connsiteX7" fmla="*/ 689257 w 1375510"/>
                <a:gd name="connsiteY7" fmla="*/ 844545 h 845437"/>
                <a:gd name="connsiteX8" fmla="*/ 687715 w 1375510"/>
                <a:gd name="connsiteY8" fmla="*/ 845438 h 845437"/>
                <a:gd name="connsiteX9" fmla="*/ 1461 w 1375510"/>
                <a:gd name="connsiteY9" fmla="*/ 449222 h 845437"/>
                <a:gd name="connsiteX10" fmla="*/ 0 w 1375510"/>
                <a:gd name="connsiteY10" fmla="*/ 448330 h 845437"/>
                <a:gd name="connsiteX11" fmla="*/ 0 w 1375510"/>
                <a:gd name="connsiteY11" fmla="*/ 0 h 845437"/>
                <a:gd name="connsiteX12" fmla="*/ 5926 w 1375510"/>
                <a:gd name="connsiteY12" fmla="*/ 0 h 84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5510" h="845437">
                  <a:moveTo>
                    <a:pt x="5926" y="0"/>
                  </a:moveTo>
                  <a:lnTo>
                    <a:pt x="5926" y="444920"/>
                  </a:lnTo>
                  <a:lnTo>
                    <a:pt x="687715" y="838538"/>
                  </a:lnTo>
                  <a:lnTo>
                    <a:pt x="1369585" y="444920"/>
                  </a:lnTo>
                  <a:lnTo>
                    <a:pt x="1369585" y="0"/>
                  </a:lnTo>
                  <a:lnTo>
                    <a:pt x="1375510" y="0"/>
                  </a:lnTo>
                  <a:lnTo>
                    <a:pt x="1375510" y="448330"/>
                  </a:lnTo>
                  <a:lnTo>
                    <a:pt x="689257" y="844545"/>
                  </a:lnTo>
                  <a:lnTo>
                    <a:pt x="687715" y="845438"/>
                  </a:lnTo>
                  <a:lnTo>
                    <a:pt x="1461" y="449222"/>
                  </a:lnTo>
                  <a:lnTo>
                    <a:pt x="0" y="448330"/>
                  </a:lnTo>
                  <a:lnTo>
                    <a:pt x="0" y="0"/>
                  </a:lnTo>
                  <a:lnTo>
                    <a:pt x="592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: фигура 32">
              <a:extLst>
                <a:ext uri="{FF2B5EF4-FFF2-40B4-BE49-F238E27FC236}">
                  <a16:creationId xmlns:a16="http://schemas.microsoft.com/office/drawing/2014/main" id="{3B322715-9324-BDE1-75B9-8E2EDDFD4977}"/>
                </a:ext>
              </a:extLst>
            </p:cNvPr>
            <p:cNvSpPr/>
            <p:nvPr/>
          </p:nvSpPr>
          <p:spPr>
            <a:xfrm rot="10800000">
              <a:off x="11941205" y="9688221"/>
              <a:ext cx="1375510" cy="845437"/>
            </a:xfrm>
            <a:custGeom>
              <a:avLst/>
              <a:gdLst>
                <a:gd name="connsiteX0" fmla="*/ 5926 w 1375510"/>
                <a:gd name="connsiteY0" fmla="*/ 0 h 845437"/>
                <a:gd name="connsiteX1" fmla="*/ 5926 w 1375510"/>
                <a:gd name="connsiteY1" fmla="*/ 444920 h 845437"/>
                <a:gd name="connsiteX2" fmla="*/ 687796 w 1375510"/>
                <a:gd name="connsiteY2" fmla="*/ 838538 h 845437"/>
                <a:gd name="connsiteX3" fmla="*/ 1369585 w 1375510"/>
                <a:gd name="connsiteY3" fmla="*/ 444920 h 845437"/>
                <a:gd name="connsiteX4" fmla="*/ 1369585 w 1375510"/>
                <a:gd name="connsiteY4" fmla="*/ 0 h 845437"/>
                <a:gd name="connsiteX5" fmla="*/ 1375510 w 1375510"/>
                <a:gd name="connsiteY5" fmla="*/ 0 h 845437"/>
                <a:gd name="connsiteX6" fmla="*/ 1375510 w 1375510"/>
                <a:gd name="connsiteY6" fmla="*/ 448330 h 845437"/>
                <a:gd name="connsiteX7" fmla="*/ 689257 w 1375510"/>
                <a:gd name="connsiteY7" fmla="*/ 844545 h 845437"/>
                <a:gd name="connsiteX8" fmla="*/ 687796 w 1375510"/>
                <a:gd name="connsiteY8" fmla="*/ 845438 h 845437"/>
                <a:gd name="connsiteX9" fmla="*/ 1461 w 1375510"/>
                <a:gd name="connsiteY9" fmla="*/ 449222 h 845437"/>
                <a:gd name="connsiteX10" fmla="*/ 0 w 1375510"/>
                <a:gd name="connsiteY10" fmla="*/ 448330 h 845437"/>
                <a:gd name="connsiteX11" fmla="*/ 0 w 1375510"/>
                <a:gd name="connsiteY11" fmla="*/ 0 h 845437"/>
                <a:gd name="connsiteX12" fmla="*/ 5926 w 1375510"/>
                <a:gd name="connsiteY12" fmla="*/ 0 h 84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5510" h="845437">
                  <a:moveTo>
                    <a:pt x="5926" y="0"/>
                  </a:moveTo>
                  <a:lnTo>
                    <a:pt x="5926" y="444920"/>
                  </a:lnTo>
                  <a:lnTo>
                    <a:pt x="687796" y="838538"/>
                  </a:lnTo>
                  <a:lnTo>
                    <a:pt x="1369585" y="444920"/>
                  </a:lnTo>
                  <a:lnTo>
                    <a:pt x="1369585" y="0"/>
                  </a:lnTo>
                  <a:lnTo>
                    <a:pt x="1375510" y="0"/>
                  </a:lnTo>
                  <a:lnTo>
                    <a:pt x="1375510" y="448330"/>
                  </a:lnTo>
                  <a:lnTo>
                    <a:pt x="689257" y="844545"/>
                  </a:lnTo>
                  <a:lnTo>
                    <a:pt x="687796" y="845438"/>
                  </a:lnTo>
                  <a:lnTo>
                    <a:pt x="1461" y="449222"/>
                  </a:lnTo>
                  <a:lnTo>
                    <a:pt x="0" y="448330"/>
                  </a:lnTo>
                  <a:lnTo>
                    <a:pt x="0" y="0"/>
                  </a:lnTo>
                  <a:lnTo>
                    <a:pt x="592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4A647821-FB13-BE34-2F02-C201DBE1F018}"/>
                </a:ext>
              </a:extLst>
            </p:cNvPr>
            <p:cNvSpPr/>
            <p:nvPr/>
          </p:nvSpPr>
          <p:spPr>
            <a:xfrm rot="10800000">
              <a:off x="17831262" y="4136338"/>
              <a:ext cx="448248" cy="1566109"/>
            </a:xfrm>
            <a:custGeom>
              <a:avLst/>
              <a:gdLst>
                <a:gd name="connsiteX0" fmla="*/ 0 w 448248"/>
                <a:gd name="connsiteY0" fmla="*/ 1566110 h 1566109"/>
                <a:gd name="connsiteX1" fmla="*/ 0 w 448248"/>
                <a:gd name="connsiteY1" fmla="*/ 1530311 h 1566109"/>
                <a:gd name="connsiteX2" fmla="*/ 417240 w 448248"/>
                <a:gd name="connsiteY2" fmla="*/ 1289384 h 1566109"/>
                <a:gd name="connsiteX3" fmla="*/ 417240 w 448248"/>
                <a:gd name="connsiteY3" fmla="*/ 276726 h 1566109"/>
                <a:gd name="connsiteX4" fmla="*/ 0 w 448248"/>
                <a:gd name="connsiteY4" fmla="*/ 35798 h 1566109"/>
                <a:gd name="connsiteX5" fmla="*/ 0 w 448248"/>
                <a:gd name="connsiteY5" fmla="*/ 0 h 1566109"/>
                <a:gd name="connsiteX6" fmla="*/ 448248 w 448248"/>
                <a:gd name="connsiteY6" fmla="*/ 258867 h 1566109"/>
                <a:gd name="connsiteX7" fmla="*/ 448248 w 448248"/>
                <a:gd name="connsiteY7" fmla="*/ 1307243 h 1566109"/>
                <a:gd name="connsiteX8" fmla="*/ 0 w 448248"/>
                <a:gd name="connsiteY8" fmla="*/ 1566110 h 1566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8248" h="1566109">
                  <a:moveTo>
                    <a:pt x="0" y="1566110"/>
                  </a:moveTo>
                  <a:lnTo>
                    <a:pt x="0" y="1530311"/>
                  </a:lnTo>
                  <a:lnTo>
                    <a:pt x="417240" y="1289384"/>
                  </a:lnTo>
                  <a:lnTo>
                    <a:pt x="417240" y="276726"/>
                  </a:lnTo>
                  <a:lnTo>
                    <a:pt x="0" y="35798"/>
                  </a:lnTo>
                  <a:lnTo>
                    <a:pt x="0" y="0"/>
                  </a:lnTo>
                  <a:lnTo>
                    <a:pt x="448248" y="258867"/>
                  </a:lnTo>
                  <a:lnTo>
                    <a:pt x="448248" y="1307243"/>
                  </a:lnTo>
                  <a:lnTo>
                    <a:pt x="0" y="156611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4D8854DA-41AE-5933-8639-6616C1842747}"/>
                </a:ext>
              </a:extLst>
            </p:cNvPr>
            <p:cNvSpPr/>
            <p:nvPr/>
          </p:nvSpPr>
          <p:spPr>
            <a:xfrm rot="10800000">
              <a:off x="16046306" y="3870897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3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4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3"/>
                    <a:pt x="907942" y="2096913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4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6F7D2754-ADD8-DB17-EC81-AAD01859FF9B}"/>
                </a:ext>
              </a:extLst>
            </p:cNvPr>
            <p:cNvSpPr/>
            <p:nvPr/>
          </p:nvSpPr>
          <p:spPr>
            <a:xfrm rot="10800000">
              <a:off x="14261349" y="3870897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3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4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3"/>
                    <a:pt x="907942" y="2096913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4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: фигура 36">
              <a:extLst>
                <a:ext uri="{FF2B5EF4-FFF2-40B4-BE49-F238E27FC236}">
                  <a16:creationId xmlns:a16="http://schemas.microsoft.com/office/drawing/2014/main" id="{5AEE3B7E-9B19-C9A7-539E-1B7BC9DB254E}"/>
                </a:ext>
              </a:extLst>
            </p:cNvPr>
            <p:cNvSpPr/>
            <p:nvPr/>
          </p:nvSpPr>
          <p:spPr>
            <a:xfrm rot="10800000">
              <a:off x="16938743" y="5416793"/>
              <a:ext cx="1340767" cy="2096831"/>
            </a:xfrm>
            <a:custGeom>
              <a:avLst/>
              <a:gdLst>
                <a:gd name="connsiteX0" fmla="*/ 432744 w 1340767"/>
                <a:gd name="connsiteY0" fmla="*/ 2096831 h 2096831"/>
                <a:gd name="connsiteX1" fmla="*/ 0 w 1340767"/>
                <a:gd name="connsiteY1" fmla="*/ 1846975 h 2096831"/>
                <a:gd name="connsiteX2" fmla="*/ 0 w 1340767"/>
                <a:gd name="connsiteY2" fmla="*/ 1811176 h 2096831"/>
                <a:gd name="connsiteX3" fmla="*/ 432744 w 1340767"/>
                <a:gd name="connsiteY3" fmla="*/ 2061033 h 2096831"/>
                <a:gd name="connsiteX4" fmla="*/ 1309759 w 1340767"/>
                <a:gd name="connsiteY4" fmla="*/ 1554745 h 2096831"/>
                <a:gd name="connsiteX5" fmla="*/ 1309759 w 1340767"/>
                <a:gd name="connsiteY5" fmla="*/ 542087 h 2096831"/>
                <a:gd name="connsiteX6" fmla="*/ 432744 w 1340767"/>
                <a:gd name="connsiteY6" fmla="*/ 35798 h 2096831"/>
                <a:gd name="connsiteX7" fmla="*/ 0 w 1340767"/>
                <a:gd name="connsiteY7" fmla="*/ 285655 h 2096831"/>
                <a:gd name="connsiteX8" fmla="*/ 0 w 1340767"/>
                <a:gd name="connsiteY8" fmla="*/ 249857 h 2096831"/>
                <a:gd name="connsiteX9" fmla="*/ 432744 w 1340767"/>
                <a:gd name="connsiteY9" fmla="*/ 0 h 2096831"/>
                <a:gd name="connsiteX10" fmla="*/ 1340767 w 1340767"/>
                <a:gd name="connsiteY10" fmla="*/ 524228 h 2096831"/>
                <a:gd name="connsiteX11" fmla="*/ 1340767 w 1340767"/>
                <a:gd name="connsiteY11" fmla="*/ 1572603 h 2096831"/>
                <a:gd name="connsiteX12" fmla="*/ 432744 w 1340767"/>
                <a:gd name="connsiteY12" fmla="*/ 2096831 h 209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0767" h="2096831">
                  <a:moveTo>
                    <a:pt x="432744" y="2096831"/>
                  </a:moveTo>
                  <a:lnTo>
                    <a:pt x="0" y="1846975"/>
                  </a:lnTo>
                  <a:lnTo>
                    <a:pt x="0" y="1811176"/>
                  </a:lnTo>
                  <a:lnTo>
                    <a:pt x="432744" y="2061033"/>
                  </a:lnTo>
                  <a:lnTo>
                    <a:pt x="1309759" y="1554745"/>
                  </a:lnTo>
                  <a:lnTo>
                    <a:pt x="1309759" y="542087"/>
                  </a:lnTo>
                  <a:lnTo>
                    <a:pt x="432744" y="35798"/>
                  </a:lnTo>
                  <a:lnTo>
                    <a:pt x="0" y="285655"/>
                  </a:lnTo>
                  <a:lnTo>
                    <a:pt x="0" y="249857"/>
                  </a:lnTo>
                  <a:lnTo>
                    <a:pt x="432744" y="0"/>
                  </a:lnTo>
                  <a:lnTo>
                    <a:pt x="1340767" y="524228"/>
                  </a:lnTo>
                  <a:lnTo>
                    <a:pt x="1340767" y="1572603"/>
                  </a:lnTo>
                  <a:lnTo>
                    <a:pt x="432744" y="2096831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: фигура 37">
              <a:extLst>
                <a:ext uri="{FF2B5EF4-FFF2-40B4-BE49-F238E27FC236}">
                  <a16:creationId xmlns:a16="http://schemas.microsoft.com/office/drawing/2014/main" id="{C79B300B-8BDB-D855-E863-C7EFE8F7A2CA}"/>
                </a:ext>
              </a:extLst>
            </p:cNvPr>
            <p:cNvSpPr/>
            <p:nvPr/>
          </p:nvSpPr>
          <p:spPr>
            <a:xfrm rot="10800000">
              <a:off x="15153787" y="5416712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2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3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2"/>
                    <a:pt x="907942" y="2096912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3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4632D612-B81E-EA2F-F959-A3E2D19E74C2}"/>
                </a:ext>
              </a:extLst>
            </p:cNvPr>
            <p:cNvSpPr/>
            <p:nvPr/>
          </p:nvSpPr>
          <p:spPr>
            <a:xfrm rot="10800000">
              <a:off x="13368911" y="5416712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2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1009 w 1815884"/>
                <a:gd name="connsiteY7" fmla="*/ 1554745 h 2096912"/>
                <a:gd name="connsiteX8" fmla="*/ 907942 w 1815884"/>
                <a:gd name="connsiteY8" fmla="*/ 2061033 h 2096912"/>
                <a:gd name="connsiteX9" fmla="*/ 1784876 w 1815884"/>
                <a:gd name="connsiteY9" fmla="*/ 1554745 h 2096912"/>
                <a:gd name="connsiteX10" fmla="*/ 1784876 w 1815884"/>
                <a:gd name="connsiteY10" fmla="*/ 542087 h 2096912"/>
                <a:gd name="connsiteX11" fmla="*/ 907942 w 1815884"/>
                <a:gd name="connsiteY11" fmla="*/ 35798 h 2096912"/>
                <a:gd name="connsiteX12" fmla="*/ 31009 w 1815884"/>
                <a:gd name="connsiteY12" fmla="*/ 542087 h 2096912"/>
                <a:gd name="connsiteX13" fmla="*/ 31009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2"/>
                    <a:pt x="907942" y="2096912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1009" y="1554745"/>
                  </a:moveTo>
                  <a:lnTo>
                    <a:pt x="907942" y="2061033"/>
                  </a:lnTo>
                  <a:lnTo>
                    <a:pt x="1784876" y="1554745"/>
                  </a:lnTo>
                  <a:lnTo>
                    <a:pt x="1784876" y="542087"/>
                  </a:lnTo>
                  <a:cubicBezTo>
                    <a:pt x="1784876" y="542087"/>
                    <a:pt x="907942" y="35798"/>
                    <a:pt x="907942" y="35798"/>
                  </a:cubicBezTo>
                  <a:lnTo>
                    <a:pt x="31009" y="542087"/>
                  </a:lnTo>
                  <a:lnTo>
                    <a:pt x="31009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: фигура 39">
              <a:extLst>
                <a:ext uri="{FF2B5EF4-FFF2-40B4-BE49-F238E27FC236}">
                  <a16:creationId xmlns:a16="http://schemas.microsoft.com/office/drawing/2014/main" id="{27C237F6-EA01-3755-B0B6-FDAF858E8768}"/>
                </a:ext>
              </a:extLst>
            </p:cNvPr>
            <p:cNvSpPr/>
            <p:nvPr/>
          </p:nvSpPr>
          <p:spPr>
            <a:xfrm rot="10800000">
              <a:off x="17831262" y="7227969"/>
              <a:ext cx="448248" cy="1566028"/>
            </a:xfrm>
            <a:custGeom>
              <a:avLst/>
              <a:gdLst>
                <a:gd name="connsiteX0" fmla="*/ 0 w 448248"/>
                <a:gd name="connsiteY0" fmla="*/ 1566028 h 1566028"/>
                <a:gd name="connsiteX1" fmla="*/ 0 w 448248"/>
                <a:gd name="connsiteY1" fmla="*/ 1530230 h 1566028"/>
                <a:gd name="connsiteX2" fmla="*/ 417240 w 448248"/>
                <a:gd name="connsiteY2" fmla="*/ 1289303 h 1566028"/>
                <a:gd name="connsiteX3" fmla="*/ 417240 w 448248"/>
                <a:gd name="connsiteY3" fmla="*/ 276644 h 1566028"/>
                <a:gd name="connsiteX4" fmla="*/ 0 w 448248"/>
                <a:gd name="connsiteY4" fmla="*/ 35798 h 1566028"/>
                <a:gd name="connsiteX5" fmla="*/ 0 w 448248"/>
                <a:gd name="connsiteY5" fmla="*/ 0 h 1566028"/>
                <a:gd name="connsiteX6" fmla="*/ 448248 w 448248"/>
                <a:gd name="connsiteY6" fmla="*/ 258786 h 1566028"/>
                <a:gd name="connsiteX7" fmla="*/ 448248 w 448248"/>
                <a:gd name="connsiteY7" fmla="*/ 1307242 h 1566028"/>
                <a:gd name="connsiteX8" fmla="*/ 0 w 448248"/>
                <a:gd name="connsiteY8" fmla="*/ 1566028 h 156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8248" h="1566028">
                  <a:moveTo>
                    <a:pt x="0" y="1566028"/>
                  </a:moveTo>
                  <a:lnTo>
                    <a:pt x="0" y="1530230"/>
                  </a:lnTo>
                  <a:lnTo>
                    <a:pt x="417240" y="1289303"/>
                  </a:lnTo>
                  <a:lnTo>
                    <a:pt x="417240" y="276644"/>
                  </a:lnTo>
                  <a:lnTo>
                    <a:pt x="0" y="35798"/>
                  </a:lnTo>
                  <a:lnTo>
                    <a:pt x="0" y="0"/>
                  </a:lnTo>
                  <a:lnTo>
                    <a:pt x="448248" y="258786"/>
                  </a:lnTo>
                  <a:lnTo>
                    <a:pt x="448248" y="1307242"/>
                  </a:lnTo>
                  <a:lnTo>
                    <a:pt x="0" y="15660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: фигура 40">
              <a:extLst>
                <a:ext uri="{FF2B5EF4-FFF2-40B4-BE49-F238E27FC236}">
                  <a16:creationId xmlns:a16="http://schemas.microsoft.com/office/drawing/2014/main" id="{F16770C1-83C5-C791-F596-93CE15A5EF4E}"/>
                </a:ext>
              </a:extLst>
            </p:cNvPr>
            <p:cNvSpPr/>
            <p:nvPr/>
          </p:nvSpPr>
          <p:spPr>
            <a:xfrm rot="10800000">
              <a:off x="16046306" y="6962527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3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3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3"/>
                    <a:pt x="907942" y="2096913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3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85153C27-EBA9-9EFE-86C9-63EF921D6905}"/>
                </a:ext>
              </a:extLst>
            </p:cNvPr>
            <p:cNvSpPr/>
            <p:nvPr/>
          </p:nvSpPr>
          <p:spPr>
            <a:xfrm rot="10800000">
              <a:off x="14261349" y="6962527"/>
              <a:ext cx="1815884" cy="2096912"/>
            </a:xfrm>
            <a:custGeom>
              <a:avLst/>
              <a:gdLst>
                <a:gd name="connsiteX0" fmla="*/ 1815885 w 1815884"/>
                <a:gd name="connsiteY0" fmla="*/ 524228 h 2096912"/>
                <a:gd name="connsiteX1" fmla="*/ 1815885 w 1815884"/>
                <a:gd name="connsiteY1" fmla="*/ 1572685 h 2096912"/>
                <a:gd name="connsiteX2" fmla="*/ 907942 w 1815884"/>
                <a:gd name="connsiteY2" fmla="*/ 2096913 h 2096912"/>
                <a:gd name="connsiteX3" fmla="*/ 0 w 1815884"/>
                <a:gd name="connsiteY3" fmla="*/ 1572685 h 2096912"/>
                <a:gd name="connsiteX4" fmla="*/ 0 w 1815884"/>
                <a:gd name="connsiteY4" fmla="*/ 524228 h 2096912"/>
                <a:gd name="connsiteX5" fmla="*/ 907942 w 1815884"/>
                <a:gd name="connsiteY5" fmla="*/ 0 h 2096912"/>
                <a:gd name="connsiteX6" fmla="*/ 1815885 w 1815884"/>
                <a:gd name="connsiteY6" fmla="*/ 524228 h 2096912"/>
                <a:gd name="connsiteX7" fmla="*/ 30928 w 1815884"/>
                <a:gd name="connsiteY7" fmla="*/ 1554745 h 2096912"/>
                <a:gd name="connsiteX8" fmla="*/ 907861 w 1815884"/>
                <a:gd name="connsiteY8" fmla="*/ 2061033 h 2096912"/>
                <a:gd name="connsiteX9" fmla="*/ 1784795 w 1815884"/>
                <a:gd name="connsiteY9" fmla="*/ 1554745 h 2096912"/>
                <a:gd name="connsiteX10" fmla="*/ 1784795 w 1815884"/>
                <a:gd name="connsiteY10" fmla="*/ 542087 h 2096912"/>
                <a:gd name="connsiteX11" fmla="*/ 907861 w 1815884"/>
                <a:gd name="connsiteY11" fmla="*/ 35798 h 2096912"/>
                <a:gd name="connsiteX12" fmla="*/ 30928 w 1815884"/>
                <a:gd name="connsiteY12" fmla="*/ 542087 h 2096912"/>
                <a:gd name="connsiteX13" fmla="*/ 30928 w 1815884"/>
                <a:gd name="connsiteY13" fmla="*/ 1554745 h 209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5884" h="2096912">
                  <a:moveTo>
                    <a:pt x="1815885" y="524228"/>
                  </a:moveTo>
                  <a:lnTo>
                    <a:pt x="1815885" y="1572685"/>
                  </a:lnTo>
                  <a:cubicBezTo>
                    <a:pt x="1815885" y="1572685"/>
                    <a:pt x="907942" y="2096913"/>
                    <a:pt x="907942" y="2096913"/>
                  </a:cubicBezTo>
                  <a:lnTo>
                    <a:pt x="0" y="1572685"/>
                  </a:lnTo>
                  <a:lnTo>
                    <a:pt x="0" y="524228"/>
                  </a:lnTo>
                  <a:cubicBezTo>
                    <a:pt x="0" y="524228"/>
                    <a:pt x="907942" y="0"/>
                    <a:pt x="907942" y="0"/>
                  </a:cubicBezTo>
                  <a:lnTo>
                    <a:pt x="1815885" y="524228"/>
                  </a:lnTo>
                  <a:close/>
                  <a:moveTo>
                    <a:pt x="30928" y="1554745"/>
                  </a:moveTo>
                  <a:lnTo>
                    <a:pt x="907861" y="2061033"/>
                  </a:lnTo>
                  <a:lnTo>
                    <a:pt x="1784795" y="1554745"/>
                  </a:lnTo>
                  <a:lnTo>
                    <a:pt x="1784795" y="542087"/>
                  </a:lnTo>
                  <a:cubicBezTo>
                    <a:pt x="1784795" y="542087"/>
                    <a:pt x="907861" y="35798"/>
                    <a:pt x="907861" y="35798"/>
                  </a:cubicBezTo>
                  <a:lnTo>
                    <a:pt x="30928" y="542087"/>
                  </a:lnTo>
                  <a:lnTo>
                    <a:pt x="30928" y="155474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: фигура 42">
              <a:extLst>
                <a:ext uri="{FF2B5EF4-FFF2-40B4-BE49-F238E27FC236}">
                  <a16:creationId xmlns:a16="http://schemas.microsoft.com/office/drawing/2014/main" id="{2091EFA7-675C-2E99-0736-0360984933E8}"/>
                </a:ext>
              </a:extLst>
            </p:cNvPr>
            <p:cNvSpPr/>
            <p:nvPr/>
          </p:nvSpPr>
          <p:spPr>
            <a:xfrm rot="10800000">
              <a:off x="17908703" y="10319600"/>
              <a:ext cx="370807" cy="214058"/>
            </a:xfrm>
            <a:custGeom>
              <a:avLst/>
              <a:gdLst>
                <a:gd name="connsiteX0" fmla="*/ 0 w 370807"/>
                <a:gd name="connsiteY0" fmla="*/ 178341 h 214058"/>
                <a:gd name="connsiteX1" fmla="*/ 308790 w 370807"/>
                <a:gd name="connsiteY1" fmla="*/ 0 h 214058"/>
                <a:gd name="connsiteX2" fmla="*/ 370807 w 370807"/>
                <a:gd name="connsiteY2" fmla="*/ 0 h 214058"/>
                <a:gd name="connsiteX3" fmla="*/ 0 w 370807"/>
                <a:gd name="connsiteY3" fmla="*/ 214058 h 214058"/>
                <a:gd name="connsiteX4" fmla="*/ 0 w 370807"/>
                <a:gd name="connsiteY4" fmla="*/ 178341 h 21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807" h="214058">
                  <a:moveTo>
                    <a:pt x="0" y="178341"/>
                  </a:moveTo>
                  <a:lnTo>
                    <a:pt x="308790" y="0"/>
                  </a:lnTo>
                  <a:lnTo>
                    <a:pt x="370807" y="0"/>
                  </a:lnTo>
                  <a:lnTo>
                    <a:pt x="0" y="214058"/>
                  </a:lnTo>
                  <a:lnTo>
                    <a:pt x="0" y="178341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: фигура 43">
              <a:extLst>
                <a:ext uri="{FF2B5EF4-FFF2-40B4-BE49-F238E27FC236}">
                  <a16:creationId xmlns:a16="http://schemas.microsoft.com/office/drawing/2014/main" id="{48CBA7AA-9FAA-4451-E217-DFE7FD0B1DC7}"/>
                </a:ext>
              </a:extLst>
            </p:cNvPr>
            <p:cNvSpPr/>
            <p:nvPr/>
          </p:nvSpPr>
          <p:spPr>
            <a:xfrm rot="10800000">
              <a:off x="16938743" y="8508342"/>
              <a:ext cx="1340767" cy="2025316"/>
            </a:xfrm>
            <a:custGeom>
              <a:avLst/>
              <a:gdLst>
                <a:gd name="connsiteX0" fmla="*/ 432744 w 1340767"/>
                <a:gd name="connsiteY0" fmla="*/ 2025316 h 2025316"/>
                <a:gd name="connsiteX1" fmla="*/ 0 w 1340767"/>
                <a:gd name="connsiteY1" fmla="*/ 1775460 h 2025316"/>
                <a:gd name="connsiteX2" fmla="*/ 0 w 1340767"/>
                <a:gd name="connsiteY2" fmla="*/ 1739661 h 2025316"/>
                <a:gd name="connsiteX3" fmla="*/ 432744 w 1340767"/>
                <a:gd name="connsiteY3" fmla="*/ 1989518 h 2025316"/>
                <a:gd name="connsiteX4" fmla="*/ 1309759 w 1340767"/>
                <a:gd name="connsiteY4" fmla="*/ 1483149 h 2025316"/>
                <a:gd name="connsiteX5" fmla="*/ 1309759 w 1340767"/>
                <a:gd name="connsiteY5" fmla="*/ 470572 h 2025316"/>
                <a:gd name="connsiteX6" fmla="*/ 494762 w 1340767"/>
                <a:gd name="connsiteY6" fmla="*/ 0 h 2025316"/>
                <a:gd name="connsiteX7" fmla="*/ 556698 w 1340767"/>
                <a:gd name="connsiteY7" fmla="*/ 0 h 2025316"/>
                <a:gd name="connsiteX8" fmla="*/ 1340767 w 1340767"/>
                <a:gd name="connsiteY8" fmla="*/ 452632 h 2025316"/>
                <a:gd name="connsiteX9" fmla="*/ 1340767 w 1340767"/>
                <a:gd name="connsiteY9" fmla="*/ 1501088 h 2025316"/>
                <a:gd name="connsiteX10" fmla="*/ 432744 w 1340767"/>
                <a:gd name="connsiteY10" fmla="*/ 2025316 h 20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0767" h="2025316">
                  <a:moveTo>
                    <a:pt x="432744" y="2025316"/>
                  </a:moveTo>
                  <a:lnTo>
                    <a:pt x="0" y="1775460"/>
                  </a:lnTo>
                  <a:lnTo>
                    <a:pt x="0" y="1739661"/>
                  </a:lnTo>
                  <a:lnTo>
                    <a:pt x="432744" y="1989518"/>
                  </a:lnTo>
                  <a:lnTo>
                    <a:pt x="1309759" y="1483149"/>
                  </a:lnTo>
                  <a:lnTo>
                    <a:pt x="1309759" y="470572"/>
                  </a:lnTo>
                  <a:lnTo>
                    <a:pt x="494762" y="0"/>
                  </a:lnTo>
                  <a:lnTo>
                    <a:pt x="556698" y="0"/>
                  </a:lnTo>
                  <a:lnTo>
                    <a:pt x="1340767" y="452632"/>
                  </a:lnTo>
                  <a:lnTo>
                    <a:pt x="1340767" y="1501088"/>
                  </a:lnTo>
                  <a:lnTo>
                    <a:pt x="432744" y="202531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: фигура 44">
              <a:extLst>
                <a:ext uri="{FF2B5EF4-FFF2-40B4-BE49-F238E27FC236}">
                  <a16:creationId xmlns:a16="http://schemas.microsoft.com/office/drawing/2014/main" id="{176D4C57-32CA-E283-4F4C-2996689EB1F6}"/>
                </a:ext>
              </a:extLst>
            </p:cNvPr>
            <p:cNvSpPr/>
            <p:nvPr/>
          </p:nvSpPr>
          <p:spPr>
            <a:xfrm rot="10800000">
              <a:off x="15153787" y="8508342"/>
              <a:ext cx="1815965" cy="2025316"/>
            </a:xfrm>
            <a:custGeom>
              <a:avLst/>
              <a:gdLst>
                <a:gd name="connsiteX0" fmla="*/ 846006 w 1815965"/>
                <a:gd name="connsiteY0" fmla="*/ 0 h 2025316"/>
                <a:gd name="connsiteX1" fmla="*/ 31009 w 1815965"/>
                <a:gd name="connsiteY1" fmla="*/ 470572 h 2025316"/>
                <a:gd name="connsiteX2" fmla="*/ 31009 w 1815965"/>
                <a:gd name="connsiteY2" fmla="*/ 1483149 h 2025316"/>
                <a:gd name="connsiteX3" fmla="*/ 907942 w 1815965"/>
                <a:gd name="connsiteY3" fmla="*/ 1989518 h 2025316"/>
                <a:gd name="connsiteX4" fmla="*/ 1784957 w 1815965"/>
                <a:gd name="connsiteY4" fmla="*/ 1483149 h 2025316"/>
                <a:gd name="connsiteX5" fmla="*/ 1784957 w 1815965"/>
                <a:gd name="connsiteY5" fmla="*/ 470572 h 2025316"/>
                <a:gd name="connsiteX6" fmla="*/ 969960 w 1815965"/>
                <a:gd name="connsiteY6" fmla="*/ 0 h 2025316"/>
                <a:gd name="connsiteX7" fmla="*/ 1031897 w 1815965"/>
                <a:gd name="connsiteY7" fmla="*/ 0 h 2025316"/>
                <a:gd name="connsiteX8" fmla="*/ 1815966 w 1815965"/>
                <a:gd name="connsiteY8" fmla="*/ 452632 h 2025316"/>
                <a:gd name="connsiteX9" fmla="*/ 1815966 w 1815965"/>
                <a:gd name="connsiteY9" fmla="*/ 1501088 h 2025316"/>
                <a:gd name="connsiteX10" fmla="*/ 907942 w 1815965"/>
                <a:gd name="connsiteY10" fmla="*/ 2025316 h 2025316"/>
                <a:gd name="connsiteX11" fmla="*/ 0 w 1815965"/>
                <a:gd name="connsiteY11" fmla="*/ 1501088 h 2025316"/>
                <a:gd name="connsiteX12" fmla="*/ 0 w 1815965"/>
                <a:gd name="connsiteY12" fmla="*/ 452632 h 2025316"/>
                <a:gd name="connsiteX13" fmla="*/ 783988 w 1815965"/>
                <a:gd name="connsiteY13" fmla="*/ 0 h 2025316"/>
                <a:gd name="connsiteX14" fmla="*/ 846006 w 1815965"/>
                <a:gd name="connsiteY14" fmla="*/ 0 h 20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15965" h="2025316">
                  <a:moveTo>
                    <a:pt x="846006" y="0"/>
                  </a:moveTo>
                  <a:lnTo>
                    <a:pt x="31009" y="470572"/>
                  </a:lnTo>
                  <a:lnTo>
                    <a:pt x="31009" y="1483149"/>
                  </a:lnTo>
                  <a:lnTo>
                    <a:pt x="907942" y="1989518"/>
                  </a:lnTo>
                  <a:lnTo>
                    <a:pt x="1784957" y="1483149"/>
                  </a:lnTo>
                  <a:lnTo>
                    <a:pt x="1784957" y="470572"/>
                  </a:lnTo>
                  <a:lnTo>
                    <a:pt x="969960" y="0"/>
                  </a:lnTo>
                  <a:lnTo>
                    <a:pt x="1031897" y="0"/>
                  </a:lnTo>
                  <a:lnTo>
                    <a:pt x="1815966" y="452632"/>
                  </a:lnTo>
                  <a:lnTo>
                    <a:pt x="1815966" y="1501088"/>
                  </a:lnTo>
                  <a:lnTo>
                    <a:pt x="907942" y="2025316"/>
                  </a:lnTo>
                  <a:lnTo>
                    <a:pt x="0" y="1501088"/>
                  </a:lnTo>
                  <a:lnTo>
                    <a:pt x="0" y="452632"/>
                  </a:lnTo>
                  <a:lnTo>
                    <a:pt x="783988" y="0"/>
                  </a:lnTo>
                  <a:lnTo>
                    <a:pt x="84600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: фигура 45">
              <a:extLst>
                <a:ext uri="{FF2B5EF4-FFF2-40B4-BE49-F238E27FC236}">
                  <a16:creationId xmlns:a16="http://schemas.microsoft.com/office/drawing/2014/main" id="{6EFBD483-5A0C-7622-2B6F-6E345136768F}"/>
                </a:ext>
              </a:extLst>
            </p:cNvPr>
            <p:cNvSpPr/>
            <p:nvPr/>
          </p:nvSpPr>
          <p:spPr>
            <a:xfrm rot="10800000">
              <a:off x="13368911" y="8508342"/>
              <a:ext cx="1815884" cy="2025316"/>
            </a:xfrm>
            <a:custGeom>
              <a:avLst/>
              <a:gdLst>
                <a:gd name="connsiteX0" fmla="*/ 846006 w 1815884"/>
                <a:gd name="connsiteY0" fmla="*/ 0 h 2025316"/>
                <a:gd name="connsiteX1" fmla="*/ 31009 w 1815884"/>
                <a:gd name="connsiteY1" fmla="*/ 470572 h 2025316"/>
                <a:gd name="connsiteX2" fmla="*/ 31009 w 1815884"/>
                <a:gd name="connsiteY2" fmla="*/ 1483149 h 2025316"/>
                <a:gd name="connsiteX3" fmla="*/ 907942 w 1815884"/>
                <a:gd name="connsiteY3" fmla="*/ 1989518 h 2025316"/>
                <a:gd name="connsiteX4" fmla="*/ 1784876 w 1815884"/>
                <a:gd name="connsiteY4" fmla="*/ 1483149 h 2025316"/>
                <a:gd name="connsiteX5" fmla="*/ 1784876 w 1815884"/>
                <a:gd name="connsiteY5" fmla="*/ 470572 h 2025316"/>
                <a:gd name="connsiteX6" fmla="*/ 969879 w 1815884"/>
                <a:gd name="connsiteY6" fmla="*/ 0 h 2025316"/>
                <a:gd name="connsiteX7" fmla="*/ 1031897 w 1815884"/>
                <a:gd name="connsiteY7" fmla="*/ 0 h 2025316"/>
                <a:gd name="connsiteX8" fmla="*/ 1815885 w 1815884"/>
                <a:gd name="connsiteY8" fmla="*/ 452632 h 2025316"/>
                <a:gd name="connsiteX9" fmla="*/ 1815885 w 1815884"/>
                <a:gd name="connsiteY9" fmla="*/ 1501088 h 2025316"/>
                <a:gd name="connsiteX10" fmla="*/ 907942 w 1815884"/>
                <a:gd name="connsiteY10" fmla="*/ 2025316 h 2025316"/>
                <a:gd name="connsiteX11" fmla="*/ 0 w 1815884"/>
                <a:gd name="connsiteY11" fmla="*/ 1501088 h 2025316"/>
                <a:gd name="connsiteX12" fmla="*/ 0 w 1815884"/>
                <a:gd name="connsiteY12" fmla="*/ 452632 h 2025316"/>
                <a:gd name="connsiteX13" fmla="*/ 783988 w 1815884"/>
                <a:gd name="connsiteY13" fmla="*/ 0 h 2025316"/>
                <a:gd name="connsiteX14" fmla="*/ 846006 w 1815884"/>
                <a:gd name="connsiteY14" fmla="*/ 0 h 20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15884" h="2025316">
                  <a:moveTo>
                    <a:pt x="846006" y="0"/>
                  </a:moveTo>
                  <a:lnTo>
                    <a:pt x="31009" y="470572"/>
                  </a:lnTo>
                  <a:lnTo>
                    <a:pt x="31009" y="1483149"/>
                  </a:lnTo>
                  <a:lnTo>
                    <a:pt x="907942" y="1989518"/>
                  </a:lnTo>
                  <a:lnTo>
                    <a:pt x="1784876" y="1483149"/>
                  </a:lnTo>
                  <a:lnTo>
                    <a:pt x="1784876" y="470572"/>
                  </a:lnTo>
                  <a:lnTo>
                    <a:pt x="969879" y="0"/>
                  </a:lnTo>
                  <a:lnTo>
                    <a:pt x="1031897" y="0"/>
                  </a:lnTo>
                  <a:lnTo>
                    <a:pt x="1815885" y="452632"/>
                  </a:lnTo>
                  <a:lnTo>
                    <a:pt x="1815885" y="1501088"/>
                  </a:lnTo>
                  <a:lnTo>
                    <a:pt x="907942" y="2025316"/>
                  </a:lnTo>
                  <a:lnTo>
                    <a:pt x="0" y="1501088"/>
                  </a:lnTo>
                  <a:lnTo>
                    <a:pt x="0" y="452632"/>
                  </a:lnTo>
                  <a:lnTo>
                    <a:pt x="783988" y="0"/>
                  </a:lnTo>
                  <a:lnTo>
                    <a:pt x="84600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: фигура 57">
              <a:extLst>
                <a:ext uri="{FF2B5EF4-FFF2-40B4-BE49-F238E27FC236}">
                  <a16:creationId xmlns:a16="http://schemas.microsoft.com/office/drawing/2014/main" id="{B7DA20EE-9B0C-0E74-6FF4-F0FB2DBBEB43}"/>
                </a:ext>
              </a:extLst>
            </p:cNvPr>
            <p:cNvSpPr/>
            <p:nvPr/>
          </p:nvSpPr>
          <p:spPr>
            <a:xfrm rot="10800000">
              <a:off x="17908703" y="10319600"/>
              <a:ext cx="370807" cy="214058"/>
            </a:xfrm>
            <a:custGeom>
              <a:avLst/>
              <a:gdLst>
                <a:gd name="connsiteX0" fmla="*/ 0 w 370807"/>
                <a:gd name="connsiteY0" fmla="*/ 214058 h 214058"/>
                <a:gd name="connsiteX1" fmla="*/ 0 w 370807"/>
                <a:gd name="connsiteY1" fmla="*/ 178341 h 214058"/>
                <a:gd name="connsiteX2" fmla="*/ 308790 w 370807"/>
                <a:gd name="connsiteY2" fmla="*/ 0 h 214058"/>
                <a:gd name="connsiteX3" fmla="*/ 370807 w 370807"/>
                <a:gd name="connsiteY3" fmla="*/ 0 h 214058"/>
                <a:gd name="connsiteX4" fmla="*/ 0 w 370807"/>
                <a:gd name="connsiteY4" fmla="*/ 214058 h 21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807" h="214058">
                  <a:moveTo>
                    <a:pt x="0" y="214058"/>
                  </a:moveTo>
                  <a:lnTo>
                    <a:pt x="0" y="178341"/>
                  </a:lnTo>
                  <a:lnTo>
                    <a:pt x="308790" y="0"/>
                  </a:lnTo>
                  <a:lnTo>
                    <a:pt x="370807" y="0"/>
                  </a:lnTo>
                  <a:lnTo>
                    <a:pt x="0" y="21405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: фигура 58">
              <a:extLst>
                <a:ext uri="{FF2B5EF4-FFF2-40B4-BE49-F238E27FC236}">
                  <a16:creationId xmlns:a16="http://schemas.microsoft.com/office/drawing/2014/main" id="{3C027218-BD17-DF95-B6AC-E4970381C534}"/>
                </a:ext>
              </a:extLst>
            </p:cNvPr>
            <p:cNvSpPr/>
            <p:nvPr/>
          </p:nvSpPr>
          <p:spPr>
            <a:xfrm rot="10800000">
              <a:off x="16123747" y="10054158"/>
              <a:ext cx="1661002" cy="479500"/>
            </a:xfrm>
            <a:custGeom>
              <a:avLst/>
              <a:gdLst>
                <a:gd name="connsiteX0" fmla="*/ 61937 w 1661002"/>
                <a:gd name="connsiteY0" fmla="*/ 0 h 479500"/>
                <a:gd name="connsiteX1" fmla="*/ 830501 w 1661002"/>
                <a:gd name="connsiteY1" fmla="*/ 443703 h 479500"/>
                <a:gd name="connsiteX2" fmla="*/ 1598985 w 1661002"/>
                <a:gd name="connsiteY2" fmla="*/ 0 h 479500"/>
                <a:gd name="connsiteX3" fmla="*/ 1661003 w 1661002"/>
                <a:gd name="connsiteY3" fmla="*/ 0 h 479500"/>
                <a:gd name="connsiteX4" fmla="*/ 830501 w 1661002"/>
                <a:gd name="connsiteY4" fmla="*/ 479501 h 479500"/>
                <a:gd name="connsiteX5" fmla="*/ 0 w 1661002"/>
                <a:gd name="connsiteY5" fmla="*/ 0 h 479500"/>
                <a:gd name="connsiteX6" fmla="*/ 61937 w 1661002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02" h="479500">
                  <a:moveTo>
                    <a:pt x="61937" y="0"/>
                  </a:moveTo>
                  <a:lnTo>
                    <a:pt x="830501" y="443703"/>
                  </a:lnTo>
                  <a:lnTo>
                    <a:pt x="1598985" y="0"/>
                  </a:lnTo>
                  <a:lnTo>
                    <a:pt x="1661003" y="0"/>
                  </a:lnTo>
                  <a:lnTo>
                    <a:pt x="830501" y="479501"/>
                  </a:lnTo>
                  <a:lnTo>
                    <a:pt x="0" y="0"/>
                  </a:lnTo>
                  <a:lnTo>
                    <a:pt x="61937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: фигура 59">
              <a:extLst>
                <a:ext uri="{FF2B5EF4-FFF2-40B4-BE49-F238E27FC236}">
                  <a16:creationId xmlns:a16="http://schemas.microsoft.com/office/drawing/2014/main" id="{93ACEAC2-A402-DD18-11A8-941E69FF8E5E}"/>
                </a:ext>
              </a:extLst>
            </p:cNvPr>
            <p:cNvSpPr/>
            <p:nvPr/>
          </p:nvSpPr>
          <p:spPr>
            <a:xfrm rot="10800000">
              <a:off x="14338790" y="10054158"/>
              <a:ext cx="1661083" cy="479500"/>
            </a:xfrm>
            <a:custGeom>
              <a:avLst/>
              <a:gdLst>
                <a:gd name="connsiteX0" fmla="*/ 62018 w 1661083"/>
                <a:gd name="connsiteY0" fmla="*/ 0 h 479500"/>
                <a:gd name="connsiteX1" fmla="*/ 830583 w 1661083"/>
                <a:gd name="connsiteY1" fmla="*/ 443703 h 479500"/>
                <a:gd name="connsiteX2" fmla="*/ 1599066 w 1661083"/>
                <a:gd name="connsiteY2" fmla="*/ 0 h 479500"/>
                <a:gd name="connsiteX3" fmla="*/ 1661084 w 1661083"/>
                <a:gd name="connsiteY3" fmla="*/ 0 h 479500"/>
                <a:gd name="connsiteX4" fmla="*/ 830583 w 1661083"/>
                <a:gd name="connsiteY4" fmla="*/ 479501 h 479500"/>
                <a:gd name="connsiteX5" fmla="*/ 0 w 1661083"/>
                <a:gd name="connsiteY5" fmla="*/ 0 h 479500"/>
                <a:gd name="connsiteX6" fmla="*/ 62018 w 1661083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83" h="479500">
                  <a:moveTo>
                    <a:pt x="62018" y="0"/>
                  </a:moveTo>
                  <a:lnTo>
                    <a:pt x="830583" y="443703"/>
                  </a:lnTo>
                  <a:lnTo>
                    <a:pt x="1599066" y="0"/>
                  </a:lnTo>
                  <a:lnTo>
                    <a:pt x="1661084" y="0"/>
                  </a:lnTo>
                  <a:lnTo>
                    <a:pt x="830583" y="479501"/>
                  </a:lnTo>
                  <a:lnTo>
                    <a:pt x="0" y="0"/>
                  </a:lnTo>
                  <a:lnTo>
                    <a:pt x="6201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Полилиния: фигура 60">
              <a:extLst>
                <a:ext uri="{FF2B5EF4-FFF2-40B4-BE49-F238E27FC236}">
                  <a16:creationId xmlns:a16="http://schemas.microsoft.com/office/drawing/2014/main" id="{4C953EDF-BBF9-F12A-CFA3-53C7DBFDC8A5}"/>
                </a:ext>
              </a:extLst>
            </p:cNvPr>
            <p:cNvSpPr/>
            <p:nvPr/>
          </p:nvSpPr>
          <p:spPr>
            <a:xfrm rot="10800000">
              <a:off x="12553914" y="10054158"/>
              <a:ext cx="1661002" cy="479500"/>
            </a:xfrm>
            <a:custGeom>
              <a:avLst/>
              <a:gdLst>
                <a:gd name="connsiteX0" fmla="*/ 62018 w 1661002"/>
                <a:gd name="connsiteY0" fmla="*/ 0 h 479500"/>
                <a:gd name="connsiteX1" fmla="*/ 830502 w 1661002"/>
                <a:gd name="connsiteY1" fmla="*/ 443703 h 479500"/>
                <a:gd name="connsiteX2" fmla="*/ 1599066 w 1661002"/>
                <a:gd name="connsiteY2" fmla="*/ 0 h 479500"/>
                <a:gd name="connsiteX3" fmla="*/ 1661003 w 1661002"/>
                <a:gd name="connsiteY3" fmla="*/ 0 h 479500"/>
                <a:gd name="connsiteX4" fmla="*/ 830502 w 1661002"/>
                <a:gd name="connsiteY4" fmla="*/ 479501 h 479500"/>
                <a:gd name="connsiteX5" fmla="*/ 0 w 1661002"/>
                <a:gd name="connsiteY5" fmla="*/ 0 h 479500"/>
                <a:gd name="connsiteX6" fmla="*/ 62018 w 1661002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02" h="479500">
                  <a:moveTo>
                    <a:pt x="62018" y="0"/>
                  </a:moveTo>
                  <a:lnTo>
                    <a:pt x="830502" y="443703"/>
                  </a:lnTo>
                  <a:lnTo>
                    <a:pt x="1599066" y="0"/>
                  </a:lnTo>
                  <a:lnTo>
                    <a:pt x="1661003" y="0"/>
                  </a:lnTo>
                  <a:lnTo>
                    <a:pt x="830502" y="479501"/>
                  </a:lnTo>
                  <a:lnTo>
                    <a:pt x="0" y="0"/>
                  </a:lnTo>
                  <a:lnTo>
                    <a:pt x="6201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: фигура 61">
              <a:extLst>
                <a:ext uri="{FF2B5EF4-FFF2-40B4-BE49-F238E27FC236}">
                  <a16:creationId xmlns:a16="http://schemas.microsoft.com/office/drawing/2014/main" id="{AF5E3AE4-3CDE-7CEA-5748-48A4F1CC1DFA}"/>
                </a:ext>
              </a:extLst>
            </p:cNvPr>
            <p:cNvSpPr/>
            <p:nvPr/>
          </p:nvSpPr>
          <p:spPr>
            <a:xfrm rot="10800000">
              <a:off x="10768957" y="10054158"/>
              <a:ext cx="1661002" cy="479500"/>
            </a:xfrm>
            <a:custGeom>
              <a:avLst/>
              <a:gdLst>
                <a:gd name="connsiteX0" fmla="*/ 62018 w 1661002"/>
                <a:gd name="connsiteY0" fmla="*/ 0 h 479500"/>
                <a:gd name="connsiteX1" fmla="*/ 830501 w 1661002"/>
                <a:gd name="connsiteY1" fmla="*/ 443703 h 479500"/>
                <a:gd name="connsiteX2" fmla="*/ 1599066 w 1661002"/>
                <a:gd name="connsiteY2" fmla="*/ 0 h 479500"/>
                <a:gd name="connsiteX3" fmla="*/ 1661003 w 1661002"/>
                <a:gd name="connsiteY3" fmla="*/ 0 h 479500"/>
                <a:gd name="connsiteX4" fmla="*/ 830501 w 1661002"/>
                <a:gd name="connsiteY4" fmla="*/ 479501 h 479500"/>
                <a:gd name="connsiteX5" fmla="*/ 0 w 1661002"/>
                <a:gd name="connsiteY5" fmla="*/ 0 h 479500"/>
                <a:gd name="connsiteX6" fmla="*/ 62018 w 1661002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02" h="479500">
                  <a:moveTo>
                    <a:pt x="62018" y="0"/>
                  </a:moveTo>
                  <a:lnTo>
                    <a:pt x="830501" y="443703"/>
                  </a:lnTo>
                  <a:lnTo>
                    <a:pt x="1599066" y="0"/>
                  </a:lnTo>
                  <a:lnTo>
                    <a:pt x="1661003" y="0"/>
                  </a:lnTo>
                  <a:lnTo>
                    <a:pt x="830501" y="479501"/>
                  </a:lnTo>
                  <a:lnTo>
                    <a:pt x="0" y="0"/>
                  </a:lnTo>
                  <a:lnTo>
                    <a:pt x="6201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: фигура 62">
              <a:extLst>
                <a:ext uri="{FF2B5EF4-FFF2-40B4-BE49-F238E27FC236}">
                  <a16:creationId xmlns:a16="http://schemas.microsoft.com/office/drawing/2014/main" id="{F54E9889-6D6E-761C-FFF1-05AA3B2E1816}"/>
                </a:ext>
              </a:extLst>
            </p:cNvPr>
            <p:cNvSpPr/>
            <p:nvPr/>
          </p:nvSpPr>
          <p:spPr>
            <a:xfrm rot="10800000">
              <a:off x="8984000" y="10054158"/>
              <a:ext cx="1661002" cy="479500"/>
            </a:xfrm>
            <a:custGeom>
              <a:avLst/>
              <a:gdLst>
                <a:gd name="connsiteX0" fmla="*/ 62018 w 1661002"/>
                <a:gd name="connsiteY0" fmla="*/ 0 h 479500"/>
                <a:gd name="connsiteX1" fmla="*/ 830502 w 1661002"/>
                <a:gd name="connsiteY1" fmla="*/ 443703 h 479500"/>
                <a:gd name="connsiteX2" fmla="*/ 1598985 w 1661002"/>
                <a:gd name="connsiteY2" fmla="*/ 0 h 479500"/>
                <a:gd name="connsiteX3" fmla="*/ 1661003 w 1661002"/>
                <a:gd name="connsiteY3" fmla="*/ 0 h 479500"/>
                <a:gd name="connsiteX4" fmla="*/ 830502 w 1661002"/>
                <a:gd name="connsiteY4" fmla="*/ 479501 h 479500"/>
                <a:gd name="connsiteX5" fmla="*/ 0 w 1661002"/>
                <a:gd name="connsiteY5" fmla="*/ 0 h 479500"/>
                <a:gd name="connsiteX6" fmla="*/ 62018 w 1661002"/>
                <a:gd name="connsiteY6" fmla="*/ 0 h 47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1002" h="479500">
                  <a:moveTo>
                    <a:pt x="62018" y="0"/>
                  </a:moveTo>
                  <a:lnTo>
                    <a:pt x="830502" y="443703"/>
                  </a:lnTo>
                  <a:lnTo>
                    <a:pt x="1598985" y="0"/>
                  </a:lnTo>
                  <a:lnTo>
                    <a:pt x="1661003" y="0"/>
                  </a:lnTo>
                  <a:lnTo>
                    <a:pt x="830502" y="479501"/>
                  </a:lnTo>
                  <a:lnTo>
                    <a:pt x="0" y="0"/>
                  </a:lnTo>
                  <a:lnTo>
                    <a:pt x="6201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" name="Полилиния: фигура 63">
              <a:extLst>
                <a:ext uri="{FF2B5EF4-FFF2-40B4-BE49-F238E27FC236}">
                  <a16:creationId xmlns:a16="http://schemas.microsoft.com/office/drawing/2014/main" id="{2F32396B-BBAE-3C81-B4F8-1C0C94B2EA3F}"/>
                </a:ext>
              </a:extLst>
            </p:cNvPr>
            <p:cNvSpPr/>
            <p:nvPr/>
          </p:nvSpPr>
          <p:spPr>
            <a:xfrm rot="10800000">
              <a:off x="16003608" y="2921230"/>
              <a:ext cx="98546" cy="98546"/>
            </a:xfrm>
            <a:custGeom>
              <a:avLst/>
              <a:gdLst>
                <a:gd name="connsiteX0" fmla="*/ 49273 w 98546"/>
                <a:gd name="connsiteY0" fmla="*/ 0 h 98546"/>
                <a:gd name="connsiteX1" fmla="*/ 98546 w 98546"/>
                <a:gd name="connsiteY1" fmla="*/ 49273 h 98546"/>
                <a:gd name="connsiteX2" fmla="*/ 49273 w 98546"/>
                <a:gd name="connsiteY2" fmla="*/ 98547 h 98546"/>
                <a:gd name="connsiteX3" fmla="*/ 0 w 98546"/>
                <a:gd name="connsiteY3" fmla="*/ 49273 h 98546"/>
                <a:gd name="connsiteX4" fmla="*/ 49273 w 98546"/>
                <a:gd name="connsiteY4" fmla="*/ 0 h 9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46" h="98546">
                  <a:moveTo>
                    <a:pt x="49273" y="0"/>
                  </a:moveTo>
                  <a:cubicBezTo>
                    <a:pt x="76467" y="0"/>
                    <a:pt x="98546" y="22079"/>
                    <a:pt x="98546" y="49273"/>
                  </a:cubicBezTo>
                  <a:cubicBezTo>
                    <a:pt x="98546" y="76467"/>
                    <a:pt x="76467" y="98547"/>
                    <a:pt x="49273" y="98547"/>
                  </a:cubicBezTo>
                  <a:cubicBezTo>
                    <a:pt x="22080" y="98547"/>
                    <a:pt x="0" y="76467"/>
                    <a:pt x="0" y="49273"/>
                  </a:cubicBezTo>
                  <a:cubicBezTo>
                    <a:pt x="0" y="22079"/>
                    <a:pt x="22080" y="0"/>
                    <a:pt x="49273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: фигура 64">
              <a:extLst>
                <a:ext uri="{FF2B5EF4-FFF2-40B4-BE49-F238E27FC236}">
                  <a16:creationId xmlns:a16="http://schemas.microsoft.com/office/drawing/2014/main" id="{65BC0BEA-D3FD-D692-C640-2E2370F54026}"/>
                </a:ext>
              </a:extLst>
            </p:cNvPr>
            <p:cNvSpPr/>
            <p:nvPr/>
          </p:nvSpPr>
          <p:spPr>
            <a:xfrm rot="10800000">
              <a:off x="11935766" y="1380690"/>
              <a:ext cx="16722" cy="16722"/>
            </a:xfrm>
            <a:custGeom>
              <a:avLst/>
              <a:gdLst>
                <a:gd name="connsiteX0" fmla="*/ 8361 w 16722"/>
                <a:gd name="connsiteY0" fmla="*/ 0 h 16722"/>
                <a:gd name="connsiteX1" fmla="*/ 16722 w 16722"/>
                <a:gd name="connsiteY1" fmla="*/ 8361 h 16722"/>
                <a:gd name="connsiteX2" fmla="*/ 8361 w 16722"/>
                <a:gd name="connsiteY2" fmla="*/ 16723 h 16722"/>
                <a:gd name="connsiteX3" fmla="*/ 0 w 16722"/>
                <a:gd name="connsiteY3" fmla="*/ 8361 h 16722"/>
                <a:gd name="connsiteX4" fmla="*/ 8361 w 16722"/>
                <a:gd name="connsiteY4" fmla="*/ 0 h 1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2" h="16722">
                  <a:moveTo>
                    <a:pt x="8361" y="0"/>
                  </a:moveTo>
                  <a:cubicBezTo>
                    <a:pt x="12988" y="0"/>
                    <a:pt x="16722" y="3734"/>
                    <a:pt x="16722" y="8361"/>
                  </a:cubicBezTo>
                  <a:cubicBezTo>
                    <a:pt x="16722" y="12988"/>
                    <a:pt x="12988" y="16723"/>
                    <a:pt x="8361" y="16723"/>
                  </a:cubicBezTo>
                  <a:cubicBezTo>
                    <a:pt x="3734" y="16723"/>
                    <a:pt x="0" y="12988"/>
                    <a:pt x="0" y="8361"/>
                  </a:cubicBezTo>
                  <a:cubicBezTo>
                    <a:pt x="0" y="3734"/>
                    <a:pt x="3734" y="0"/>
                    <a:pt x="836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: фигура 65">
              <a:extLst>
                <a:ext uri="{FF2B5EF4-FFF2-40B4-BE49-F238E27FC236}">
                  <a16:creationId xmlns:a16="http://schemas.microsoft.com/office/drawing/2014/main" id="{338E25A7-87CA-BA6C-8399-DD13DE2E87F8}"/>
                </a:ext>
              </a:extLst>
            </p:cNvPr>
            <p:cNvSpPr/>
            <p:nvPr/>
          </p:nvSpPr>
          <p:spPr>
            <a:xfrm rot="10800000">
              <a:off x="16674681" y="4093640"/>
              <a:ext cx="125983" cy="125983"/>
            </a:xfrm>
            <a:custGeom>
              <a:avLst/>
              <a:gdLst>
                <a:gd name="connsiteX0" fmla="*/ 62992 w 125983"/>
                <a:gd name="connsiteY0" fmla="*/ 125983 h 125983"/>
                <a:gd name="connsiteX1" fmla="*/ 0 w 125983"/>
                <a:gd name="connsiteY1" fmla="*/ 62992 h 125983"/>
                <a:gd name="connsiteX2" fmla="*/ 62992 w 125983"/>
                <a:gd name="connsiteY2" fmla="*/ 0 h 125983"/>
                <a:gd name="connsiteX3" fmla="*/ 125984 w 125983"/>
                <a:gd name="connsiteY3" fmla="*/ 62992 h 125983"/>
                <a:gd name="connsiteX4" fmla="*/ 62992 w 125983"/>
                <a:gd name="connsiteY4" fmla="*/ 125983 h 12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983" h="125983">
                  <a:moveTo>
                    <a:pt x="62992" y="125983"/>
                  </a:moveTo>
                  <a:cubicBezTo>
                    <a:pt x="28168" y="125983"/>
                    <a:pt x="0" y="97816"/>
                    <a:pt x="0" y="62992"/>
                  </a:cubicBezTo>
                  <a:cubicBezTo>
                    <a:pt x="0" y="28167"/>
                    <a:pt x="28168" y="0"/>
                    <a:pt x="62992" y="0"/>
                  </a:cubicBezTo>
                  <a:cubicBezTo>
                    <a:pt x="97816" y="0"/>
                    <a:pt x="125984" y="28167"/>
                    <a:pt x="125984" y="62992"/>
                  </a:cubicBezTo>
                  <a:cubicBezTo>
                    <a:pt x="125984" y="97816"/>
                    <a:pt x="97816" y="125983"/>
                    <a:pt x="62992" y="12598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: фигура 66">
              <a:extLst>
                <a:ext uri="{FF2B5EF4-FFF2-40B4-BE49-F238E27FC236}">
                  <a16:creationId xmlns:a16="http://schemas.microsoft.com/office/drawing/2014/main" id="{B5EAE241-7708-4B97-215F-A191D72D4C1D}"/>
                </a:ext>
              </a:extLst>
            </p:cNvPr>
            <p:cNvSpPr/>
            <p:nvPr/>
          </p:nvSpPr>
          <p:spPr>
            <a:xfrm rot="10800000">
              <a:off x="17382852" y="3721616"/>
              <a:ext cx="79226" cy="79226"/>
            </a:xfrm>
            <a:custGeom>
              <a:avLst/>
              <a:gdLst>
                <a:gd name="connsiteX0" fmla="*/ 79227 w 79226"/>
                <a:gd name="connsiteY0" fmla="*/ 39613 h 79226"/>
                <a:gd name="connsiteX1" fmla="*/ 39613 w 79226"/>
                <a:gd name="connsiteY1" fmla="*/ 79227 h 79226"/>
                <a:gd name="connsiteX2" fmla="*/ 0 w 79226"/>
                <a:gd name="connsiteY2" fmla="*/ 39613 h 79226"/>
                <a:gd name="connsiteX3" fmla="*/ 39613 w 79226"/>
                <a:gd name="connsiteY3" fmla="*/ 0 h 79226"/>
                <a:gd name="connsiteX4" fmla="*/ 79227 w 79226"/>
                <a:gd name="connsiteY4" fmla="*/ 39613 h 7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226" h="79226">
                  <a:moveTo>
                    <a:pt x="79227" y="39613"/>
                  </a:moveTo>
                  <a:cubicBezTo>
                    <a:pt x="79227" y="61491"/>
                    <a:pt x="61491" y="79227"/>
                    <a:pt x="39613" y="79227"/>
                  </a:cubicBezTo>
                  <a:cubicBezTo>
                    <a:pt x="17736" y="79227"/>
                    <a:pt x="0" y="61491"/>
                    <a:pt x="0" y="39613"/>
                  </a:cubicBezTo>
                  <a:cubicBezTo>
                    <a:pt x="0" y="17736"/>
                    <a:pt x="17736" y="0"/>
                    <a:pt x="39613" y="0"/>
                  </a:cubicBezTo>
                  <a:cubicBezTo>
                    <a:pt x="61491" y="0"/>
                    <a:pt x="79227" y="17736"/>
                    <a:pt x="79227" y="3961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: фигура 67">
              <a:extLst>
                <a:ext uri="{FF2B5EF4-FFF2-40B4-BE49-F238E27FC236}">
                  <a16:creationId xmlns:a16="http://schemas.microsoft.com/office/drawing/2014/main" id="{324A3226-CEB6-479F-777F-DFD79522D545}"/>
                </a:ext>
              </a:extLst>
            </p:cNvPr>
            <p:cNvSpPr/>
            <p:nvPr/>
          </p:nvSpPr>
          <p:spPr>
            <a:xfrm rot="10800000">
              <a:off x="17392350" y="2940387"/>
              <a:ext cx="60231" cy="60231"/>
            </a:xfrm>
            <a:custGeom>
              <a:avLst/>
              <a:gdLst>
                <a:gd name="connsiteX0" fmla="*/ 30116 w 60231"/>
                <a:gd name="connsiteY0" fmla="*/ 0 h 60231"/>
                <a:gd name="connsiteX1" fmla="*/ 60232 w 60231"/>
                <a:gd name="connsiteY1" fmla="*/ 30116 h 60231"/>
                <a:gd name="connsiteX2" fmla="*/ 30116 w 60231"/>
                <a:gd name="connsiteY2" fmla="*/ 60232 h 60231"/>
                <a:gd name="connsiteX3" fmla="*/ 0 w 60231"/>
                <a:gd name="connsiteY3" fmla="*/ 30116 h 60231"/>
                <a:gd name="connsiteX4" fmla="*/ 30116 w 60231"/>
                <a:gd name="connsiteY4" fmla="*/ 0 h 6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31" h="60231">
                  <a:moveTo>
                    <a:pt x="30116" y="0"/>
                  </a:moveTo>
                  <a:cubicBezTo>
                    <a:pt x="46757" y="0"/>
                    <a:pt x="60232" y="13475"/>
                    <a:pt x="60232" y="30116"/>
                  </a:cubicBezTo>
                  <a:cubicBezTo>
                    <a:pt x="60232" y="46757"/>
                    <a:pt x="46757" y="60232"/>
                    <a:pt x="30116" y="60232"/>
                  </a:cubicBezTo>
                  <a:cubicBezTo>
                    <a:pt x="13475" y="60232"/>
                    <a:pt x="0" y="46757"/>
                    <a:pt x="0" y="30116"/>
                  </a:cubicBezTo>
                  <a:cubicBezTo>
                    <a:pt x="0" y="13475"/>
                    <a:pt x="13475" y="0"/>
                    <a:pt x="30116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: фигура 68">
              <a:extLst>
                <a:ext uri="{FF2B5EF4-FFF2-40B4-BE49-F238E27FC236}">
                  <a16:creationId xmlns:a16="http://schemas.microsoft.com/office/drawing/2014/main" id="{25CC75B4-64E8-2D00-D6AF-3111CEFDC52B}"/>
                </a:ext>
              </a:extLst>
            </p:cNvPr>
            <p:cNvSpPr/>
            <p:nvPr/>
          </p:nvSpPr>
          <p:spPr>
            <a:xfrm rot="10800000">
              <a:off x="16645621" y="2483129"/>
              <a:ext cx="184104" cy="184104"/>
            </a:xfrm>
            <a:custGeom>
              <a:avLst/>
              <a:gdLst>
                <a:gd name="connsiteX0" fmla="*/ 184105 w 184104"/>
                <a:gd name="connsiteY0" fmla="*/ 92052 h 184104"/>
                <a:gd name="connsiteX1" fmla="*/ 92052 w 184104"/>
                <a:gd name="connsiteY1" fmla="*/ 184105 h 184104"/>
                <a:gd name="connsiteX2" fmla="*/ 0 w 184104"/>
                <a:gd name="connsiteY2" fmla="*/ 92052 h 184104"/>
                <a:gd name="connsiteX3" fmla="*/ 92052 w 184104"/>
                <a:gd name="connsiteY3" fmla="*/ 0 h 184104"/>
                <a:gd name="connsiteX4" fmla="*/ 184105 w 184104"/>
                <a:gd name="connsiteY4" fmla="*/ 92052 h 18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104" h="184104">
                  <a:moveTo>
                    <a:pt x="184105" y="92052"/>
                  </a:moveTo>
                  <a:cubicBezTo>
                    <a:pt x="184105" y="142892"/>
                    <a:pt x="142892" y="184105"/>
                    <a:pt x="92052" y="184105"/>
                  </a:cubicBezTo>
                  <a:cubicBezTo>
                    <a:pt x="41213" y="184105"/>
                    <a:pt x="0" y="142892"/>
                    <a:pt x="0" y="92052"/>
                  </a:cubicBezTo>
                  <a:cubicBezTo>
                    <a:pt x="0" y="41213"/>
                    <a:pt x="41213" y="0"/>
                    <a:pt x="92052" y="0"/>
                  </a:cubicBezTo>
                  <a:cubicBezTo>
                    <a:pt x="142892" y="0"/>
                    <a:pt x="184105" y="41213"/>
                    <a:pt x="184105" y="9205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: фигура 69">
              <a:extLst>
                <a:ext uri="{FF2B5EF4-FFF2-40B4-BE49-F238E27FC236}">
                  <a16:creationId xmlns:a16="http://schemas.microsoft.com/office/drawing/2014/main" id="{69B26F25-6B3F-4AF9-898C-6D4B59082A4E}"/>
                </a:ext>
              </a:extLst>
            </p:cNvPr>
            <p:cNvSpPr/>
            <p:nvPr/>
          </p:nvSpPr>
          <p:spPr>
            <a:xfrm rot="10800000">
              <a:off x="15975440" y="3683787"/>
              <a:ext cx="154881" cy="154882"/>
            </a:xfrm>
            <a:custGeom>
              <a:avLst/>
              <a:gdLst>
                <a:gd name="connsiteX0" fmla="*/ 77441 w 154881"/>
                <a:gd name="connsiteY0" fmla="*/ 0 h 154882"/>
                <a:gd name="connsiteX1" fmla="*/ 154882 w 154881"/>
                <a:gd name="connsiteY1" fmla="*/ 77441 h 154882"/>
                <a:gd name="connsiteX2" fmla="*/ 77441 w 154881"/>
                <a:gd name="connsiteY2" fmla="*/ 154882 h 154882"/>
                <a:gd name="connsiteX3" fmla="*/ 0 w 154881"/>
                <a:gd name="connsiteY3" fmla="*/ 77441 h 154882"/>
                <a:gd name="connsiteX4" fmla="*/ 77441 w 154881"/>
                <a:gd name="connsiteY4" fmla="*/ 0 h 15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881" h="154882">
                  <a:moveTo>
                    <a:pt x="77441" y="0"/>
                  </a:moveTo>
                  <a:cubicBezTo>
                    <a:pt x="120220" y="0"/>
                    <a:pt x="154882" y="34662"/>
                    <a:pt x="154882" y="77441"/>
                  </a:cubicBezTo>
                  <a:cubicBezTo>
                    <a:pt x="154882" y="120220"/>
                    <a:pt x="120220" y="154882"/>
                    <a:pt x="77441" y="154882"/>
                  </a:cubicBezTo>
                  <a:cubicBezTo>
                    <a:pt x="34662" y="154882"/>
                    <a:pt x="0" y="120220"/>
                    <a:pt x="0" y="77441"/>
                  </a:cubicBezTo>
                  <a:cubicBezTo>
                    <a:pt x="0" y="34662"/>
                    <a:pt x="34662" y="0"/>
                    <a:pt x="7744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: фигура 70">
              <a:extLst>
                <a:ext uri="{FF2B5EF4-FFF2-40B4-BE49-F238E27FC236}">
                  <a16:creationId xmlns:a16="http://schemas.microsoft.com/office/drawing/2014/main" id="{6F4E5DC4-E381-63CB-68FC-339ABDCCABC1}"/>
                </a:ext>
              </a:extLst>
            </p:cNvPr>
            <p:cNvSpPr/>
            <p:nvPr/>
          </p:nvSpPr>
          <p:spPr>
            <a:xfrm rot="10800000">
              <a:off x="16665508" y="6456644"/>
              <a:ext cx="144329" cy="144329"/>
            </a:xfrm>
            <a:custGeom>
              <a:avLst/>
              <a:gdLst>
                <a:gd name="connsiteX0" fmla="*/ 72165 w 144329"/>
                <a:gd name="connsiteY0" fmla="*/ 144329 h 144329"/>
                <a:gd name="connsiteX1" fmla="*/ 0 w 144329"/>
                <a:gd name="connsiteY1" fmla="*/ 72164 h 144329"/>
                <a:gd name="connsiteX2" fmla="*/ 72165 w 144329"/>
                <a:gd name="connsiteY2" fmla="*/ 0 h 144329"/>
                <a:gd name="connsiteX3" fmla="*/ 144329 w 144329"/>
                <a:gd name="connsiteY3" fmla="*/ 72164 h 144329"/>
                <a:gd name="connsiteX4" fmla="*/ 72165 w 144329"/>
                <a:gd name="connsiteY4" fmla="*/ 144329 h 144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329" h="144329">
                  <a:moveTo>
                    <a:pt x="72165" y="144329"/>
                  </a:moveTo>
                  <a:cubicBezTo>
                    <a:pt x="32308" y="144329"/>
                    <a:pt x="0" y="112021"/>
                    <a:pt x="0" y="72164"/>
                  </a:cubicBezTo>
                  <a:cubicBezTo>
                    <a:pt x="0" y="32308"/>
                    <a:pt x="32308" y="0"/>
                    <a:pt x="72165" y="0"/>
                  </a:cubicBezTo>
                  <a:cubicBezTo>
                    <a:pt x="112022" y="0"/>
                    <a:pt x="144329" y="32308"/>
                    <a:pt x="144329" y="72164"/>
                  </a:cubicBezTo>
                  <a:cubicBezTo>
                    <a:pt x="144329" y="112021"/>
                    <a:pt x="112022" y="144329"/>
                    <a:pt x="72165" y="14432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: фигура 71">
              <a:extLst>
                <a:ext uri="{FF2B5EF4-FFF2-40B4-BE49-F238E27FC236}">
                  <a16:creationId xmlns:a16="http://schemas.microsoft.com/office/drawing/2014/main" id="{964B588C-F8E5-183F-9A9D-35BE14D6D765}"/>
                </a:ext>
              </a:extLst>
            </p:cNvPr>
            <p:cNvSpPr/>
            <p:nvPr/>
          </p:nvSpPr>
          <p:spPr>
            <a:xfrm rot="10800000">
              <a:off x="17416134" y="6127074"/>
              <a:ext cx="12663" cy="12663"/>
            </a:xfrm>
            <a:custGeom>
              <a:avLst/>
              <a:gdLst>
                <a:gd name="connsiteX0" fmla="*/ 12663 w 12663"/>
                <a:gd name="connsiteY0" fmla="*/ 6332 h 12663"/>
                <a:gd name="connsiteX1" fmla="*/ 6332 w 12663"/>
                <a:gd name="connsiteY1" fmla="*/ 12664 h 12663"/>
                <a:gd name="connsiteX2" fmla="*/ 0 w 12663"/>
                <a:gd name="connsiteY2" fmla="*/ 6332 h 12663"/>
                <a:gd name="connsiteX3" fmla="*/ 6332 w 12663"/>
                <a:gd name="connsiteY3" fmla="*/ 0 h 12663"/>
                <a:gd name="connsiteX4" fmla="*/ 12663 w 12663"/>
                <a:gd name="connsiteY4" fmla="*/ 6332 h 1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3" h="12663">
                  <a:moveTo>
                    <a:pt x="12663" y="6332"/>
                  </a:moveTo>
                  <a:cubicBezTo>
                    <a:pt x="12663" y="9829"/>
                    <a:pt x="9829" y="12664"/>
                    <a:pt x="6332" y="12664"/>
                  </a:cubicBezTo>
                  <a:cubicBezTo>
                    <a:pt x="2835" y="12664"/>
                    <a:pt x="0" y="9829"/>
                    <a:pt x="0" y="6332"/>
                  </a:cubicBezTo>
                  <a:cubicBezTo>
                    <a:pt x="0" y="2835"/>
                    <a:pt x="2835" y="0"/>
                    <a:pt x="6332" y="0"/>
                  </a:cubicBezTo>
                  <a:cubicBezTo>
                    <a:pt x="9829" y="0"/>
                    <a:pt x="12663" y="2835"/>
                    <a:pt x="12663" y="633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: фигура 72">
              <a:extLst>
                <a:ext uri="{FF2B5EF4-FFF2-40B4-BE49-F238E27FC236}">
                  <a16:creationId xmlns:a16="http://schemas.microsoft.com/office/drawing/2014/main" id="{90735B1E-FDDC-7B71-7FCE-879A1340184E}"/>
                </a:ext>
              </a:extLst>
            </p:cNvPr>
            <p:cNvSpPr/>
            <p:nvPr/>
          </p:nvSpPr>
          <p:spPr>
            <a:xfrm rot="10800000">
              <a:off x="17364994" y="5285208"/>
              <a:ext cx="114943" cy="114943"/>
            </a:xfrm>
            <a:custGeom>
              <a:avLst/>
              <a:gdLst>
                <a:gd name="connsiteX0" fmla="*/ 114944 w 114943"/>
                <a:gd name="connsiteY0" fmla="*/ 57472 h 114943"/>
                <a:gd name="connsiteX1" fmla="*/ 57472 w 114943"/>
                <a:gd name="connsiteY1" fmla="*/ 114944 h 114943"/>
                <a:gd name="connsiteX2" fmla="*/ 0 w 114943"/>
                <a:gd name="connsiteY2" fmla="*/ 57472 h 114943"/>
                <a:gd name="connsiteX3" fmla="*/ 57472 w 114943"/>
                <a:gd name="connsiteY3" fmla="*/ 0 h 114943"/>
                <a:gd name="connsiteX4" fmla="*/ 114944 w 114943"/>
                <a:gd name="connsiteY4" fmla="*/ 57472 h 114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943" h="114943">
                  <a:moveTo>
                    <a:pt x="114944" y="57472"/>
                  </a:moveTo>
                  <a:cubicBezTo>
                    <a:pt x="114944" y="89212"/>
                    <a:pt x="89213" y="114944"/>
                    <a:pt x="57472" y="114944"/>
                  </a:cubicBezTo>
                  <a:cubicBezTo>
                    <a:pt x="25731" y="114944"/>
                    <a:pt x="0" y="89213"/>
                    <a:pt x="0" y="57472"/>
                  </a:cubicBezTo>
                  <a:cubicBezTo>
                    <a:pt x="0" y="25731"/>
                    <a:pt x="25731" y="0"/>
                    <a:pt x="57472" y="0"/>
                  </a:cubicBezTo>
                  <a:cubicBezTo>
                    <a:pt x="89213" y="0"/>
                    <a:pt x="114944" y="25731"/>
                    <a:pt x="114944" y="5747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: фигура 73">
              <a:extLst>
                <a:ext uri="{FF2B5EF4-FFF2-40B4-BE49-F238E27FC236}">
                  <a16:creationId xmlns:a16="http://schemas.microsoft.com/office/drawing/2014/main" id="{0679898E-0EBD-78CD-98FF-FC5DB0079770}"/>
                </a:ext>
              </a:extLst>
            </p:cNvPr>
            <p:cNvSpPr/>
            <p:nvPr/>
          </p:nvSpPr>
          <p:spPr>
            <a:xfrm rot="10800000">
              <a:off x="16688076" y="4897760"/>
              <a:ext cx="99195" cy="99195"/>
            </a:xfrm>
            <a:custGeom>
              <a:avLst/>
              <a:gdLst>
                <a:gd name="connsiteX0" fmla="*/ 49598 w 99195"/>
                <a:gd name="connsiteY0" fmla="*/ 99196 h 99195"/>
                <a:gd name="connsiteX1" fmla="*/ 0 w 99195"/>
                <a:gd name="connsiteY1" fmla="*/ 49598 h 99195"/>
                <a:gd name="connsiteX2" fmla="*/ 49598 w 99195"/>
                <a:gd name="connsiteY2" fmla="*/ 0 h 99195"/>
                <a:gd name="connsiteX3" fmla="*/ 99196 w 99195"/>
                <a:gd name="connsiteY3" fmla="*/ 49598 h 99195"/>
                <a:gd name="connsiteX4" fmla="*/ 49598 w 99195"/>
                <a:gd name="connsiteY4" fmla="*/ 99196 h 9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195" h="99195">
                  <a:moveTo>
                    <a:pt x="49598" y="99196"/>
                  </a:moveTo>
                  <a:cubicBezTo>
                    <a:pt x="22242" y="99196"/>
                    <a:pt x="0" y="77035"/>
                    <a:pt x="0" y="49598"/>
                  </a:cubicBezTo>
                  <a:cubicBezTo>
                    <a:pt x="0" y="22161"/>
                    <a:pt x="22161" y="0"/>
                    <a:pt x="49598" y="0"/>
                  </a:cubicBezTo>
                  <a:cubicBezTo>
                    <a:pt x="76954" y="0"/>
                    <a:pt x="99196" y="22161"/>
                    <a:pt x="99196" y="49598"/>
                  </a:cubicBezTo>
                  <a:cubicBezTo>
                    <a:pt x="99196" y="77035"/>
                    <a:pt x="77035" y="99196"/>
                    <a:pt x="49598" y="9919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: фигура 74">
              <a:extLst>
                <a:ext uri="{FF2B5EF4-FFF2-40B4-BE49-F238E27FC236}">
                  <a16:creationId xmlns:a16="http://schemas.microsoft.com/office/drawing/2014/main" id="{FE9BF3C7-9846-3F73-4E70-1732E583E94E}"/>
                </a:ext>
              </a:extLst>
            </p:cNvPr>
            <p:cNvSpPr/>
            <p:nvPr/>
          </p:nvSpPr>
          <p:spPr>
            <a:xfrm rot="10800000">
              <a:off x="15323199" y="6483920"/>
              <a:ext cx="89779" cy="89779"/>
            </a:xfrm>
            <a:custGeom>
              <a:avLst/>
              <a:gdLst>
                <a:gd name="connsiteX0" fmla="*/ 0 w 89779"/>
                <a:gd name="connsiteY0" fmla="*/ 44890 h 89779"/>
                <a:gd name="connsiteX1" fmla="*/ 44890 w 89779"/>
                <a:gd name="connsiteY1" fmla="*/ 0 h 89779"/>
                <a:gd name="connsiteX2" fmla="*/ 89780 w 89779"/>
                <a:gd name="connsiteY2" fmla="*/ 44890 h 89779"/>
                <a:gd name="connsiteX3" fmla="*/ 44890 w 89779"/>
                <a:gd name="connsiteY3" fmla="*/ 89780 h 89779"/>
                <a:gd name="connsiteX4" fmla="*/ 0 w 89779"/>
                <a:gd name="connsiteY4" fmla="*/ 44890 h 8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779" h="89779">
                  <a:moveTo>
                    <a:pt x="0" y="44890"/>
                  </a:moveTo>
                  <a:cubicBezTo>
                    <a:pt x="0" y="20131"/>
                    <a:pt x="20050" y="0"/>
                    <a:pt x="44890" y="0"/>
                  </a:cubicBezTo>
                  <a:cubicBezTo>
                    <a:pt x="69648" y="0"/>
                    <a:pt x="89780" y="20050"/>
                    <a:pt x="89780" y="44890"/>
                  </a:cubicBezTo>
                  <a:cubicBezTo>
                    <a:pt x="89780" y="69648"/>
                    <a:pt x="69729" y="89780"/>
                    <a:pt x="44890" y="89780"/>
                  </a:cubicBezTo>
                  <a:cubicBezTo>
                    <a:pt x="20131" y="89780"/>
                    <a:pt x="0" y="69730"/>
                    <a:pt x="0" y="4489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: фигура 75">
              <a:extLst>
                <a:ext uri="{FF2B5EF4-FFF2-40B4-BE49-F238E27FC236}">
                  <a16:creationId xmlns:a16="http://schemas.microsoft.com/office/drawing/2014/main" id="{693766BF-0794-1F56-49AB-12D22563CFE7}"/>
                </a:ext>
              </a:extLst>
            </p:cNvPr>
            <p:cNvSpPr/>
            <p:nvPr/>
          </p:nvSpPr>
          <p:spPr>
            <a:xfrm rot="10800000">
              <a:off x="15965537" y="6046062"/>
              <a:ext cx="174688" cy="174688"/>
            </a:xfrm>
            <a:custGeom>
              <a:avLst/>
              <a:gdLst>
                <a:gd name="connsiteX0" fmla="*/ 87344 w 174688"/>
                <a:gd name="connsiteY0" fmla="*/ 0 h 174688"/>
                <a:gd name="connsiteX1" fmla="*/ 174689 w 174688"/>
                <a:gd name="connsiteY1" fmla="*/ 87344 h 174688"/>
                <a:gd name="connsiteX2" fmla="*/ 87344 w 174688"/>
                <a:gd name="connsiteY2" fmla="*/ 174689 h 174688"/>
                <a:gd name="connsiteX3" fmla="*/ 0 w 174688"/>
                <a:gd name="connsiteY3" fmla="*/ 87344 h 174688"/>
                <a:gd name="connsiteX4" fmla="*/ 87344 w 174688"/>
                <a:gd name="connsiteY4" fmla="*/ 0 h 17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688" h="174688">
                  <a:moveTo>
                    <a:pt x="87344" y="0"/>
                  </a:moveTo>
                  <a:cubicBezTo>
                    <a:pt x="135562" y="0"/>
                    <a:pt x="174689" y="39126"/>
                    <a:pt x="174689" y="87344"/>
                  </a:cubicBezTo>
                  <a:cubicBezTo>
                    <a:pt x="174689" y="135562"/>
                    <a:pt x="135562" y="174689"/>
                    <a:pt x="87344" y="174689"/>
                  </a:cubicBezTo>
                  <a:cubicBezTo>
                    <a:pt x="39126" y="174689"/>
                    <a:pt x="0" y="135562"/>
                    <a:pt x="0" y="87344"/>
                  </a:cubicBezTo>
                  <a:cubicBezTo>
                    <a:pt x="0" y="39126"/>
                    <a:pt x="39126" y="0"/>
                    <a:pt x="87344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: фигура 76">
              <a:extLst>
                <a:ext uri="{FF2B5EF4-FFF2-40B4-BE49-F238E27FC236}">
                  <a16:creationId xmlns:a16="http://schemas.microsoft.com/office/drawing/2014/main" id="{1AE7F6D6-64BA-CA5A-9A5E-6ADE9D5B8EAD}"/>
                </a:ext>
              </a:extLst>
            </p:cNvPr>
            <p:cNvSpPr/>
            <p:nvPr/>
          </p:nvSpPr>
          <p:spPr>
            <a:xfrm rot="10800000">
              <a:off x="15293895" y="7245341"/>
              <a:ext cx="148387" cy="148387"/>
            </a:xfrm>
            <a:custGeom>
              <a:avLst/>
              <a:gdLst>
                <a:gd name="connsiteX0" fmla="*/ 74194 w 148387"/>
                <a:gd name="connsiteY0" fmla="*/ 0 h 148387"/>
                <a:gd name="connsiteX1" fmla="*/ 148388 w 148387"/>
                <a:gd name="connsiteY1" fmla="*/ 74194 h 148387"/>
                <a:gd name="connsiteX2" fmla="*/ 74194 w 148387"/>
                <a:gd name="connsiteY2" fmla="*/ 148388 h 148387"/>
                <a:gd name="connsiteX3" fmla="*/ 0 w 148387"/>
                <a:gd name="connsiteY3" fmla="*/ 74194 h 148387"/>
                <a:gd name="connsiteX4" fmla="*/ 74194 w 148387"/>
                <a:gd name="connsiteY4" fmla="*/ 0 h 148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387" h="148387">
                  <a:moveTo>
                    <a:pt x="74194" y="0"/>
                  </a:moveTo>
                  <a:cubicBezTo>
                    <a:pt x="115187" y="0"/>
                    <a:pt x="148388" y="33201"/>
                    <a:pt x="148388" y="74194"/>
                  </a:cubicBezTo>
                  <a:cubicBezTo>
                    <a:pt x="148388" y="115187"/>
                    <a:pt x="115187" y="148388"/>
                    <a:pt x="74194" y="148388"/>
                  </a:cubicBezTo>
                  <a:cubicBezTo>
                    <a:pt x="33201" y="148388"/>
                    <a:pt x="0" y="115187"/>
                    <a:pt x="0" y="74194"/>
                  </a:cubicBezTo>
                  <a:cubicBezTo>
                    <a:pt x="0" y="33201"/>
                    <a:pt x="33201" y="0"/>
                    <a:pt x="74194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: фигура 77">
              <a:extLst>
                <a:ext uri="{FF2B5EF4-FFF2-40B4-BE49-F238E27FC236}">
                  <a16:creationId xmlns:a16="http://schemas.microsoft.com/office/drawing/2014/main" id="{B0B0F450-E911-FCF9-06DE-9B8746B221AE}"/>
                </a:ext>
              </a:extLst>
            </p:cNvPr>
            <p:cNvSpPr/>
            <p:nvPr/>
          </p:nvSpPr>
          <p:spPr>
            <a:xfrm rot="10800000">
              <a:off x="13963275" y="7284304"/>
              <a:ext cx="70459" cy="70460"/>
            </a:xfrm>
            <a:custGeom>
              <a:avLst/>
              <a:gdLst>
                <a:gd name="connsiteX0" fmla="*/ 70460 w 70459"/>
                <a:gd name="connsiteY0" fmla="*/ 35230 h 70460"/>
                <a:gd name="connsiteX1" fmla="*/ 35230 w 70459"/>
                <a:gd name="connsiteY1" fmla="*/ 70460 h 70460"/>
                <a:gd name="connsiteX2" fmla="*/ 0 w 70459"/>
                <a:gd name="connsiteY2" fmla="*/ 35230 h 70460"/>
                <a:gd name="connsiteX3" fmla="*/ 35230 w 70459"/>
                <a:gd name="connsiteY3" fmla="*/ 0 h 70460"/>
                <a:gd name="connsiteX4" fmla="*/ 70460 w 70459"/>
                <a:gd name="connsiteY4" fmla="*/ 35230 h 70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59" h="70460">
                  <a:moveTo>
                    <a:pt x="70460" y="35230"/>
                  </a:moveTo>
                  <a:cubicBezTo>
                    <a:pt x="70460" y="54712"/>
                    <a:pt x="54712" y="70460"/>
                    <a:pt x="35230" y="70460"/>
                  </a:cubicBezTo>
                  <a:cubicBezTo>
                    <a:pt x="15748" y="70460"/>
                    <a:pt x="0" y="54712"/>
                    <a:pt x="0" y="35230"/>
                  </a:cubicBezTo>
                  <a:cubicBezTo>
                    <a:pt x="0" y="15748"/>
                    <a:pt x="15748" y="0"/>
                    <a:pt x="35230" y="0"/>
                  </a:cubicBezTo>
                  <a:cubicBezTo>
                    <a:pt x="54712" y="0"/>
                    <a:pt x="70460" y="15748"/>
                    <a:pt x="70460" y="3523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: фигура 78">
              <a:extLst>
                <a:ext uri="{FF2B5EF4-FFF2-40B4-BE49-F238E27FC236}">
                  <a16:creationId xmlns:a16="http://schemas.microsoft.com/office/drawing/2014/main" id="{6583C62D-7A6F-91D4-7B3C-8163664F6B29}"/>
                </a:ext>
              </a:extLst>
            </p:cNvPr>
            <p:cNvSpPr/>
            <p:nvPr/>
          </p:nvSpPr>
          <p:spPr>
            <a:xfrm rot="10800000">
              <a:off x="13245525" y="7646671"/>
              <a:ext cx="136373" cy="136373"/>
            </a:xfrm>
            <a:custGeom>
              <a:avLst/>
              <a:gdLst>
                <a:gd name="connsiteX0" fmla="*/ 68187 w 136373"/>
                <a:gd name="connsiteY0" fmla="*/ 0 h 136373"/>
                <a:gd name="connsiteX1" fmla="*/ 136374 w 136373"/>
                <a:gd name="connsiteY1" fmla="*/ 68187 h 136373"/>
                <a:gd name="connsiteX2" fmla="*/ 68187 w 136373"/>
                <a:gd name="connsiteY2" fmla="*/ 136374 h 136373"/>
                <a:gd name="connsiteX3" fmla="*/ 0 w 136373"/>
                <a:gd name="connsiteY3" fmla="*/ 68187 h 136373"/>
                <a:gd name="connsiteX4" fmla="*/ 68187 w 136373"/>
                <a:gd name="connsiteY4" fmla="*/ 0 h 136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373" h="136373">
                  <a:moveTo>
                    <a:pt x="68187" y="0"/>
                  </a:moveTo>
                  <a:cubicBezTo>
                    <a:pt x="105852" y="0"/>
                    <a:pt x="136374" y="30522"/>
                    <a:pt x="136374" y="68187"/>
                  </a:cubicBezTo>
                  <a:cubicBezTo>
                    <a:pt x="136374" y="105852"/>
                    <a:pt x="105852" y="136374"/>
                    <a:pt x="68187" y="136374"/>
                  </a:cubicBezTo>
                  <a:cubicBezTo>
                    <a:pt x="30521" y="136374"/>
                    <a:pt x="0" y="105852"/>
                    <a:pt x="0" y="68187"/>
                  </a:cubicBezTo>
                  <a:cubicBezTo>
                    <a:pt x="0" y="30522"/>
                    <a:pt x="30521" y="0"/>
                    <a:pt x="68187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: фигура 79">
              <a:extLst>
                <a:ext uri="{FF2B5EF4-FFF2-40B4-BE49-F238E27FC236}">
                  <a16:creationId xmlns:a16="http://schemas.microsoft.com/office/drawing/2014/main" id="{A9401E99-D605-8B7B-6D2A-A125AFD36612}"/>
                </a:ext>
              </a:extLst>
            </p:cNvPr>
            <p:cNvSpPr/>
            <p:nvPr/>
          </p:nvSpPr>
          <p:spPr>
            <a:xfrm rot="10800000">
              <a:off x="12563086" y="7253702"/>
              <a:ext cx="131666" cy="131665"/>
            </a:xfrm>
            <a:custGeom>
              <a:avLst/>
              <a:gdLst>
                <a:gd name="connsiteX0" fmla="*/ 131666 w 131666"/>
                <a:gd name="connsiteY0" fmla="*/ 65833 h 131665"/>
                <a:gd name="connsiteX1" fmla="*/ 65833 w 131666"/>
                <a:gd name="connsiteY1" fmla="*/ 131666 h 131665"/>
                <a:gd name="connsiteX2" fmla="*/ 0 w 131666"/>
                <a:gd name="connsiteY2" fmla="*/ 65833 h 131665"/>
                <a:gd name="connsiteX3" fmla="*/ 65833 w 131666"/>
                <a:gd name="connsiteY3" fmla="*/ 0 h 131665"/>
                <a:gd name="connsiteX4" fmla="*/ 131666 w 131666"/>
                <a:gd name="connsiteY4" fmla="*/ 65833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666" h="131665">
                  <a:moveTo>
                    <a:pt x="131666" y="65833"/>
                  </a:moveTo>
                  <a:cubicBezTo>
                    <a:pt x="131666" y="102199"/>
                    <a:pt x="102200" y="131666"/>
                    <a:pt x="65833" y="131666"/>
                  </a:cubicBezTo>
                  <a:cubicBezTo>
                    <a:pt x="29467" y="131666"/>
                    <a:pt x="0" y="102199"/>
                    <a:pt x="0" y="65833"/>
                  </a:cubicBezTo>
                  <a:cubicBezTo>
                    <a:pt x="0" y="29467"/>
                    <a:pt x="29467" y="0"/>
                    <a:pt x="65833" y="0"/>
                  </a:cubicBezTo>
                  <a:cubicBezTo>
                    <a:pt x="102200" y="0"/>
                    <a:pt x="131666" y="29467"/>
                    <a:pt x="131666" y="6583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: фигура 80">
              <a:extLst>
                <a:ext uri="{FF2B5EF4-FFF2-40B4-BE49-F238E27FC236}">
                  <a16:creationId xmlns:a16="http://schemas.microsoft.com/office/drawing/2014/main" id="{9C3FC9C7-ED30-1E2C-33D2-D9CEE2E1A741}"/>
                </a:ext>
              </a:extLst>
            </p:cNvPr>
            <p:cNvSpPr/>
            <p:nvPr/>
          </p:nvSpPr>
          <p:spPr>
            <a:xfrm rot="10800000">
              <a:off x="11867011" y="7637741"/>
              <a:ext cx="154232" cy="154232"/>
            </a:xfrm>
            <a:custGeom>
              <a:avLst/>
              <a:gdLst>
                <a:gd name="connsiteX0" fmla="*/ 77116 w 154232"/>
                <a:gd name="connsiteY0" fmla="*/ 0 h 154232"/>
                <a:gd name="connsiteX1" fmla="*/ 154232 w 154232"/>
                <a:gd name="connsiteY1" fmla="*/ 77116 h 154232"/>
                <a:gd name="connsiteX2" fmla="*/ 77116 w 154232"/>
                <a:gd name="connsiteY2" fmla="*/ 154233 h 154232"/>
                <a:gd name="connsiteX3" fmla="*/ 0 w 154232"/>
                <a:gd name="connsiteY3" fmla="*/ 77116 h 154232"/>
                <a:gd name="connsiteX4" fmla="*/ 77116 w 154232"/>
                <a:gd name="connsiteY4" fmla="*/ 0 h 15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232" h="154232">
                  <a:moveTo>
                    <a:pt x="77116" y="0"/>
                  </a:moveTo>
                  <a:cubicBezTo>
                    <a:pt x="119652" y="0"/>
                    <a:pt x="154232" y="34499"/>
                    <a:pt x="154232" y="77116"/>
                  </a:cubicBezTo>
                  <a:cubicBezTo>
                    <a:pt x="154232" y="119652"/>
                    <a:pt x="119733" y="154233"/>
                    <a:pt x="77116" y="154233"/>
                  </a:cubicBezTo>
                  <a:cubicBezTo>
                    <a:pt x="34580" y="154233"/>
                    <a:pt x="0" y="119733"/>
                    <a:pt x="0" y="77116"/>
                  </a:cubicBezTo>
                  <a:cubicBezTo>
                    <a:pt x="0" y="34581"/>
                    <a:pt x="34499" y="0"/>
                    <a:pt x="77116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: фигура 81">
              <a:extLst>
                <a:ext uri="{FF2B5EF4-FFF2-40B4-BE49-F238E27FC236}">
                  <a16:creationId xmlns:a16="http://schemas.microsoft.com/office/drawing/2014/main" id="{1BAB7699-7762-AEC8-AD9A-118DDC3D5995}"/>
                </a:ext>
              </a:extLst>
            </p:cNvPr>
            <p:cNvSpPr/>
            <p:nvPr/>
          </p:nvSpPr>
          <p:spPr>
            <a:xfrm rot="10800000">
              <a:off x="16693270" y="8856583"/>
              <a:ext cx="88805" cy="88805"/>
            </a:xfrm>
            <a:custGeom>
              <a:avLst/>
              <a:gdLst>
                <a:gd name="connsiteX0" fmla="*/ 88805 w 88805"/>
                <a:gd name="connsiteY0" fmla="*/ 44403 h 88805"/>
                <a:gd name="connsiteX1" fmla="*/ 44403 w 88805"/>
                <a:gd name="connsiteY1" fmla="*/ 88806 h 88805"/>
                <a:gd name="connsiteX2" fmla="*/ 0 w 88805"/>
                <a:gd name="connsiteY2" fmla="*/ 44403 h 88805"/>
                <a:gd name="connsiteX3" fmla="*/ 44403 w 88805"/>
                <a:gd name="connsiteY3" fmla="*/ 0 h 88805"/>
                <a:gd name="connsiteX4" fmla="*/ 88805 w 88805"/>
                <a:gd name="connsiteY4" fmla="*/ 44403 h 88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05" h="88805">
                  <a:moveTo>
                    <a:pt x="88805" y="44403"/>
                  </a:moveTo>
                  <a:cubicBezTo>
                    <a:pt x="88805" y="68926"/>
                    <a:pt x="68926" y="88806"/>
                    <a:pt x="44403" y="88806"/>
                  </a:cubicBezTo>
                  <a:cubicBezTo>
                    <a:pt x="19880" y="88806"/>
                    <a:pt x="0" y="68926"/>
                    <a:pt x="0" y="44403"/>
                  </a:cubicBezTo>
                  <a:cubicBezTo>
                    <a:pt x="0" y="19880"/>
                    <a:pt x="19880" y="0"/>
                    <a:pt x="44403" y="0"/>
                  </a:cubicBezTo>
                  <a:cubicBezTo>
                    <a:pt x="68926" y="0"/>
                    <a:pt x="88805" y="19880"/>
                    <a:pt x="88805" y="4440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: фигура 82">
              <a:extLst>
                <a:ext uri="{FF2B5EF4-FFF2-40B4-BE49-F238E27FC236}">
                  <a16:creationId xmlns:a16="http://schemas.microsoft.com/office/drawing/2014/main" id="{18670CA0-CCF6-E759-7116-A3CA30D8C774}"/>
                </a:ext>
              </a:extLst>
            </p:cNvPr>
            <p:cNvSpPr/>
            <p:nvPr/>
          </p:nvSpPr>
          <p:spPr>
            <a:xfrm rot="10800000">
              <a:off x="17386992" y="8470110"/>
              <a:ext cx="70946" cy="70946"/>
            </a:xfrm>
            <a:custGeom>
              <a:avLst/>
              <a:gdLst>
                <a:gd name="connsiteX0" fmla="*/ 70947 w 70946"/>
                <a:gd name="connsiteY0" fmla="*/ 35473 h 70946"/>
                <a:gd name="connsiteX1" fmla="*/ 35473 w 70946"/>
                <a:gd name="connsiteY1" fmla="*/ 70947 h 70946"/>
                <a:gd name="connsiteX2" fmla="*/ 0 w 70946"/>
                <a:gd name="connsiteY2" fmla="*/ 35473 h 70946"/>
                <a:gd name="connsiteX3" fmla="*/ 35473 w 70946"/>
                <a:gd name="connsiteY3" fmla="*/ 0 h 70946"/>
                <a:gd name="connsiteX4" fmla="*/ 70947 w 70946"/>
                <a:gd name="connsiteY4" fmla="*/ 35473 h 70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46" h="70946">
                  <a:moveTo>
                    <a:pt x="70947" y="35473"/>
                  </a:moveTo>
                  <a:cubicBezTo>
                    <a:pt x="70947" y="55065"/>
                    <a:pt x="55065" y="70947"/>
                    <a:pt x="35473" y="70947"/>
                  </a:cubicBezTo>
                  <a:cubicBezTo>
                    <a:pt x="15882" y="70947"/>
                    <a:pt x="0" y="55065"/>
                    <a:pt x="0" y="35473"/>
                  </a:cubicBezTo>
                  <a:cubicBezTo>
                    <a:pt x="0" y="15882"/>
                    <a:pt x="15882" y="0"/>
                    <a:pt x="35473" y="0"/>
                  </a:cubicBezTo>
                  <a:cubicBezTo>
                    <a:pt x="55065" y="0"/>
                    <a:pt x="70947" y="15882"/>
                    <a:pt x="70947" y="3547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: фигура 83">
              <a:extLst>
                <a:ext uri="{FF2B5EF4-FFF2-40B4-BE49-F238E27FC236}">
                  <a16:creationId xmlns:a16="http://schemas.microsoft.com/office/drawing/2014/main" id="{3A2B143B-4952-D6ED-DE34-1C8EE8637E1B}"/>
                </a:ext>
              </a:extLst>
            </p:cNvPr>
            <p:cNvSpPr/>
            <p:nvPr/>
          </p:nvSpPr>
          <p:spPr>
            <a:xfrm rot="10800000">
              <a:off x="17405662" y="7698054"/>
              <a:ext cx="33606" cy="33606"/>
            </a:xfrm>
            <a:custGeom>
              <a:avLst/>
              <a:gdLst>
                <a:gd name="connsiteX0" fmla="*/ 0 w 33606"/>
                <a:gd name="connsiteY0" fmla="*/ 16803 h 33606"/>
                <a:gd name="connsiteX1" fmla="*/ 16803 w 33606"/>
                <a:gd name="connsiteY1" fmla="*/ 0 h 33606"/>
                <a:gd name="connsiteX2" fmla="*/ 33606 w 33606"/>
                <a:gd name="connsiteY2" fmla="*/ 16803 h 33606"/>
                <a:gd name="connsiteX3" fmla="*/ 16803 w 33606"/>
                <a:gd name="connsiteY3" fmla="*/ 33607 h 33606"/>
                <a:gd name="connsiteX4" fmla="*/ 0 w 33606"/>
                <a:gd name="connsiteY4" fmla="*/ 16803 h 3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06" h="33606">
                  <a:moveTo>
                    <a:pt x="0" y="16803"/>
                  </a:moveTo>
                  <a:cubicBezTo>
                    <a:pt x="0" y="7549"/>
                    <a:pt x="7549" y="0"/>
                    <a:pt x="16803" y="0"/>
                  </a:cubicBezTo>
                  <a:cubicBezTo>
                    <a:pt x="26057" y="0"/>
                    <a:pt x="33606" y="7549"/>
                    <a:pt x="33606" y="16803"/>
                  </a:cubicBezTo>
                  <a:cubicBezTo>
                    <a:pt x="33606" y="26057"/>
                    <a:pt x="26057" y="33607"/>
                    <a:pt x="16803" y="33607"/>
                  </a:cubicBezTo>
                  <a:cubicBezTo>
                    <a:pt x="7549" y="33607"/>
                    <a:pt x="0" y="26057"/>
                    <a:pt x="0" y="1680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: фигура 84">
              <a:extLst>
                <a:ext uri="{FF2B5EF4-FFF2-40B4-BE49-F238E27FC236}">
                  <a16:creationId xmlns:a16="http://schemas.microsoft.com/office/drawing/2014/main" id="{4396B663-B759-C56A-B35C-82A2CC810F0D}"/>
                </a:ext>
              </a:extLst>
            </p:cNvPr>
            <p:cNvSpPr/>
            <p:nvPr/>
          </p:nvSpPr>
          <p:spPr>
            <a:xfrm rot="10800000">
              <a:off x="16668025" y="7249887"/>
              <a:ext cx="139296" cy="139296"/>
            </a:xfrm>
            <a:custGeom>
              <a:avLst/>
              <a:gdLst>
                <a:gd name="connsiteX0" fmla="*/ 139296 w 139296"/>
                <a:gd name="connsiteY0" fmla="*/ 69648 h 139296"/>
                <a:gd name="connsiteX1" fmla="*/ 69648 w 139296"/>
                <a:gd name="connsiteY1" fmla="*/ 139296 h 139296"/>
                <a:gd name="connsiteX2" fmla="*/ 0 w 139296"/>
                <a:gd name="connsiteY2" fmla="*/ 69648 h 139296"/>
                <a:gd name="connsiteX3" fmla="*/ 69648 w 139296"/>
                <a:gd name="connsiteY3" fmla="*/ 0 h 139296"/>
                <a:gd name="connsiteX4" fmla="*/ 139296 w 139296"/>
                <a:gd name="connsiteY4" fmla="*/ 69648 h 139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96" h="139296">
                  <a:moveTo>
                    <a:pt x="139296" y="69648"/>
                  </a:moveTo>
                  <a:cubicBezTo>
                    <a:pt x="139296" y="108114"/>
                    <a:pt x="108114" y="139296"/>
                    <a:pt x="69648" y="139296"/>
                  </a:cubicBezTo>
                  <a:cubicBezTo>
                    <a:pt x="31183" y="139296"/>
                    <a:pt x="0" y="108114"/>
                    <a:pt x="0" y="69648"/>
                  </a:cubicBezTo>
                  <a:cubicBezTo>
                    <a:pt x="0" y="31183"/>
                    <a:pt x="31183" y="0"/>
                    <a:pt x="69648" y="0"/>
                  </a:cubicBezTo>
                  <a:cubicBezTo>
                    <a:pt x="108114" y="0"/>
                    <a:pt x="139296" y="31183"/>
                    <a:pt x="139296" y="6964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: фигура 85">
              <a:extLst>
                <a:ext uri="{FF2B5EF4-FFF2-40B4-BE49-F238E27FC236}">
                  <a16:creationId xmlns:a16="http://schemas.microsoft.com/office/drawing/2014/main" id="{3CD2108C-1256-79B0-1F4D-8806FE6BA9AF}"/>
                </a:ext>
              </a:extLst>
            </p:cNvPr>
            <p:cNvSpPr/>
            <p:nvPr/>
          </p:nvSpPr>
          <p:spPr>
            <a:xfrm rot="10800000">
              <a:off x="15995490" y="8448192"/>
              <a:ext cx="114781" cy="114781"/>
            </a:xfrm>
            <a:custGeom>
              <a:avLst/>
              <a:gdLst>
                <a:gd name="connsiteX0" fmla="*/ 0 w 114781"/>
                <a:gd name="connsiteY0" fmla="*/ 57391 h 114781"/>
                <a:gd name="connsiteX1" fmla="*/ 57391 w 114781"/>
                <a:gd name="connsiteY1" fmla="*/ 0 h 114781"/>
                <a:gd name="connsiteX2" fmla="*/ 114781 w 114781"/>
                <a:gd name="connsiteY2" fmla="*/ 57391 h 114781"/>
                <a:gd name="connsiteX3" fmla="*/ 57391 w 114781"/>
                <a:gd name="connsiteY3" fmla="*/ 114781 h 114781"/>
                <a:gd name="connsiteX4" fmla="*/ 0 w 114781"/>
                <a:gd name="connsiteY4" fmla="*/ 57391 h 11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781" h="114781">
                  <a:moveTo>
                    <a:pt x="0" y="57391"/>
                  </a:moveTo>
                  <a:cubicBezTo>
                    <a:pt x="0" y="25732"/>
                    <a:pt x="25732" y="0"/>
                    <a:pt x="57391" y="0"/>
                  </a:cubicBezTo>
                  <a:cubicBezTo>
                    <a:pt x="89049" y="0"/>
                    <a:pt x="114781" y="25732"/>
                    <a:pt x="114781" y="57391"/>
                  </a:cubicBezTo>
                  <a:cubicBezTo>
                    <a:pt x="114781" y="89049"/>
                    <a:pt x="89049" y="114781"/>
                    <a:pt x="57391" y="114781"/>
                  </a:cubicBezTo>
                  <a:cubicBezTo>
                    <a:pt x="25732" y="114781"/>
                    <a:pt x="0" y="89049"/>
                    <a:pt x="0" y="57391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: фигура 86">
              <a:extLst>
                <a:ext uri="{FF2B5EF4-FFF2-40B4-BE49-F238E27FC236}">
                  <a16:creationId xmlns:a16="http://schemas.microsoft.com/office/drawing/2014/main" id="{52BA0DC5-2BE4-9D83-5DAE-0F7CC64B4609}"/>
                </a:ext>
              </a:extLst>
            </p:cNvPr>
            <p:cNvSpPr/>
            <p:nvPr/>
          </p:nvSpPr>
          <p:spPr>
            <a:xfrm rot="10800000">
              <a:off x="16013592" y="7675488"/>
              <a:ext cx="78739" cy="78739"/>
            </a:xfrm>
            <a:custGeom>
              <a:avLst/>
              <a:gdLst>
                <a:gd name="connsiteX0" fmla="*/ 78740 w 78739"/>
                <a:gd name="connsiteY0" fmla="*/ 39370 h 78739"/>
                <a:gd name="connsiteX1" fmla="*/ 39370 w 78739"/>
                <a:gd name="connsiteY1" fmla="*/ 78740 h 78739"/>
                <a:gd name="connsiteX2" fmla="*/ 0 w 78739"/>
                <a:gd name="connsiteY2" fmla="*/ 39370 h 78739"/>
                <a:gd name="connsiteX3" fmla="*/ 39370 w 78739"/>
                <a:gd name="connsiteY3" fmla="*/ 0 h 78739"/>
                <a:gd name="connsiteX4" fmla="*/ 78740 w 78739"/>
                <a:gd name="connsiteY4" fmla="*/ 39370 h 7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739" h="78739">
                  <a:moveTo>
                    <a:pt x="78740" y="39370"/>
                  </a:moveTo>
                  <a:cubicBezTo>
                    <a:pt x="78740" y="61125"/>
                    <a:pt x="61125" y="78740"/>
                    <a:pt x="39370" y="78740"/>
                  </a:cubicBezTo>
                  <a:cubicBezTo>
                    <a:pt x="17615" y="78740"/>
                    <a:pt x="0" y="61125"/>
                    <a:pt x="0" y="39370"/>
                  </a:cubicBezTo>
                  <a:cubicBezTo>
                    <a:pt x="0" y="17615"/>
                    <a:pt x="17615" y="0"/>
                    <a:pt x="39370" y="0"/>
                  </a:cubicBezTo>
                  <a:cubicBezTo>
                    <a:pt x="61125" y="0"/>
                    <a:pt x="78740" y="17615"/>
                    <a:pt x="78740" y="3937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: фигура 87">
              <a:extLst>
                <a:ext uri="{FF2B5EF4-FFF2-40B4-BE49-F238E27FC236}">
                  <a16:creationId xmlns:a16="http://schemas.microsoft.com/office/drawing/2014/main" id="{85ECF015-E594-009D-6994-5E9ECB8C087C}"/>
                </a:ext>
              </a:extLst>
            </p:cNvPr>
            <p:cNvSpPr/>
            <p:nvPr/>
          </p:nvSpPr>
          <p:spPr>
            <a:xfrm rot="10800000">
              <a:off x="14651070" y="7682631"/>
              <a:ext cx="64452" cy="64452"/>
            </a:xfrm>
            <a:custGeom>
              <a:avLst/>
              <a:gdLst>
                <a:gd name="connsiteX0" fmla="*/ 32226 w 64452"/>
                <a:gd name="connsiteY0" fmla="*/ 64453 h 64452"/>
                <a:gd name="connsiteX1" fmla="*/ 0 w 64452"/>
                <a:gd name="connsiteY1" fmla="*/ 32226 h 64452"/>
                <a:gd name="connsiteX2" fmla="*/ 32226 w 64452"/>
                <a:gd name="connsiteY2" fmla="*/ 0 h 64452"/>
                <a:gd name="connsiteX3" fmla="*/ 64453 w 64452"/>
                <a:gd name="connsiteY3" fmla="*/ 32226 h 64452"/>
                <a:gd name="connsiteX4" fmla="*/ 32226 w 64452"/>
                <a:gd name="connsiteY4" fmla="*/ 64453 h 64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52" h="64452">
                  <a:moveTo>
                    <a:pt x="32226" y="64453"/>
                  </a:moveTo>
                  <a:cubicBezTo>
                    <a:pt x="14449" y="64453"/>
                    <a:pt x="0" y="50004"/>
                    <a:pt x="0" y="32226"/>
                  </a:cubicBezTo>
                  <a:cubicBezTo>
                    <a:pt x="0" y="14449"/>
                    <a:pt x="14449" y="0"/>
                    <a:pt x="32226" y="0"/>
                  </a:cubicBezTo>
                  <a:cubicBezTo>
                    <a:pt x="50004" y="0"/>
                    <a:pt x="64453" y="14449"/>
                    <a:pt x="64453" y="32226"/>
                  </a:cubicBezTo>
                  <a:cubicBezTo>
                    <a:pt x="64453" y="50004"/>
                    <a:pt x="50004" y="64453"/>
                    <a:pt x="32226" y="6445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Полилиния: фигура 88">
              <a:extLst>
                <a:ext uri="{FF2B5EF4-FFF2-40B4-BE49-F238E27FC236}">
                  <a16:creationId xmlns:a16="http://schemas.microsoft.com/office/drawing/2014/main" id="{2C662D38-EDED-ADEE-C5DF-AD64F29FDBAD}"/>
                </a:ext>
              </a:extLst>
            </p:cNvPr>
            <p:cNvSpPr/>
            <p:nvPr/>
          </p:nvSpPr>
          <p:spPr>
            <a:xfrm rot="10800000">
              <a:off x="13944279" y="8846762"/>
              <a:ext cx="108449" cy="108449"/>
            </a:xfrm>
            <a:custGeom>
              <a:avLst/>
              <a:gdLst>
                <a:gd name="connsiteX0" fmla="*/ 0 w 108449"/>
                <a:gd name="connsiteY0" fmla="*/ 54225 h 108449"/>
                <a:gd name="connsiteX1" fmla="*/ 54225 w 108449"/>
                <a:gd name="connsiteY1" fmla="*/ 0 h 108449"/>
                <a:gd name="connsiteX2" fmla="*/ 108450 w 108449"/>
                <a:gd name="connsiteY2" fmla="*/ 54225 h 108449"/>
                <a:gd name="connsiteX3" fmla="*/ 54225 w 108449"/>
                <a:gd name="connsiteY3" fmla="*/ 108450 h 108449"/>
                <a:gd name="connsiteX4" fmla="*/ 0 w 108449"/>
                <a:gd name="connsiteY4" fmla="*/ 54225 h 108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449" h="108449">
                  <a:moveTo>
                    <a:pt x="0" y="54225"/>
                  </a:moveTo>
                  <a:cubicBezTo>
                    <a:pt x="0" y="24271"/>
                    <a:pt x="24271" y="0"/>
                    <a:pt x="54225" y="0"/>
                  </a:cubicBezTo>
                  <a:cubicBezTo>
                    <a:pt x="84178" y="0"/>
                    <a:pt x="108450" y="24271"/>
                    <a:pt x="108450" y="54225"/>
                  </a:cubicBezTo>
                  <a:cubicBezTo>
                    <a:pt x="108450" y="84179"/>
                    <a:pt x="84178" y="108450"/>
                    <a:pt x="54225" y="108450"/>
                  </a:cubicBezTo>
                  <a:cubicBezTo>
                    <a:pt x="24271" y="108450"/>
                    <a:pt x="0" y="84179"/>
                    <a:pt x="0" y="54225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: фигура 89">
              <a:extLst>
                <a:ext uri="{FF2B5EF4-FFF2-40B4-BE49-F238E27FC236}">
                  <a16:creationId xmlns:a16="http://schemas.microsoft.com/office/drawing/2014/main" id="{C3A05976-A8F5-E5D6-FCA8-FC92C41013EF}"/>
                </a:ext>
              </a:extLst>
            </p:cNvPr>
            <p:cNvSpPr/>
            <p:nvPr/>
          </p:nvSpPr>
          <p:spPr>
            <a:xfrm rot="10800000">
              <a:off x="14605206" y="8427493"/>
              <a:ext cx="156180" cy="156180"/>
            </a:xfrm>
            <a:custGeom>
              <a:avLst/>
              <a:gdLst>
                <a:gd name="connsiteX0" fmla="*/ 78090 w 156180"/>
                <a:gd name="connsiteY0" fmla="*/ 156181 h 156180"/>
                <a:gd name="connsiteX1" fmla="*/ 0 w 156180"/>
                <a:gd name="connsiteY1" fmla="*/ 78090 h 156180"/>
                <a:gd name="connsiteX2" fmla="*/ 78090 w 156180"/>
                <a:gd name="connsiteY2" fmla="*/ 0 h 156180"/>
                <a:gd name="connsiteX3" fmla="*/ 156181 w 156180"/>
                <a:gd name="connsiteY3" fmla="*/ 78090 h 156180"/>
                <a:gd name="connsiteX4" fmla="*/ 78090 w 156180"/>
                <a:gd name="connsiteY4" fmla="*/ 156181 h 156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180" h="156180">
                  <a:moveTo>
                    <a:pt x="78090" y="156181"/>
                  </a:moveTo>
                  <a:cubicBezTo>
                    <a:pt x="34905" y="156181"/>
                    <a:pt x="0" y="121194"/>
                    <a:pt x="0" y="78090"/>
                  </a:cubicBezTo>
                  <a:cubicBezTo>
                    <a:pt x="0" y="34986"/>
                    <a:pt x="34986" y="0"/>
                    <a:pt x="78090" y="0"/>
                  </a:cubicBezTo>
                  <a:cubicBezTo>
                    <a:pt x="121194" y="0"/>
                    <a:pt x="156181" y="34986"/>
                    <a:pt x="156181" y="78090"/>
                  </a:cubicBezTo>
                  <a:cubicBezTo>
                    <a:pt x="156181" y="121194"/>
                    <a:pt x="121194" y="156181"/>
                    <a:pt x="78090" y="156181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90">
              <a:extLst>
                <a:ext uri="{FF2B5EF4-FFF2-40B4-BE49-F238E27FC236}">
                  <a16:creationId xmlns:a16="http://schemas.microsoft.com/office/drawing/2014/main" id="{2C5A3B42-97EA-3EBF-E0C3-1141FACD0366}"/>
                </a:ext>
              </a:extLst>
            </p:cNvPr>
            <p:cNvSpPr/>
            <p:nvPr/>
          </p:nvSpPr>
          <p:spPr>
            <a:xfrm rot="10800000">
              <a:off x="11859867" y="8421404"/>
              <a:ext cx="168519" cy="168519"/>
            </a:xfrm>
            <a:custGeom>
              <a:avLst/>
              <a:gdLst>
                <a:gd name="connsiteX0" fmla="*/ 84260 w 168519"/>
                <a:gd name="connsiteY0" fmla="*/ 0 h 168519"/>
                <a:gd name="connsiteX1" fmla="*/ 168519 w 168519"/>
                <a:gd name="connsiteY1" fmla="*/ 84260 h 168519"/>
                <a:gd name="connsiteX2" fmla="*/ 84260 w 168519"/>
                <a:gd name="connsiteY2" fmla="*/ 168519 h 168519"/>
                <a:gd name="connsiteX3" fmla="*/ 0 w 168519"/>
                <a:gd name="connsiteY3" fmla="*/ 84260 h 168519"/>
                <a:gd name="connsiteX4" fmla="*/ 84260 w 168519"/>
                <a:gd name="connsiteY4" fmla="*/ 0 h 168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19" h="168519">
                  <a:moveTo>
                    <a:pt x="84260" y="0"/>
                  </a:moveTo>
                  <a:cubicBezTo>
                    <a:pt x="130854" y="0"/>
                    <a:pt x="168519" y="37746"/>
                    <a:pt x="168519" y="84260"/>
                  </a:cubicBezTo>
                  <a:cubicBezTo>
                    <a:pt x="168519" y="130773"/>
                    <a:pt x="130773" y="168519"/>
                    <a:pt x="84260" y="168519"/>
                  </a:cubicBezTo>
                  <a:cubicBezTo>
                    <a:pt x="37665" y="168519"/>
                    <a:pt x="0" y="130773"/>
                    <a:pt x="0" y="84260"/>
                  </a:cubicBezTo>
                  <a:cubicBezTo>
                    <a:pt x="0" y="37746"/>
                    <a:pt x="37746" y="0"/>
                    <a:pt x="84260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91">
              <a:extLst>
                <a:ext uri="{FF2B5EF4-FFF2-40B4-BE49-F238E27FC236}">
                  <a16:creationId xmlns:a16="http://schemas.microsoft.com/office/drawing/2014/main" id="{8F4D09B4-A806-96F7-363D-633D3EA56B80}"/>
                </a:ext>
              </a:extLst>
            </p:cNvPr>
            <p:cNvSpPr/>
            <p:nvPr/>
          </p:nvSpPr>
          <p:spPr>
            <a:xfrm rot="10800000">
              <a:off x="15316299" y="8849116"/>
              <a:ext cx="103741" cy="103741"/>
            </a:xfrm>
            <a:custGeom>
              <a:avLst/>
              <a:gdLst>
                <a:gd name="connsiteX0" fmla="*/ 0 w 103741"/>
                <a:gd name="connsiteY0" fmla="*/ 51871 h 103741"/>
                <a:gd name="connsiteX1" fmla="*/ 51871 w 103741"/>
                <a:gd name="connsiteY1" fmla="*/ 0 h 103741"/>
                <a:gd name="connsiteX2" fmla="*/ 103742 w 103741"/>
                <a:gd name="connsiteY2" fmla="*/ 51871 h 103741"/>
                <a:gd name="connsiteX3" fmla="*/ 51871 w 103741"/>
                <a:gd name="connsiteY3" fmla="*/ 103742 h 103741"/>
                <a:gd name="connsiteX4" fmla="*/ 0 w 103741"/>
                <a:gd name="connsiteY4" fmla="*/ 51871 h 10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741" h="103741">
                  <a:moveTo>
                    <a:pt x="0" y="51871"/>
                  </a:moveTo>
                  <a:cubicBezTo>
                    <a:pt x="0" y="23216"/>
                    <a:pt x="23216" y="0"/>
                    <a:pt x="51871" y="0"/>
                  </a:cubicBezTo>
                  <a:cubicBezTo>
                    <a:pt x="80525" y="0"/>
                    <a:pt x="103742" y="23216"/>
                    <a:pt x="103742" y="51871"/>
                  </a:cubicBezTo>
                  <a:cubicBezTo>
                    <a:pt x="103742" y="80526"/>
                    <a:pt x="80525" y="103742"/>
                    <a:pt x="51871" y="103742"/>
                  </a:cubicBezTo>
                  <a:cubicBezTo>
                    <a:pt x="23216" y="103742"/>
                    <a:pt x="0" y="80526"/>
                    <a:pt x="0" y="51871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: фигура 92">
              <a:extLst>
                <a:ext uri="{FF2B5EF4-FFF2-40B4-BE49-F238E27FC236}">
                  <a16:creationId xmlns:a16="http://schemas.microsoft.com/office/drawing/2014/main" id="{618A3849-F94D-E946-F212-24F5309B9576}"/>
                </a:ext>
              </a:extLst>
            </p:cNvPr>
            <p:cNvSpPr/>
            <p:nvPr/>
          </p:nvSpPr>
          <p:spPr>
            <a:xfrm rot="10800000">
              <a:off x="15283180" y="9606802"/>
              <a:ext cx="169817" cy="169818"/>
            </a:xfrm>
            <a:custGeom>
              <a:avLst/>
              <a:gdLst>
                <a:gd name="connsiteX0" fmla="*/ 84909 w 169817"/>
                <a:gd name="connsiteY0" fmla="*/ 0 h 169818"/>
                <a:gd name="connsiteX1" fmla="*/ 169818 w 169817"/>
                <a:gd name="connsiteY1" fmla="*/ 84909 h 169818"/>
                <a:gd name="connsiteX2" fmla="*/ 84909 w 169817"/>
                <a:gd name="connsiteY2" fmla="*/ 169818 h 169818"/>
                <a:gd name="connsiteX3" fmla="*/ 0 w 169817"/>
                <a:gd name="connsiteY3" fmla="*/ 84909 h 169818"/>
                <a:gd name="connsiteX4" fmla="*/ 84909 w 169817"/>
                <a:gd name="connsiteY4" fmla="*/ 0 h 169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17" h="169818">
                  <a:moveTo>
                    <a:pt x="84909" y="0"/>
                  </a:moveTo>
                  <a:cubicBezTo>
                    <a:pt x="131828" y="0"/>
                    <a:pt x="169818" y="38071"/>
                    <a:pt x="169818" y="84909"/>
                  </a:cubicBezTo>
                  <a:cubicBezTo>
                    <a:pt x="169818" y="131747"/>
                    <a:pt x="131747" y="169818"/>
                    <a:pt x="84909" y="169818"/>
                  </a:cubicBezTo>
                  <a:cubicBezTo>
                    <a:pt x="37990" y="169818"/>
                    <a:pt x="0" y="131747"/>
                    <a:pt x="0" y="84909"/>
                  </a:cubicBezTo>
                  <a:cubicBezTo>
                    <a:pt x="0" y="37990"/>
                    <a:pt x="38071" y="0"/>
                    <a:pt x="84909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: фигура 93">
              <a:extLst>
                <a:ext uri="{FF2B5EF4-FFF2-40B4-BE49-F238E27FC236}">
                  <a16:creationId xmlns:a16="http://schemas.microsoft.com/office/drawing/2014/main" id="{67ED02CB-14A6-66B5-CE87-8234F7896930}"/>
                </a:ext>
              </a:extLst>
            </p:cNvPr>
            <p:cNvSpPr/>
            <p:nvPr/>
          </p:nvSpPr>
          <p:spPr>
            <a:xfrm rot="10800000">
              <a:off x="13224988" y="8416859"/>
              <a:ext cx="177448" cy="177448"/>
            </a:xfrm>
            <a:custGeom>
              <a:avLst/>
              <a:gdLst>
                <a:gd name="connsiteX0" fmla="*/ 177448 w 177448"/>
                <a:gd name="connsiteY0" fmla="*/ 88724 h 177448"/>
                <a:gd name="connsiteX1" fmla="*/ 88724 w 177448"/>
                <a:gd name="connsiteY1" fmla="*/ 177448 h 177448"/>
                <a:gd name="connsiteX2" fmla="*/ 0 w 177448"/>
                <a:gd name="connsiteY2" fmla="*/ 88724 h 177448"/>
                <a:gd name="connsiteX3" fmla="*/ 88724 w 177448"/>
                <a:gd name="connsiteY3" fmla="*/ 0 h 177448"/>
                <a:gd name="connsiteX4" fmla="*/ 177448 w 177448"/>
                <a:gd name="connsiteY4" fmla="*/ 88724 h 177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448" h="177448">
                  <a:moveTo>
                    <a:pt x="177448" y="88724"/>
                  </a:moveTo>
                  <a:cubicBezTo>
                    <a:pt x="177448" y="137725"/>
                    <a:pt x="137725" y="177448"/>
                    <a:pt x="88724" y="177448"/>
                  </a:cubicBezTo>
                  <a:cubicBezTo>
                    <a:pt x="39723" y="177448"/>
                    <a:pt x="0" y="137725"/>
                    <a:pt x="0" y="88724"/>
                  </a:cubicBezTo>
                  <a:cubicBezTo>
                    <a:pt x="0" y="39723"/>
                    <a:pt x="39723" y="0"/>
                    <a:pt x="88724" y="0"/>
                  </a:cubicBezTo>
                  <a:cubicBezTo>
                    <a:pt x="137725" y="0"/>
                    <a:pt x="177448" y="39723"/>
                    <a:pt x="177448" y="8872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: фигура 94">
              <a:extLst>
                <a:ext uri="{FF2B5EF4-FFF2-40B4-BE49-F238E27FC236}">
                  <a16:creationId xmlns:a16="http://schemas.microsoft.com/office/drawing/2014/main" id="{053B796E-BB89-7606-FB1B-E3D07591D477}"/>
                </a:ext>
              </a:extLst>
            </p:cNvPr>
            <p:cNvSpPr/>
            <p:nvPr/>
          </p:nvSpPr>
          <p:spPr>
            <a:xfrm rot="10800000">
              <a:off x="12596287" y="8868354"/>
              <a:ext cx="65264" cy="65264"/>
            </a:xfrm>
            <a:custGeom>
              <a:avLst/>
              <a:gdLst>
                <a:gd name="connsiteX0" fmla="*/ 65265 w 65264"/>
                <a:gd name="connsiteY0" fmla="*/ 32632 h 65264"/>
                <a:gd name="connsiteX1" fmla="*/ 32632 w 65264"/>
                <a:gd name="connsiteY1" fmla="*/ 65265 h 65264"/>
                <a:gd name="connsiteX2" fmla="*/ 0 w 65264"/>
                <a:gd name="connsiteY2" fmla="*/ 32632 h 65264"/>
                <a:gd name="connsiteX3" fmla="*/ 32632 w 65264"/>
                <a:gd name="connsiteY3" fmla="*/ 0 h 65264"/>
                <a:gd name="connsiteX4" fmla="*/ 65265 w 65264"/>
                <a:gd name="connsiteY4" fmla="*/ 32632 h 6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64" h="65264">
                  <a:moveTo>
                    <a:pt x="65265" y="32632"/>
                  </a:moveTo>
                  <a:cubicBezTo>
                    <a:pt x="65265" y="50655"/>
                    <a:pt x="50655" y="65265"/>
                    <a:pt x="32632" y="65265"/>
                  </a:cubicBezTo>
                  <a:cubicBezTo>
                    <a:pt x="14610" y="65265"/>
                    <a:pt x="0" y="50655"/>
                    <a:pt x="0" y="32632"/>
                  </a:cubicBezTo>
                  <a:cubicBezTo>
                    <a:pt x="0" y="14610"/>
                    <a:pt x="14610" y="0"/>
                    <a:pt x="32632" y="0"/>
                  </a:cubicBezTo>
                  <a:cubicBezTo>
                    <a:pt x="50655" y="0"/>
                    <a:pt x="65265" y="14610"/>
                    <a:pt x="65265" y="3263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: фигура 95">
              <a:extLst>
                <a:ext uri="{FF2B5EF4-FFF2-40B4-BE49-F238E27FC236}">
                  <a16:creationId xmlns:a16="http://schemas.microsoft.com/office/drawing/2014/main" id="{4BBD5712-9EA6-7703-CD89-B9C37AEB9C8A}"/>
                </a:ext>
              </a:extLst>
            </p:cNvPr>
            <p:cNvSpPr/>
            <p:nvPr/>
          </p:nvSpPr>
          <p:spPr>
            <a:xfrm rot="10800000">
              <a:off x="11878700" y="10021688"/>
              <a:ext cx="130854" cy="130854"/>
            </a:xfrm>
            <a:custGeom>
              <a:avLst/>
              <a:gdLst>
                <a:gd name="connsiteX0" fmla="*/ 65427 w 130854"/>
                <a:gd name="connsiteY0" fmla="*/ 0 h 130854"/>
                <a:gd name="connsiteX1" fmla="*/ 130854 w 130854"/>
                <a:gd name="connsiteY1" fmla="*/ 65427 h 130854"/>
                <a:gd name="connsiteX2" fmla="*/ 65427 w 130854"/>
                <a:gd name="connsiteY2" fmla="*/ 130854 h 130854"/>
                <a:gd name="connsiteX3" fmla="*/ 0 w 130854"/>
                <a:gd name="connsiteY3" fmla="*/ 65427 h 130854"/>
                <a:gd name="connsiteX4" fmla="*/ 65427 w 130854"/>
                <a:gd name="connsiteY4" fmla="*/ 0 h 130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854" h="130854">
                  <a:moveTo>
                    <a:pt x="65427" y="0"/>
                  </a:moveTo>
                  <a:cubicBezTo>
                    <a:pt x="101550" y="0"/>
                    <a:pt x="130854" y="29304"/>
                    <a:pt x="130854" y="65427"/>
                  </a:cubicBezTo>
                  <a:cubicBezTo>
                    <a:pt x="130854" y="101550"/>
                    <a:pt x="101550" y="130854"/>
                    <a:pt x="65427" y="130854"/>
                  </a:cubicBezTo>
                  <a:cubicBezTo>
                    <a:pt x="29304" y="130854"/>
                    <a:pt x="0" y="101550"/>
                    <a:pt x="0" y="65427"/>
                  </a:cubicBezTo>
                  <a:cubicBezTo>
                    <a:pt x="0" y="29304"/>
                    <a:pt x="29304" y="0"/>
                    <a:pt x="65427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: фигура 96">
              <a:extLst>
                <a:ext uri="{FF2B5EF4-FFF2-40B4-BE49-F238E27FC236}">
                  <a16:creationId xmlns:a16="http://schemas.microsoft.com/office/drawing/2014/main" id="{2A727E36-2E5A-F233-120B-6018CA694BDB}"/>
                </a:ext>
              </a:extLst>
            </p:cNvPr>
            <p:cNvSpPr/>
            <p:nvPr/>
          </p:nvSpPr>
          <p:spPr>
            <a:xfrm rot="10800000">
              <a:off x="12528831" y="9591623"/>
              <a:ext cx="200177" cy="200177"/>
            </a:xfrm>
            <a:custGeom>
              <a:avLst/>
              <a:gdLst>
                <a:gd name="connsiteX0" fmla="*/ 200177 w 200177"/>
                <a:gd name="connsiteY0" fmla="*/ 100089 h 200177"/>
                <a:gd name="connsiteX1" fmla="*/ 100089 w 200177"/>
                <a:gd name="connsiteY1" fmla="*/ 200178 h 200177"/>
                <a:gd name="connsiteX2" fmla="*/ 0 w 200177"/>
                <a:gd name="connsiteY2" fmla="*/ 100089 h 200177"/>
                <a:gd name="connsiteX3" fmla="*/ 100089 w 200177"/>
                <a:gd name="connsiteY3" fmla="*/ 0 h 200177"/>
                <a:gd name="connsiteX4" fmla="*/ 200177 w 200177"/>
                <a:gd name="connsiteY4" fmla="*/ 100089 h 2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177" h="200177">
                  <a:moveTo>
                    <a:pt x="200177" y="100089"/>
                  </a:moveTo>
                  <a:cubicBezTo>
                    <a:pt x="200177" y="155366"/>
                    <a:pt x="155366" y="200178"/>
                    <a:pt x="100089" y="200178"/>
                  </a:cubicBezTo>
                  <a:cubicBezTo>
                    <a:pt x="44811" y="200178"/>
                    <a:pt x="0" y="155366"/>
                    <a:pt x="0" y="100089"/>
                  </a:cubicBezTo>
                  <a:cubicBezTo>
                    <a:pt x="0" y="44811"/>
                    <a:pt x="44811" y="0"/>
                    <a:pt x="100089" y="0"/>
                  </a:cubicBezTo>
                  <a:cubicBezTo>
                    <a:pt x="155366" y="0"/>
                    <a:pt x="200177" y="44811"/>
                    <a:pt x="200177" y="10008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97">
              <a:extLst>
                <a:ext uri="{FF2B5EF4-FFF2-40B4-BE49-F238E27FC236}">
                  <a16:creationId xmlns:a16="http://schemas.microsoft.com/office/drawing/2014/main" id="{2776085B-2EFD-B7E2-8958-B37608A9EC15}"/>
                </a:ext>
              </a:extLst>
            </p:cNvPr>
            <p:cNvSpPr/>
            <p:nvPr/>
          </p:nvSpPr>
          <p:spPr>
            <a:xfrm rot="10800000">
              <a:off x="17409396" y="10073965"/>
              <a:ext cx="26138" cy="26138"/>
            </a:xfrm>
            <a:custGeom>
              <a:avLst/>
              <a:gdLst>
                <a:gd name="connsiteX0" fmla="*/ 26138 w 26138"/>
                <a:gd name="connsiteY0" fmla="*/ 13069 h 26138"/>
                <a:gd name="connsiteX1" fmla="*/ 13069 w 26138"/>
                <a:gd name="connsiteY1" fmla="*/ 26138 h 26138"/>
                <a:gd name="connsiteX2" fmla="*/ 0 w 26138"/>
                <a:gd name="connsiteY2" fmla="*/ 13069 h 26138"/>
                <a:gd name="connsiteX3" fmla="*/ 13069 w 26138"/>
                <a:gd name="connsiteY3" fmla="*/ 0 h 26138"/>
                <a:gd name="connsiteX4" fmla="*/ 26138 w 26138"/>
                <a:gd name="connsiteY4" fmla="*/ 13069 h 2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38" h="26138">
                  <a:moveTo>
                    <a:pt x="26138" y="13069"/>
                  </a:moveTo>
                  <a:cubicBezTo>
                    <a:pt x="26138" y="20294"/>
                    <a:pt x="20294" y="26138"/>
                    <a:pt x="13069" y="26138"/>
                  </a:cubicBezTo>
                  <a:cubicBezTo>
                    <a:pt x="5845" y="26138"/>
                    <a:pt x="0" y="20294"/>
                    <a:pt x="0" y="13069"/>
                  </a:cubicBezTo>
                  <a:cubicBezTo>
                    <a:pt x="0" y="5845"/>
                    <a:pt x="5845" y="0"/>
                    <a:pt x="13069" y="0"/>
                  </a:cubicBezTo>
                  <a:cubicBezTo>
                    <a:pt x="20294" y="0"/>
                    <a:pt x="26138" y="5845"/>
                    <a:pt x="26138" y="1306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98">
              <a:extLst>
                <a:ext uri="{FF2B5EF4-FFF2-40B4-BE49-F238E27FC236}">
                  <a16:creationId xmlns:a16="http://schemas.microsoft.com/office/drawing/2014/main" id="{E8DEBFC9-CFB6-DB57-5198-259A100CC33B}"/>
                </a:ext>
              </a:extLst>
            </p:cNvPr>
            <p:cNvSpPr/>
            <p:nvPr/>
          </p:nvSpPr>
          <p:spPr>
            <a:xfrm rot="10800000">
              <a:off x="16694975" y="9649013"/>
              <a:ext cx="85396" cy="85396"/>
            </a:xfrm>
            <a:custGeom>
              <a:avLst/>
              <a:gdLst>
                <a:gd name="connsiteX0" fmla="*/ 42698 w 85396"/>
                <a:gd name="connsiteY0" fmla="*/ 85396 h 85396"/>
                <a:gd name="connsiteX1" fmla="*/ 0 w 85396"/>
                <a:gd name="connsiteY1" fmla="*/ 42698 h 85396"/>
                <a:gd name="connsiteX2" fmla="*/ 42698 w 85396"/>
                <a:gd name="connsiteY2" fmla="*/ 0 h 85396"/>
                <a:gd name="connsiteX3" fmla="*/ 85396 w 85396"/>
                <a:gd name="connsiteY3" fmla="*/ 42698 h 85396"/>
                <a:gd name="connsiteX4" fmla="*/ 42698 w 85396"/>
                <a:gd name="connsiteY4" fmla="*/ 85396 h 85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396" h="85396">
                  <a:moveTo>
                    <a:pt x="42698" y="85396"/>
                  </a:moveTo>
                  <a:cubicBezTo>
                    <a:pt x="19157" y="85396"/>
                    <a:pt x="0" y="66320"/>
                    <a:pt x="0" y="42698"/>
                  </a:cubicBezTo>
                  <a:cubicBezTo>
                    <a:pt x="0" y="19157"/>
                    <a:pt x="19076" y="0"/>
                    <a:pt x="42698" y="0"/>
                  </a:cubicBezTo>
                  <a:cubicBezTo>
                    <a:pt x="66320" y="0"/>
                    <a:pt x="85396" y="19076"/>
                    <a:pt x="85396" y="42698"/>
                  </a:cubicBezTo>
                  <a:cubicBezTo>
                    <a:pt x="85396" y="66320"/>
                    <a:pt x="66320" y="85396"/>
                    <a:pt x="42698" y="8539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99">
              <a:extLst>
                <a:ext uri="{FF2B5EF4-FFF2-40B4-BE49-F238E27FC236}">
                  <a16:creationId xmlns:a16="http://schemas.microsoft.com/office/drawing/2014/main" id="{F8D37AFA-5984-602B-8494-69DA6880A38A}"/>
                </a:ext>
              </a:extLst>
            </p:cNvPr>
            <p:cNvSpPr/>
            <p:nvPr/>
          </p:nvSpPr>
          <p:spPr>
            <a:xfrm rot="10800000">
              <a:off x="15943944" y="9978098"/>
              <a:ext cx="217873" cy="217873"/>
            </a:xfrm>
            <a:custGeom>
              <a:avLst/>
              <a:gdLst>
                <a:gd name="connsiteX0" fmla="*/ 108937 w 217873"/>
                <a:gd name="connsiteY0" fmla="*/ 217874 h 217873"/>
                <a:gd name="connsiteX1" fmla="*/ 0 w 217873"/>
                <a:gd name="connsiteY1" fmla="*/ 108937 h 217873"/>
                <a:gd name="connsiteX2" fmla="*/ 108937 w 217873"/>
                <a:gd name="connsiteY2" fmla="*/ 0 h 217873"/>
                <a:gd name="connsiteX3" fmla="*/ 217874 w 217873"/>
                <a:gd name="connsiteY3" fmla="*/ 108937 h 217873"/>
                <a:gd name="connsiteX4" fmla="*/ 108937 w 217873"/>
                <a:gd name="connsiteY4" fmla="*/ 217874 h 21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873" h="217873">
                  <a:moveTo>
                    <a:pt x="108937" y="217874"/>
                  </a:moveTo>
                  <a:cubicBezTo>
                    <a:pt x="48786" y="217874"/>
                    <a:pt x="0" y="169088"/>
                    <a:pt x="0" y="108937"/>
                  </a:cubicBezTo>
                  <a:cubicBezTo>
                    <a:pt x="0" y="48786"/>
                    <a:pt x="48786" y="0"/>
                    <a:pt x="108937" y="0"/>
                  </a:cubicBezTo>
                  <a:cubicBezTo>
                    <a:pt x="169087" y="0"/>
                    <a:pt x="217874" y="48786"/>
                    <a:pt x="217874" y="108937"/>
                  </a:cubicBezTo>
                  <a:cubicBezTo>
                    <a:pt x="217874" y="169088"/>
                    <a:pt x="169087" y="217874"/>
                    <a:pt x="108937" y="21787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100">
              <a:extLst>
                <a:ext uri="{FF2B5EF4-FFF2-40B4-BE49-F238E27FC236}">
                  <a16:creationId xmlns:a16="http://schemas.microsoft.com/office/drawing/2014/main" id="{CAFBEFA9-DB94-558B-315E-3015F66105FB}"/>
                </a:ext>
              </a:extLst>
            </p:cNvPr>
            <p:cNvSpPr/>
            <p:nvPr/>
          </p:nvSpPr>
          <p:spPr>
            <a:xfrm rot="10800000">
              <a:off x="14617464" y="10021283"/>
              <a:ext cx="131665" cy="131665"/>
            </a:xfrm>
            <a:custGeom>
              <a:avLst/>
              <a:gdLst>
                <a:gd name="connsiteX0" fmla="*/ 65833 w 131665"/>
                <a:gd name="connsiteY0" fmla="*/ 131666 h 131665"/>
                <a:gd name="connsiteX1" fmla="*/ 0 w 131665"/>
                <a:gd name="connsiteY1" fmla="*/ 65833 h 131665"/>
                <a:gd name="connsiteX2" fmla="*/ 65833 w 131665"/>
                <a:gd name="connsiteY2" fmla="*/ 0 h 131665"/>
                <a:gd name="connsiteX3" fmla="*/ 131666 w 131665"/>
                <a:gd name="connsiteY3" fmla="*/ 65833 h 131665"/>
                <a:gd name="connsiteX4" fmla="*/ 65833 w 131665"/>
                <a:gd name="connsiteY4" fmla="*/ 131666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665" h="131665">
                  <a:moveTo>
                    <a:pt x="65833" y="131666"/>
                  </a:moveTo>
                  <a:cubicBezTo>
                    <a:pt x="29467" y="131666"/>
                    <a:pt x="0" y="102199"/>
                    <a:pt x="0" y="65833"/>
                  </a:cubicBezTo>
                  <a:cubicBezTo>
                    <a:pt x="0" y="29467"/>
                    <a:pt x="29467" y="0"/>
                    <a:pt x="65833" y="0"/>
                  </a:cubicBezTo>
                  <a:cubicBezTo>
                    <a:pt x="102199" y="0"/>
                    <a:pt x="131666" y="29467"/>
                    <a:pt x="131666" y="65833"/>
                  </a:cubicBezTo>
                  <a:cubicBezTo>
                    <a:pt x="131666" y="102199"/>
                    <a:pt x="102199" y="131666"/>
                    <a:pt x="65833" y="13166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101">
              <a:extLst>
                <a:ext uri="{FF2B5EF4-FFF2-40B4-BE49-F238E27FC236}">
                  <a16:creationId xmlns:a16="http://schemas.microsoft.com/office/drawing/2014/main" id="{30FAA3D7-1822-E50E-8CB7-B1E76DB67F95}"/>
                </a:ext>
              </a:extLst>
            </p:cNvPr>
            <p:cNvSpPr/>
            <p:nvPr/>
          </p:nvSpPr>
          <p:spPr>
            <a:xfrm rot="10800000">
              <a:off x="13923580" y="9616787"/>
              <a:ext cx="149848" cy="149849"/>
            </a:xfrm>
            <a:custGeom>
              <a:avLst/>
              <a:gdLst>
                <a:gd name="connsiteX0" fmla="*/ 74924 w 149848"/>
                <a:gd name="connsiteY0" fmla="*/ 0 h 149849"/>
                <a:gd name="connsiteX1" fmla="*/ 149849 w 149848"/>
                <a:gd name="connsiteY1" fmla="*/ 74925 h 149849"/>
                <a:gd name="connsiteX2" fmla="*/ 74924 w 149848"/>
                <a:gd name="connsiteY2" fmla="*/ 149849 h 149849"/>
                <a:gd name="connsiteX3" fmla="*/ 0 w 149848"/>
                <a:gd name="connsiteY3" fmla="*/ 74925 h 149849"/>
                <a:gd name="connsiteX4" fmla="*/ 74924 w 149848"/>
                <a:gd name="connsiteY4" fmla="*/ 0 h 14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848" h="149849">
                  <a:moveTo>
                    <a:pt x="74924" y="0"/>
                  </a:moveTo>
                  <a:cubicBezTo>
                    <a:pt x="116323" y="0"/>
                    <a:pt x="149849" y="33525"/>
                    <a:pt x="149849" y="74925"/>
                  </a:cubicBezTo>
                  <a:cubicBezTo>
                    <a:pt x="149849" y="116324"/>
                    <a:pt x="116323" y="149849"/>
                    <a:pt x="74924" y="149849"/>
                  </a:cubicBezTo>
                  <a:cubicBezTo>
                    <a:pt x="33525" y="149849"/>
                    <a:pt x="0" y="116324"/>
                    <a:pt x="0" y="74925"/>
                  </a:cubicBezTo>
                  <a:cubicBezTo>
                    <a:pt x="0" y="33525"/>
                    <a:pt x="33525" y="0"/>
                    <a:pt x="74924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102">
              <a:extLst>
                <a:ext uri="{FF2B5EF4-FFF2-40B4-BE49-F238E27FC236}">
                  <a16:creationId xmlns:a16="http://schemas.microsoft.com/office/drawing/2014/main" id="{36D1BCAA-B36D-F263-CA64-95DAC8D62683}"/>
                </a:ext>
              </a:extLst>
            </p:cNvPr>
            <p:cNvSpPr/>
            <p:nvPr/>
          </p:nvSpPr>
          <p:spPr>
            <a:xfrm rot="10800000">
              <a:off x="13228072" y="10001394"/>
              <a:ext cx="171279" cy="171279"/>
            </a:xfrm>
            <a:custGeom>
              <a:avLst/>
              <a:gdLst>
                <a:gd name="connsiteX0" fmla="*/ 171279 w 171279"/>
                <a:gd name="connsiteY0" fmla="*/ 85640 h 171279"/>
                <a:gd name="connsiteX1" fmla="*/ 85640 w 171279"/>
                <a:gd name="connsiteY1" fmla="*/ 171279 h 171279"/>
                <a:gd name="connsiteX2" fmla="*/ 0 w 171279"/>
                <a:gd name="connsiteY2" fmla="*/ 85640 h 171279"/>
                <a:gd name="connsiteX3" fmla="*/ 85640 w 171279"/>
                <a:gd name="connsiteY3" fmla="*/ 0 h 171279"/>
                <a:gd name="connsiteX4" fmla="*/ 171279 w 171279"/>
                <a:gd name="connsiteY4" fmla="*/ 85640 h 171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279" h="171279">
                  <a:moveTo>
                    <a:pt x="171279" y="85640"/>
                  </a:moveTo>
                  <a:cubicBezTo>
                    <a:pt x="171279" y="132965"/>
                    <a:pt x="132883" y="171279"/>
                    <a:pt x="85640" y="171279"/>
                  </a:cubicBezTo>
                  <a:cubicBezTo>
                    <a:pt x="38396" y="171279"/>
                    <a:pt x="0" y="132883"/>
                    <a:pt x="0" y="85640"/>
                  </a:cubicBezTo>
                  <a:cubicBezTo>
                    <a:pt x="0" y="38315"/>
                    <a:pt x="38396" y="0"/>
                    <a:pt x="85640" y="0"/>
                  </a:cubicBezTo>
                  <a:cubicBezTo>
                    <a:pt x="132965" y="0"/>
                    <a:pt x="171279" y="38396"/>
                    <a:pt x="171279" y="8564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103">
              <a:extLst>
                <a:ext uri="{FF2B5EF4-FFF2-40B4-BE49-F238E27FC236}">
                  <a16:creationId xmlns:a16="http://schemas.microsoft.com/office/drawing/2014/main" id="{0EAC753C-342A-025A-6A5D-2CA41928E899}"/>
                </a:ext>
              </a:extLst>
            </p:cNvPr>
            <p:cNvSpPr/>
            <p:nvPr/>
          </p:nvSpPr>
          <p:spPr>
            <a:xfrm rot="10800000">
              <a:off x="17322782" y="3844433"/>
              <a:ext cx="956728" cy="1938621"/>
            </a:xfrm>
            <a:custGeom>
              <a:avLst/>
              <a:gdLst>
                <a:gd name="connsiteX0" fmla="*/ 119084 w 956728"/>
                <a:gd name="connsiteY0" fmla="*/ 1937566 h 1938621"/>
                <a:gd name="connsiteX1" fmla="*/ 117298 w 956728"/>
                <a:gd name="connsiteY1" fmla="*/ 1938621 h 1938621"/>
                <a:gd name="connsiteX2" fmla="*/ 0 w 956728"/>
                <a:gd name="connsiteY2" fmla="*/ 1870841 h 1938621"/>
                <a:gd name="connsiteX3" fmla="*/ 0 w 956728"/>
                <a:gd name="connsiteY3" fmla="*/ 1862479 h 1938621"/>
                <a:gd name="connsiteX4" fmla="*/ 117298 w 956728"/>
                <a:gd name="connsiteY4" fmla="*/ 1930179 h 1938621"/>
                <a:gd name="connsiteX5" fmla="*/ 949423 w 956728"/>
                <a:gd name="connsiteY5" fmla="*/ 1449705 h 1938621"/>
                <a:gd name="connsiteX6" fmla="*/ 949423 w 956728"/>
                <a:gd name="connsiteY6" fmla="*/ 488836 h 1938621"/>
                <a:gd name="connsiteX7" fmla="*/ 117298 w 956728"/>
                <a:gd name="connsiteY7" fmla="*/ 8361 h 1938621"/>
                <a:gd name="connsiteX8" fmla="*/ 0 w 956728"/>
                <a:gd name="connsiteY8" fmla="*/ 76061 h 1938621"/>
                <a:gd name="connsiteX9" fmla="*/ 0 w 956728"/>
                <a:gd name="connsiteY9" fmla="*/ 67700 h 1938621"/>
                <a:gd name="connsiteX10" fmla="*/ 115512 w 956728"/>
                <a:gd name="connsiteY10" fmla="*/ 974 h 1938621"/>
                <a:gd name="connsiteX11" fmla="*/ 117298 w 956728"/>
                <a:gd name="connsiteY11" fmla="*/ 0 h 1938621"/>
                <a:gd name="connsiteX12" fmla="*/ 954861 w 956728"/>
                <a:gd name="connsiteY12" fmla="*/ 483560 h 1938621"/>
                <a:gd name="connsiteX13" fmla="*/ 956729 w 956728"/>
                <a:gd name="connsiteY13" fmla="*/ 484615 h 1938621"/>
                <a:gd name="connsiteX14" fmla="*/ 956729 w 956728"/>
                <a:gd name="connsiteY14" fmla="*/ 1453926 h 1938621"/>
                <a:gd name="connsiteX15" fmla="*/ 119084 w 956728"/>
                <a:gd name="connsiteY15" fmla="*/ 1937566 h 193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6728" h="1938621">
                  <a:moveTo>
                    <a:pt x="119084" y="1937566"/>
                  </a:moveTo>
                  <a:lnTo>
                    <a:pt x="117298" y="1938621"/>
                  </a:lnTo>
                  <a:lnTo>
                    <a:pt x="0" y="1870841"/>
                  </a:lnTo>
                  <a:lnTo>
                    <a:pt x="0" y="1862479"/>
                  </a:lnTo>
                  <a:lnTo>
                    <a:pt x="117298" y="1930179"/>
                  </a:lnTo>
                  <a:lnTo>
                    <a:pt x="949423" y="1449705"/>
                  </a:lnTo>
                  <a:lnTo>
                    <a:pt x="949423" y="488836"/>
                  </a:lnTo>
                  <a:lnTo>
                    <a:pt x="117298" y="8361"/>
                  </a:lnTo>
                  <a:lnTo>
                    <a:pt x="0" y="76061"/>
                  </a:lnTo>
                  <a:lnTo>
                    <a:pt x="0" y="67700"/>
                  </a:lnTo>
                  <a:lnTo>
                    <a:pt x="115512" y="974"/>
                  </a:lnTo>
                  <a:lnTo>
                    <a:pt x="117298" y="0"/>
                  </a:lnTo>
                  <a:lnTo>
                    <a:pt x="954861" y="483560"/>
                  </a:lnTo>
                  <a:lnTo>
                    <a:pt x="956729" y="484615"/>
                  </a:lnTo>
                  <a:lnTo>
                    <a:pt x="956729" y="1453926"/>
                  </a:lnTo>
                  <a:lnTo>
                    <a:pt x="119084" y="193756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104">
              <a:extLst>
                <a:ext uri="{FF2B5EF4-FFF2-40B4-BE49-F238E27FC236}">
                  <a16:creationId xmlns:a16="http://schemas.microsoft.com/office/drawing/2014/main" id="{6275EAAC-1E84-1B18-BA5E-B2E5DC47142F}"/>
                </a:ext>
              </a:extLst>
            </p:cNvPr>
            <p:cNvSpPr/>
            <p:nvPr/>
          </p:nvSpPr>
          <p:spPr>
            <a:xfrm rot="10800000">
              <a:off x="18158560" y="5706994"/>
              <a:ext cx="120950" cy="1108931"/>
            </a:xfrm>
            <a:custGeom>
              <a:avLst/>
              <a:gdLst>
                <a:gd name="connsiteX0" fmla="*/ 0 w 120950"/>
                <a:gd name="connsiteY0" fmla="*/ 1108932 h 1108931"/>
                <a:gd name="connsiteX1" fmla="*/ 0 w 120950"/>
                <a:gd name="connsiteY1" fmla="*/ 1100571 h 1108931"/>
                <a:gd name="connsiteX2" fmla="*/ 113645 w 120950"/>
                <a:gd name="connsiteY2" fmla="*/ 1034900 h 1108931"/>
                <a:gd name="connsiteX3" fmla="*/ 113645 w 120950"/>
                <a:gd name="connsiteY3" fmla="*/ 74032 h 1108931"/>
                <a:gd name="connsiteX4" fmla="*/ 0 w 120950"/>
                <a:gd name="connsiteY4" fmla="*/ 8361 h 1108931"/>
                <a:gd name="connsiteX5" fmla="*/ 0 w 120950"/>
                <a:gd name="connsiteY5" fmla="*/ 0 h 1108931"/>
                <a:gd name="connsiteX6" fmla="*/ 119084 w 120950"/>
                <a:gd name="connsiteY6" fmla="*/ 68755 h 1108931"/>
                <a:gd name="connsiteX7" fmla="*/ 120951 w 120950"/>
                <a:gd name="connsiteY7" fmla="*/ 69811 h 1108931"/>
                <a:gd name="connsiteX8" fmla="*/ 120951 w 120950"/>
                <a:gd name="connsiteY8" fmla="*/ 1039121 h 1108931"/>
                <a:gd name="connsiteX9" fmla="*/ 0 w 120950"/>
                <a:gd name="connsiteY9" fmla="*/ 1108932 h 110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950" h="1108931">
                  <a:moveTo>
                    <a:pt x="0" y="1108932"/>
                  </a:moveTo>
                  <a:lnTo>
                    <a:pt x="0" y="1100571"/>
                  </a:lnTo>
                  <a:lnTo>
                    <a:pt x="113645" y="1034900"/>
                  </a:lnTo>
                  <a:lnTo>
                    <a:pt x="113645" y="74032"/>
                  </a:lnTo>
                  <a:lnTo>
                    <a:pt x="0" y="8361"/>
                  </a:lnTo>
                  <a:lnTo>
                    <a:pt x="0" y="0"/>
                  </a:lnTo>
                  <a:lnTo>
                    <a:pt x="119084" y="68755"/>
                  </a:lnTo>
                  <a:lnTo>
                    <a:pt x="120951" y="69811"/>
                  </a:lnTo>
                  <a:lnTo>
                    <a:pt x="120951" y="1039121"/>
                  </a:lnTo>
                  <a:lnTo>
                    <a:pt x="0" y="1108932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: фигура 105">
              <a:extLst>
                <a:ext uri="{FF2B5EF4-FFF2-40B4-BE49-F238E27FC236}">
                  <a16:creationId xmlns:a16="http://schemas.microsoft.com/office/drawing/2014/main" id="{2958F011-C131-CA30-899A-CA0BBFAD2921}"/>
                </a:ext>
              </a:extLst>
            </p:cNvPr>
            <p:cNvSpPr/>
            <p:nvPr/>
          </p:nvSpPr>
          <p:spPr>
            <a:xfrm rot="10800000">
              <a:off x="16487004" y="5292108"/>
              <a:ext cx="1678780" cy="1938702"/>
            </a:xfrm>
            <a:custGeom>
              <a:avLst/>
              <a:gdLst>
                <a:gd name="connsiteX0" fmla="*/ 1676994 w 1678780"/>
                <a:gd name="connsiteY0" fmla="*/ 483641 h 1938702"/>
                <a:gd name="connsiteX1" fmla="*/ 1678780 w 1678780"/>
                <a:gd name="connsiteY1" fmla="*/ 484696 h 1938702"/>
                <a:gd name="connsiteX2" fmla="*/ 1678780 w 1678780"/>
                <a:gd name="connsiteY2" fmla="*/ 1454007 h 1938702"/>
                <a:gd name="connsiteX3" fmla="*/ 841135 w 1678780"/>
                <a:gd name="connsiteY3" fmla="*/ 1937647 h 1938702"/>
                <a:gd name="connsiteX4" fmla="*/ 839350 w 1678780"/>
                <a:gd name="connsiteY4" fmla="*/ 1938703 h 1938702"/>
                <a:gd name="connsiteX5" fmla="*/ 1786 w 1678780"/>
                <a:gd name="connsiteY5" fmla="*/ 1455062 h 1938702"/>
                <a:gd name="connsiteX6" fmla="*/ 0 w 1678780"/>
                <a:gd name="connsiteY6" fmla="*/ 1454007 h 1938702"/>
                <a:gd name="connsiteX7" fmla="*/ 0 w 1678780"/>
                <a:gd name="connsiteY7" fmla="*/ 484696 h 1938702"/>
                <a:gd name="connsiteX8" fmla="*/ 837564 w 1678780"/>
                <a:gd name="connsiteY8" fmla="*/ 1055 h 1938702"/>
                <a:gd name="connsiteX9" fmla="*/ 839350 w 1678780"/>
                <a:gd name="connsiteY9" fmla="*/ 0 h 1938702"/>
                <a:gd name="connsiteX10" fmla="*/ 1676994 w 1678780"/>
                <a:gd name="connsiteY10" fmla="*/ 483641 h 1938702"/>
                <a:gd name="connsiteX11" fmla="*/ 7225 w 1678780"/>
                <a:gd name="connsiteY11" fmla="*/ 1449785 h 1938702"/>
                <a:gd name="connsiteX12" fmla="*/ 839350 w 1678780"/>
                <a:gd name="connsiteY12" fmla="*/ 1930260 h 1938702"/>
                <a:gd name="connsiteX13" fmla="*/ 1671556 w 1678780"/>
                <a:gd name="connsiteY13" fmla="*/ 1449785 h 1938702"/>
                <a:gd name="connsiteX14" fmla="*/ 1671556 w 1678780"/>
                <a:gd name="connsiteY14" fmla="*/ 488836 h 1938702"/>
                <a:gd name="connsiteX15" fmla="*/ 839350 w 1678780"/>
                <a:gd name="connsiteY15" fmla="*/ 8361 h 1938702"/>
                <a:gd name="connsiteX16" fmla="*/ 7225 w 1678780"/>
                <a:gd name="connsiteY16" fmla="*/ 488836 h 1938702"/>
                <a:gd name="connsiteX17" fmla="*/ 7225 w 1678780"/>
                <a:gd name="connsiteY17" fmla="*/ 1449785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780" h="1938702">
                  <a:moveTo>
                    <a:pt x="1676994" y="483641"/>
                  </a:moveTo>
                  <a:lnTo>
                    <a:pt x="1678780" y="484696"/>
                  </a:lnTo>
                  <a:lnTo>
                    <a:pt x="1678780" y="1454007"/>
                  </a:lnTo>
                  <a:cubicBezTo>
                    <a:pt x="1678780" y="1454007"/>
                    <a:pt x="841135" y="1937647"/>
                    <a:pt x="841135" y="1937647"/>
                  </a:cubicBezTo>
                  <a:lnTo>
                    <a:pt x="839350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564" y="1055"/>
                    <a:pt x="837564" y="1055"/>
                  </a:cubicBezTo>
                  <a:lnTo>
                    <a:pt x="839350" y="0"/>
                  </a:lnTo>
                  <a:lnTo>
                    <a:pt x="1676994" y="483641"/>
                  </a:lnTo>
                  <a:close/>
                  <a:moveTo>
                    <a:pt x="7225" y="1449785"/>
                  </a:moveTo>
                  <a:lnTo>
                    <a:pt x="839350" y="1930260"/>
                  </a:lnTo>
                  <a:lnTo>
                    <a:pt x="1671556" y="1449785"/>
                  </a:lnTo>
                  <a:lnTo>
                    <a:pt x="1671556" y="488836"/>
                  </a:lnTo>
                  <a:cubicBezTo>
                    <a:pt x="1671556" y="488836"/>
                    <a:pt x="839350" y="8361"/>
                    <a:pt x="839350" y="8361"/>
                  </a:cubicBezTo>
                  <a:lnTo>
                    <a:pt x="7225" y="488836"/>
                  </a:lnTo>
                  <a:lnTo>
                    <a:pt x="7225" y="144978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: фигура 106">
              <a:extLst>
                <a:ext uri="{FF2B5EF4-FFF2-40B4-BE49-F238E27FC236}">
                  <a16:creationId xmlns:a16="http://schemas.microsoft.com/office/drawing/2014/main" id="{07BAFEF2-71CB-633D-FB1F-70C156910F6D}"/>
                </a:ext>
              </a:extLst>
            </p:cNvPr>
            <p:cNvSpPr/>
            <p:nvPr/>
          </p:nvSpPr>
          <p:spPr>
            <a:xfrm rot="10800000">
              <a:off x="14815368" y="5292108"/>
              <a:ext cx="1678861" cy="1938702"/>
            </a:xfrm>
            <a:custGeom>
              <a:avLst/>
              <a:gdLst>
                <a:gd name="connsiteX0" fmla="*/ 1677076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7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6 w 1678861"/>
                <a:gd name="connsiteY10" fmla="*/ 483641 h 1938702"/>
                <a:gd name="connsiteX11" fmla="*/ 7225 w 1678861"/>
                <a:gd name="connsiteY11" fmla="*/ 1449785 h 1938702"/>
                <a:gd name="connsiteX12" fmla="*/ 839431 w 1678861"/>
                <a:gd name="connsiteY12" fmla="*/ 1930260 h 1938702"/>
                <a:gd name="connsiteX13" fmla="*/ 1671637 w 1678861"/>
                <a:gd name="connsiteY13" fmla="*/ 1449785 h 1938702"/>
                <a:gd name="connsiteX14" fmla="*/ 1671637 w 1678861"/>
                <a:gd name="connsiteY14" fmla="*/ 488836 h 1938702"/>
                <a:gd name="connsiteX15" fmla="*/ 839431 w 1678861"/>
                <a:gd name="connsiteY15" fmla="*/ 8361 h 1938702"/>
                <a:gd name="connsiteX16" fmla="*/ 7225 w 1678861"/>
                <a:gd name="connsiteY16" fmla="*/ 488836 h 1938702"/>
                <a:gd name="connsiteX17" fmla="*/ 7225 w 1678861"/>
                <a:gd name="connsiteY17" fmla="*/ 1449785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6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7" y="1937647"/>
                    <a:pt x="841217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6" y="483641"/>
                  </a:lnTo>
                  <a:close/>
                  <a:moveTo>
                    <a:pt x="7225" y="1449785"/>
                  </a:moveTo>
                  <a:lnTo>
                    <a:pt x="839431" y="1930260"/>
                  </a:lnTo>
                  <a:lnTo>
                    <a:pt x="1671637" y="1449785"/>
                  </a:lnTo>
                  <a:lnTo>
                    <a:pt x="1671637" y="488836"/>
                  </a:lnTo>
                  <a:cubicBezTo>
                    <a:pt x="1671637" y="488836"/>
                    <a:pt x="839431" y="8361"/>
                    <a:pt x="839431" y="8361"/>
                  </a:cubicBezTo>
                  <a:lnTo>
                    <a:pt x="7225" y="488836"/>
                  </a:lnTo>
                  <a:lnTo>
                    <a:pt x="7225" y="144978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107">
              <a:extLst>
                <a:ext uri="{FF2B5EF4-FFF2-40B4-BE49-F238E27FC236}">
                  <a16:creationId xmlns:a16="http://schemas.microsoft.com/office/drawing/2014/main" id="{CC3644A6-6969-7792-D54B-DC5EF53C8839}"/>
                </a:ext>
              </a:extLst>
            </p:cNvPr>
            <p:cNvSpPr/>
            <p:nvPr/>
          </p:nvSpPr>
          <p:spPr>
            <a:xfrm rot="10800000">
              <a:off x="13143731" y="5292108"/>
              <a:ext cx="1678861" cy="1938702"/>
            </a:xfrm>
            <a:custGeom>
              <a:avLst/>
              <a:gdLst>
                <a:gd name="connsiteX0" fmla="*/ 1677076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7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6 w 1678861"/>
                <a:gd name="connsiteY10" fmla="*/ 483641 h 1938702"/>
                <a:gd name="connsiteX11" fmla="*/ 7225 w 1678861"/>
                <a:gd name="connsiteY11" fmla="*/ 1449785 h 1938702"/>
                <a:gd name="connsiteX12" fmla="*/ 839431 w 1678861"/>
                <a:gd name="connsiteY12" fmla="*/ 1930260 h 1938702"/>
                <a:gd name="connsiteX13" fmla="*/ 1671637 w 1678861"/>
                <a:gd name="connsiteY13" fmla="*/ 1449785 h 1938702"/>
                <a:gd name="connsiteX14" fmla="*/ 1671637 w 1678861"/>
                <a:gd name="connsiteY14" fmla="*/ 488836 h 1938702"/>
                <a:gd name="connsiteX15" fmla="*/ 839431 w 1678861"/>
                <a:gd name="connsiteY15" fmla="*/ 8361 h 1938702"/>
                <a:gd name="connsiteX16" fmla="*/ 7225 w 1678861"/>
                <a:gd name="connsiteY16" fmla="*/ 488836 h 1938702"/>
                <a:gd name="connsiteX17" fmla="*/ 7225 w 1678861"/>
                <a:gd name="connsiteY17" fmla="*/ 1449785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6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7" y="1937647"/>
                    <a:pt x="841217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6" y="483641"/>
                  </a:lnTo>
                  <a:close/>
                  <a:moveTo>
                    <a:pt x="7225" y="1449785"/>
                  </a:moveTo>
                  <a:lnTo>
                    <a:pt x="839431" y="1930260"/>
                  </a:lnTo>
                  <a:lnTo>
                    <a:pt x="1671637" y="1449785"/>
                  </a:lnTo>
                  <a:lnTo>
                    <a:pt x="1671637" y="488836"/>
                  </a:lnTo>
                  <a:cubicBezTo>
                    <a:pt x="1671637" y="488836"/>
                    <a:pt x="839431" y="8361"/>
                    <a:pt x="839431" y="8361"/>
                  </a:cubicBezTo>
                  <a:lnTo>
                    <a:pt x="7225" y="488836"/>
                  </a:lnTo>
                  <a:lnTo>
                    <a:pt x="7225" y="1449785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Полилиния: фигура 108">
              <a:extLst>
                <a:ext uri="{FF2B5EF4-FFF2-40B4-BE49-F238E27FC236}">
                  <a16:creationId xmlns:a16="http://schemas.microsoft.com/office/drawing/2014/main" id="{5DB94444-5C71-6AEC-66D7-6AFD94C1E964}"/>
                </a:ext>
              </a:extLst>
            </p:cNvPr>
            <p:cNvSpPr/>
            <p:nvPr/>
          </p:nvSpPr>
          <p:spPr>
            <a:xfrm rot="10800000">
              <a:off x="17322782" y="6739783"/>
              <a:ext cx="956728" cy="1938621"/>
            </a:xfrm>
            <a:custGeom>
              <a:avLst/>
              <a:gdLst>
                <a:gd name="connsiteX0" fmla="*/ 119084 w 956728"/>
                <a:gd name="connsiteY0" fmla="*/ 1937566 h 1938621"/>
                <a:gd name="connsiteX1" fmla="*/ 117298 w 956728"/>
                <a:gd name="connsiteY1" fmla="*/ 1938621 h 1938621"/>
                <a:gd name="connsiteX2" fmla="*/ 0 w 956728"/>
                <a:gd name="connsiteY2" fmla="*/ 1870840 h 1938621"/>
                <a:gd name="connsiteX3" fmla="*/ 0 w 956728"/>
                <a:gd name="connsiteY3" fmla="*/ 1862479 h 1938621"/>
                <a:gd name="connsiteX4" fmla="*/ 117298 w 956728"/>
                <a:gd name="connsiteY4" fmla="*/ 1930179 h 1938621"/>
                <a:gd name="connsiteX5" fmla="*/ 949423 w 956728"/>
                <a:gd name="connsiteY5" fmla="*/ 1449704 h 1938621"/>
                <a:gd name="connsiteX6" fmla="*/ 949423 w 956728"/>
                <a:gd name="connsiteY6" fmla="*/ 488836 h 1938621"/>
                <a:gd name="connsiteX7" fmla="*/ 117298 w 956728"/>
                <a:gd name="connsiteY7" fmla="*/ 8361 h 1938621"/>
                <a:gd name="connsiteX8" fmla="*/ 0 w 956728"/>
                <a:gd name="connsiteY8" fmla="*/ 76061 h 1938621"/>
                <a:gd name="connsiteX9" fmla="*/ 0 w 956728"/>
                <a:gd name="connsiteY9" fmla="*/ 67700 h 1938621"/>
                <a:gd name="connsiteX10" fmla="*/ 115512 w 956728"/>
                <a:gd name="connsiteY10" fmla="*/ 974 h 1938621"/>
                <a:gd name="connsiteX11" fmla="*/ 117298 w 956728"/>
                <a:gd name="connsiteY11" fmla="*/ 0 h 1938621"/>
                <a:gd name="connsiteX12" fmla="*/ 954861 w 956728"/>
                <a:gd name="connsiteY12" fmla="*/ 483559 h 1938621"/>
                <a:gd name="connsiteX13" fmla="*/ 956729 w 956728"/>
                <a:gd name="connsiteY13" fmla="*/ 484615 h 1938621"/>
                <a:gd name="connsiteX14" fmla="*/ 956729 w 956728"/>
                <a:gd name="connsiteY14" fmla="*/ 1453925 h 1938621"/>
                <a:gd name="connsiteX15" fmla="*/ 119084 w 956728"/>
                <a:gd name="connsiteY15" fmla="*/ 1937566 h 193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6728" h="1938621">
                  <a:moveTo>
                    <a:pt x="119084" y="1937566"/>
                  </a:moveTo>
                  <a:lnTo>
                    <a:pt x="117298" y="1938621"/>
                  </a:lnTo>
                  <a:lnTo>
                    <a:pt x="0" y="1870840"/>
                  </a:lnTo>
                  <a:lnTo>
                    <a:pt x="0" y="1862479"/>
                  </a:lnTo>
                  <a:lnTo>
                    <a:pt x="117298" y="1930179"/>
                  </a:lnTo>
                  <a:lnTo>
                    <a:pt x="949423" y="1449704"/>
                  </a:lnTo>
                  <a:lnTo>
                    <a:pt x="949423" y="488836"/>
                  </a:lnTo>
                  <a:lnTo>
                    <a:pt x="117298" y="8361"/>
                  </a:lnTo>
                  <a:lnTo>
                    <a:pt x="0" y="76061"/>
                  </a:lnTo>
                  <a:lnTo>
                    <a:pt x="0" y="67700"/>
                  </a:lnTo>
                  <a:lnTo>
                    <a:pt x="115512" y="974"/>
                  </a:lnTo>
                  <a:lnTo>
                    <a:pt x="117298" y="0"/>
                  </a:lnTo>
                  <a:lnTo>
                    <a:pt x="954861" y="483559"/>
                  </a:lnTo>
                  <a:lnTo>
                    <a:pt x="956729" y="484615"/>
                  </a:lnTo>
                  <a:lnTo>
                    <a:pt x="956729" y="1453925"/>
                  </a:lnTo>
                  <a:lnTo>
                    <a:pt x="119084" y="193756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: фигура 109">
              <a:extLst>
                <a:ext uri="{FF2B5EF4-FFF2-40B4-BE49-F238E27FC236}">
                  <a16:creationId xmlns:a16="http://schemas.microsoft.com/office/drawing/2014/main" id="{54C7ACA8-4906-EC5F-484C-5FDBD3569EB6}"/>
                </a:ext>
              </a:extLst>
            </p:cNvPr>
            <p:cNvSpPr/>
            <p:nvPr/>
          </p:nvSpPr>
          <p:spPr>
            <a:xfrm rot="10800000">
              <a:off x="15651227" y="6739783"/>
              <a:ext cx="1678861" cy="1938702"/>
            </a:xfrm>
            <a:custGeom>
              <a:avLst/>
              <a:gdLst>
                <a:gd name="connsiteX0" fmla="*/ 1677075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6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5 w 1678861"/>
                <a:gd name="connsiteY10" fmla="*/ 483641 h 1938702"/>
                <a:gd name="connsiteX11" fmla="*/ 7306 w 1678861"/>
                <a:gd name="connsiteY11" fmla="*/ 1449786 h 1938702"/>
                <a:gd name="connsiteX12" fmla="*/ 839512 w 1678861"/>
                <a:gd name="connsiteY12" fmla="*/ 1930260 h 1938702"/>
                <a:gd name="connsiteX13" fmla="*/ 1671718 w 1678861"/>
                <a:gd name="connsiteY13" fmla="*/ 1449786 h 1938702"/>
                <a:gd name="connsiteX14" fmla="*/ 1671718 w 1678861"/>
                <a:gd name="connsiteY14" fmla="*/ 488836 h 1938702"/>
                <a:gd name="connsiteX15" fmla="*/ 839512 w 1678861"/>
                <a:gd name="connsiteY15" fmla="*/ 8361 h 1938702"/>
                <a:gd name="connsiteX16" fmla="*/ 7306 w 1678861"/>
                <a:gd name="connsiteY16" fmla="*/ 488836 h 1938702"/>
                <a:gd name="connsiteX17" fmla="*/ 7306 w 1678861"/>
                <a:gd name="connsiteY17" fmla="*/ 1449786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5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6" y="1937647"/>
                    <a:pt x="841216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5" y="483641"/>
                  </a:lnTo>
                  <a:close/>
                  <a:moveTo>
                    <a:pt x="7306" y="1449786"/>
                  </a:moveTo>
                  <a:lnTo>
                    <a:pt x="839512" y="1930260"/>
                  </a:lnTo>
                  <a:lnTo>
                    <a:pt x="1671718" y="1449786"/>
                  </a:lnTo>
                  <a:lnTo>
                    <a:pt x="1671718" y="488836"/>
                  </a:lnTo>
                  <a:cubicBezTo>
                    <a:pt x="1671718" y="488836"/>
                    <a:pt x="839512" y="8361"/>
                    <a:pt x="839512" y="8361"/>
                  </a:cubicBezTo>
                  <a:lnTo>
                    <a:pt x="7306" y="488836"/>
                  </a:lnTo>
                  <a:lnTo>
                    <a:pt x="7306" y="14497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: фигура 110">
              <a:extLst>
                <a:ext uri="{FF2B5EF4-FFF2-40B4-BE49-F238E27FC236}">
                  <a16:creationId xmlns:a16="http://schemas.microsoft.com/office/drawing/2014/main" id="{288CB0CB-9D2A-C61D-3B7A-D36B5E093B72}"/>
                </a:ext>
              </a:extLst>
            </p:cNvPr>
            <p:cNvSpPr/>
            <p:nvPr/>
          </p:nvSpPr>
          <p:spPr>
            <a:xfrm rot="10800000">
              <a:off x="13979590" y="6739783"/>
              <a:ext cx="1678861" cy="1938702"/>
            </a:xfrm>
            <a:custGeom>
              <a:avLst/>
              <a:gdLst>
                <a:gd name="connsiteX0" fmla="*/ 1677075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6 w 1678861"/>
                <a:gd name="connsiteY3" fmla="*/ 1937647 h 1938702"/>
                <a:gd name="connsiteX4" fmla="*/ 839430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0 w 1678861"/>
                <a:gd name="connsiteY9" fmla="*/ 0 h 1938702"/>
                <a:gd name="connsiteX10" fmla="*/ 1677075 w 1678861"/>
                <a:gd name="connsiteY10" fmla="*/ 483641 h 1938702"/>
                <a:gd name="connsiteX11" fmla="*/ 7306 w 1678861"/>
                <a:gd name="connsiteY11" fmla="*/ 1449786 h 1938702"/>
                <a:gd name="connsiteX12" fmla="*/ 839512 w 1678861"/>
                <a:gd name="connsiteY12" fmla="*/ 1930260 h 1938702"/>
                <a:gd name="connsiteX13" fmla="*/ 1671718 w 1678861"/>
                <a:gd name="connsiteY13" fmla="*/ 1449786 h 1938702"/>
                <a:gd name="connsiteX14" fmla="*/ 1671718 w 1678861"/>
                <a:gd name="connsiteY14" fmla="*/ 488836 h 1938702"/>
                <a:gd name="connsiteX15" fmla="*/ 839512 w 1678861"/>
                <a:gd name="connsiteY15" fmla="*/ 8361 h 1938702"/>
                <a:gd name="connsiteX16" fmla="*/ 7306 w 1678861"/>
                <a:gd name="connsiteY16" fmla="*/ 488836 h 1938702"/>
                <a:gd name="connsiteX17" fmla="*/ 7306 w 1678861"/>
                <a:gd name="connsiteY17" fmla="*/ 1449786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5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6" y="1937647"/>
                    <a:pt x="841216" y="1937647"/>
                  </a:cubicBezTo>
                  <a:lnTo>
                    <a:pt x="839430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0" y="0"/>
                  </a:lnTo>
                  <a:lnTo>
                    <a:pt x="1677075" y="483641"/>
                  </a:lnTo>
                  <a:close/>
                  <a:moveTo>
                    <a:pt x="7306" y="1449786"/>
                  </a:moveTo>
                  <a:lnTo>
                    <a:pt x="839512" y="1930260"/>
                  </a:lnTo>
                  <a:lnTo>
                    <a:pt x="1671718" y="1449786"/>
                  </a:lnTo>
                  <a:lnTo>
                    <a:pt x="1671718" y="488836"/>
                  </a:lnTo>
                  <a:cubicBezTo>
                    <a:pt x="1671718" y="488836"/>
                    <a:pt x="839512" y="8361"/>
                    <a:pt x="839512" y="8361"/>
                  </a:cubicBezTo>
                  <a:lnTo>
                    <a:pt x="7306" y="488836"/>
                  </a:lnTo>
                  <a:lnTo>
                    <a:pt x="7306" y="14497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: фигура 111">
              <a:extLst>
                <a:ext uri="{FF2B5EF4-FFF2-40B4-BE49-F238E27FC236}">
                  <a16:creationId xmlns:a16="http://schemas.microsoft.com/office/drawing/2014/main" id="{4EEE910D-246A-567B-6415-C2830837C20F}"/>
                </a:ext>
              </a:extLst>
            </p:cNvPr>
            <p:cNvSpPr/>
            <p:nvPr/>
          </p:nvSpPr>
          <p:spPr>
            <a:xfrm rot="10800000">
              <a:off x="18158560" y="8602344"/>
              <a:ext cx="120950" cy="1108931"/>
            </a:xfrm>
            <a:custGeom>
              <a:avLst/>
              <a:gdLst>
                <a:gd name="connsiteX0" fmla="*/ 0 w 120950"/>
                <a:gd name="connsiteY0" fmla="*/ 1108932 h 1108931"/>
                <a:gd name="connsiteX1" fmla="*/ 0 w 120950"/>
                <a:gd name="connsiteY1" fmla="*/ 1100571 h 1108931"/>
                <a:gd name="connsiteX2" fmla="*/ 113645 w 120950"/>
                <a:gd name="connsiteY2" fmla="*/ 1034900 h 1108931"/>
                <a:gd name="connsiteX3" fmla="*/ 113645 w 120950"/>
                <a:gd name="connsiteY3" fmla="*/ 74032 h 1108931"/>
                <a:gd name="connsiteX4" fmla="*/ 0 w 120950"/>
                <a:gd name="connsiteY4" fmla="*/ 8361 h 1108931"/>
                <a:gd name="connsiteX5" fmla="*/ 0 w 120950"/>
                <a:gd name="connsiteY5" fmla="*/ 0 h 1108931"/>
                <a:gd name="connsiteX6" fmla="*/ 119084 w 120950"/>
                <a:gd name="connsiteY6" fmla="*/ 68755 h 1108931"/>
                <a:gd name="connsiteX7" fmla="*/ 120951 w 120950"/>
                <a:gd name="connsiteY7" fmla="*/ 69811 h 1108931"/>
                <a:gd name="connsiteX8" fmla="*/ 120951 w 120950"/>
                <a:gd name="connsiteY8" fmla="*/ 1039121 h 1108931"/>
                <a:gd name="connsiteX9" fmla="*/ 0 w 120950"/>
                <a:gd name="connsiteY9" fmla="*/ 1108932 h 110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950" h="1108931">
                  <a:moveTo>
                    <a:pt x="0" y="1108932"/>
                  </a:moveTo>
                  <a:lnTo>
                    <a:pt x="0" y="1100571"/>
                  </a:lnTo>
                  <a:lnTo>
                    <a:pt x="113645" y="1034900"/>
                  </a:lnTo>
                  <a:lnTo>
                    <a:pt x="113645" y="74032"/>
                  </a:lnTo>
                  <a:lnTo>
                    <a:pt x="0" y="8361"/>
                  </a:lnTo>
                  <a:lnTo>
                    <a:pt x="0" y="0"/>
                  </a:lnTo>
                  <a:lnTo>
                    <a:pt x="119084" y="68755"/>
                  </a:lnTo>
                  <a:lnTo>
                    <a:pt x="120951" y="69811"/>
                  </a:lnTo>
                  <a:lnTo>
                    <a:pt x="120951" y="1039121"/>
                  </a:lnTo>
                  <a:lnTo>
                    <a:pt x="0" y="1108932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Полилиния: фигура 112">
              <a:extLst>
                <a:ext uri="{FF2B5EF4-FFF2-40B4-BE49-F238E27FC236}">
                  <a16:creationId xmlns:a16="http://schemas.microsoft.com/office/drawing/2014/main" id="{DD15F8E9-AAF5-E59A-570F-3639239126B5}"/>
                </a:ext>
              </a:extLst>
            </p:cNvPr>
            <p:cNvSpPr/>
            <p:nvPr/>
          </p:nvSpPr>
          <p:spPr>
            <a:xfrm rot="10800000">
              <a:off x="16487004" y="8187458"/>
              <a:ext cx="1678780" cy="1938702"/>
            </a:xfrm>
            <a:custGeom>
              <a:avLst/>
              <a:gdLst>
                <a:gd name="connsiteX0" fmla="*/ 1676994 w 1678780"/>
                <a:gd name="connsiteY0" fmla="*/ 483641 h 1938702"/>
                <a:gd name="connsiteX1" fmla="*/ 1678780 w 1678780"/>
                <a:gd name="connsiteY1" fmla="*/ 484696 h 1938702"/>
                <a:gd name="connsiteX2" fmla="*/ 1678780 w 1678780"/>
                <a:gd name="connsiteY2" fmla="*/ 1454007 h 1938702"/>
                <a:gd name="connsiteX3" fmla="*/ 841135 w 1678780"/>
                <a:gd name="connsiteY3" fmla="*/ 1937647 h 1938702"/>
                <a:gd name="connsiteX4" fmla="*/ 839350 w 1678780"/>
                <a:gd name="connsiteY4" fmla="*/ 1938703 h 1938702"/>
                <a:gd name="connsiteX5" fmla="*/ 1786 w 1678780"/>
                <a:gd name="connsiteY5" fmla="*/ 1455062 h 1938702"/>
                <a:gd name="connsiteX6" fmla="*/ 0 w 1678780"/>
                <a:gd name="connsiteY6" fmla="*/ 1454007 h 1938702"/>
                <a:gd name="connsiteX7" fmla="*/ 0 w 1678780"/>
                <a:gd name="connsiteY7" fmla="*/ 484696 h 1938702"/>
                <a:gd name="connsiteX8" fmla="*/ 837564 w 1678780"/>
                <a:gd name="connsiteY8" fmla="*/ 1055 h 1938702"/>
                <a:gd name="connsiteX9" fmla="*/ 839350 w 1678780"/>
                <a:gd name="connsiteY9" fmla="*/ 0 h 1938702"/>
                <a:gd name="connsiteX10" fmla="*/ 1676994 w 1678780"/>
                <a:gd name="connsiteY10" fmla="*/ 483641 h 1938702"/>
                <a:gd name="connsiteX11" fmla="*/ 7225 w 1678780"/>
                <a:gd name="connsiteY11" fmla="*/ 1449786 h 1938702"/>
                <a:gd name="connsiteX12" fmla="*/ 839350 w 1678780"/>
                <a:gd name="connsiteY12" fmla="*/ 1930260 h 1938702"/>
                <a:gd name="connsiteX13" fmla="*/ 1671556 w 1678780"/>
                <a:gd name="connsiteY13" fmla="*/ 1449786 h 1938702"/>
                <a:gd name="connsiteX14" fmla="*/ 1671556 w 1678780"/>
                <a:gd name="connsiteY14" fmla="*/ 488836 h 1938702"/>
                <a:gd name="connsiteX15" fmla="*/ 839350 w 1678780"/>
                <a:gd name="connsiteY15" fmla="*/ 8361 h 1938702"/>
                <a:gd name="connsiteX16" fmla="*/ 7225 w 1678780"/>
                <a:gd name="connsiteY16" fmla="*/ 488917 h 1938702"/>
                <a:gd name="connsiteX17" fmla="*/ 7225 w 1678780"/>
                <a:gd name="connsiteY17" fmla="*/ 1449867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780" h="1938702">
                  <a:moveTo>
                    <a:pt x="1676994" y="483641"/>
                  </a:moveTo>
                  <a:lnTo>
                    <a:pt x="1678780" y="484696"/>
                  </a:lnTo>
                  <a:lnTo>
                    <a:pt x="1678780" y="1454007"/>
                  </a:lnTo>
                  <a:cubicBezTo>
                    <a:pt x="1678780" y="1454007"/>
                    <a:pt x="841135" y="1937647"/>
                    <a:pt x="841135" y="1937647"/>
                  </a:cubicBezTo>
                  <a:lnTo>
                    <a:pt x="839350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564" y="1055"/>
                    <a:pt x="837564" y="1055"/>
                  </a:cubicBezTo>
                  <a:lnTo>
                    <a:pt x="839350" y="0"/>
                  </a:lnTo>
                  <a:lnTo>
                    <a:pt x="1676994" y="483641"/>
                  </a:lnTo>
                  <a:close/>
                  <a:moveTo>
                    <a:pt x="7225" y="1449786"/>
                  </a:moveTo>
                  <a:lnTo>
                    <a:pt x="839350" y="1930260"/>
                  </a:lnTo>
                  <a:lnTo>
                    <a:pt x="1671556" y="1449786"/>
                  </a:lnTo>
                  <a:lnTo>
                    <a:pt x="1671556" y="488836"/>
                  </a:lnTo>
                  <a:cubicBezTo>
                    <a:pt x="1671556" y="488836"/>
                    <a:pt x="839350" y="8361"/>
                    <a:pt x="839350" y="8361"/>
                  </a:cubicBezTo>
                  <a:lnTo>
                    <a:pt x="7225" y="488917"/>
                  </a:lnTo>
                  <a:lnTo>
                    <a:pt x="7225" y="1449867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Полилиния: фигура 113">
              <a:extLst>
                <a:ext uri="{FF2B5EF4-FFF2-40B4-BE49-F238E27FC236}">
                  <a16:creationId xmlns:a16="http://schemas.microsoft.com/office/drawing/2014/main" id="{54E6AE36-3548-D02F-522C-6190A78BC8E8}"/>
                </a:ext>
              </a:extLst>
            </p:cNvPr>
            <p:cNvSpPr/>
            <p:nvPr/>
          </p:nvSpPr>
          <p:spPr>
            <a:xfrm rot="10800000">
              <a:off x="14815368" y="8187458"/>
              <a:ext cx="1678861" cy="1938702"/>
            </a:xfrm>
            <a:custGeom>
              <a:avLst/>
              <a:gdLst>
                <a:gd name="connsiteX0" fmla="*/ 1677076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7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6 w 1678861"/>
                <a:gd name="connsiteY10" fmla="*/ 483641 h 1938702"/>
                <a:gd name="connsiteX11" fmla="*/ 7225 w 1678861"/>
                <a:gd name="connsiteY11" fmla="*/ 1449786 h 1938702"/>
                <a:gd name="connsiteX12" fmla="*/ 839431 w 1678861"/>
                <a:gd name="connsiteY12" fmla="*/ 1930260 h 1938702"/>
                <a:gd name="connsiteX13" fmla="*/ 1671637 w 1678861"/>
                <a:gd name="connsiteY13" fmla="*/ 1449786 h 1938702"/>
                <a:gd name="connsiteX14" fmla="*/ 1671637 w 1678861"/>
                <a:gd name="connsiteY14" fmla="*/ 488836 h 1938702"/>
                <a:gd name="connsiteX15" fmla="*/ 839431 w 1678861"/>
                <a:gd name="connsiteY15" fmla="*/ 8361 h 1938702"/>
                <a:gd name="connsiteX16" fmla="*/ 7225 w 1678861"/>
                <a:gd name="connsiteY16" fmla="*/ 488836 h 1938702"/>
                <a:gd name="connsiteX17" fmla="*/ 7225 w 1678861"/>
                <a:gd name="connsiteY17" fmla="*/ 1449786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6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7" y="1937647"/>
                    <a:pt x="841217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6" y="483641"/>
                  </a:lnTo>
                  <a:close/>
                  <a:moveTo>
                    <a:pt x="7225" y="1449786"/>
                  </a:moveTo>
                  <a:lnTo>
                    <a:pt x="839431" y="1930260"/>
                  </a:lnTo>
                  <a:lnTo>
                    <a:pt x="1671637" y="1449786"/>
                  </a:lnTo>
                  <a:lnTo>
                    <a:pt x="1671637" y="488836"/>
                  </a:lnTo>
                  <a:cubicBezTo>
                    <a:pt x="1671637" y="488836"/>
                    <a:pt x="839431" y="8361"/>
                    <a:pt x="839431" y="8361"/>
                  </a:cubicBezTo>
                  <a:lnTo>
                    <a:pt x="7225" y="488836"/>
                  </a:lnTo>
                  <a:lnTo>
                    <a:pt x="7225" y="14497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: фигура 114">
              <a:extLst>
                <a:ext uri="{FF2B5EF4-FFF2-40B4-BE49-F238E27FC236}">
                  <a16:creationId xmlns:a16="http://schemas.microsoft.com/office/drawing/2014/main" id="{F01A2CC0-798E-4FC2-479D-A4ECD7FEEB05}"/>
                </a:ext>
              </a:extLst>
            </p:cNvPr>
            <p:cNvSpPr/>
            <p:nvPr/>
          </p:nvSpPr>
          <p:spPr>
            <a:xfrm rot="10800000">
              <a:off x="13143731" y="8187458"/>
              <a:ext cx="1678861" cy="1938702"/>
            </a:xfrm>
            <a:custGeom>
              <a:avLst/>
              <a:gdLst>
                <a:gd name="connsiteX0" fmla="*/ 1677076 w 1678861"/>
                <a:gd name="connsiteY0" fmla="*/ 483641 h 1938702"/>
                <a:gd name="connsiteX1" fmla="*/ 1678861 w 1678861"/>
                <a:gd name="connsiteY1" fmla="*/ 484696 h 1938702"/>
                <a:gd name="connsiteX2" fmla="*/ 1678861 w 1678861"/>
                <a:gd name="connsiteY2" fmla="*/ 1454007 h 1938702"/>
                <a:gd name="connsiteX3" fmla="*/ 841217 w 1678861"/>
                <a:gd name="connsiteY3" fmla="*/ 1937647 h 1938702"/>
                <a:gd name="connsiteX4" fmla="*/ 839431 w 1678861"/>
                <a:gd name="connsiteY4" fmla="*/ 1938703 h 1938702"/>
                <a:gd name="connsiteX5" fmla="*/ 1786 w 1678861"/>
                <a:gd name="connsiteY5" fmla="*/ 1455062 h 1938702"/>
                <a:gd name="connsiteX6" fmla="*/ 0 w 1678861"/>
                <a:gd name="connsiteY6" fmla="*/ 1454007 h 1938702"/>
                <a:gd name="connsiteX7" fmla="*/ 0 w 1678861"/>
                <a:gd name="connsiteY7" fmla="*/ 484696 h 1938702"/>
                <a:gd name="connsiteX8" fmla="*/ 837645 w 1678861"/>
                <a:gd name="connsiteY8" fmla="*/ 1055 h 1938702"/>
                <a:gd name="connsiteX9" fmla="*/ 839431 w 1678861"/>
                <a:gd name="connsiteY9" fmla="*/ 0 h 1938702"/>
                <a:gd name="connsiteX10" fmla="*/ 1677076 w 1678861"/>
                <a:gd name="connsiteY10" fmla="*/ 483641 h 1938702"/>
                <a:gd name="connsiteX11" fmla="*/ 7225 w 1678861"/>
                <a:gd name="connsiteY11" fmla="*/ 1449786 h 1938702"/>
                <a:gd name="connsiteX12" fmla="*/ 839431 w 1678861"/>
                <a:gd name="connsiteY12" fmla="*/ 1930260 h 1938702"/>
                <a:gd name="connsiteX13" fmla="*/ 1671637 w 1678861"/>
                <a:gd name="connsiteY13" fmla="*/ 1449786 h 1938702"/>
                <a:gd name="connsiteX14" fmla="*/ 1671637 w 1678861"/>
                <a:gd name="connsiteY14" fmla="*/ 488836 h 1938702"/>
                <a:gd name="connsiteX15" fmla="*/ 839431 w 1678861"/>
                <a:gd name="connsiteY15" fmla="*/ 8361 h 1938702"/>
                <a:gd name="connsiteX16" fmla="*/ 7225 w 1678861"/>
                <a:gd name="connsiteY16" fmla="*/ 488836 h 1938702"/>
                <a:gd name="connsiteX17" fmla="*/ 7225 w 1678861"/>
                <a:gd name="connsiteY17" fmla="*/ 1449786 h 193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78861" h="1938702">
                  <a:moveTo>
                    <a:pt x="1677076" y="483641"/>
                  </a:moveTo>
                  <a:lnTo>
                    <a:pt x="1678861" y="484696"/>
                  </a:lnTo>
                  <a:lnTo>
                    <a:pt x="1678861" y="1454007"/>
                  </a:lnTo>
                  <a:cubicBezTo>
                    <a:pt x="1678861" y="1454007"/>
                    <a:pt x="841217" y="1937647"/>
                    <a:pt x="841217" y="1937647"/>
                  </a:cubicBezTo>
                  <a:lnTo>
                    <a:pt x="839431" y="1938703"/>
                  </a:lnTo>
                  <a:lnTo>
                    <a:pt x="1786" y="1455062"/>
                  </a:lnTo>
                  <a:lnTo>
                    <a:pt x="0" y="1454007"/>
                  </a:lnTo>
                  <a:lnTo>
                    <a:pt x="0" y="484696"/>
                  </a:lnTo>
                  <a:cubicBezTo>
                    <a:pt x="0" y="484696"/>
                    <a:pt x="837645" y="1055"/>
                    <a:pt x="837645" y="1055"/>
                  </a:cubicBezTo>
                  <a:lnTo>
                    <a:pt x="839431" y="0"/>
                  </a:lnTo>
                  <a:lnTo>
                    <a:pt x="1677076" y="483641"/>
                  </a:lnTo>
                  <a:close/>
                  <a:moveTo>
                    <a:pt x="7225" y="1449786"/>
                  </a:moveTo>
                  <a:lnTo>
                    <a:pt x="839431" y="1930260"/>
                  </a:lnTo>
                  <a:lnTo>
                    <a:pt x="1671637" y="1449786"/>
                  </a:lnTo>
                  <a:lnTo>
                    <a:pt x="1671637" y="488836"/>
                  </a:lnTo>
                  <a:cubicBezTo>
                    <a:pt x="1671637" y="488836"/>
                    <a:pt x="839431" y="8361"/>
                    <a:pt x="839431" y="8361"/>
                  </a:cubicBezTo>
                  <a:lnTo>
                    <a:pt x="7225" y="488836"/>
                  </a:lnTo>
                  <a:lnTo>
                    <a:pt x="7225" y="14497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: фигура 115">
              <a:extLst>
                <a:ext uri="{FF2B5EF4-FFF2-40B4-BE49-F238E27FC236}">
                  <a16:creationId xmlns:a16="http://schemas.microsoft.com/office/drawing/2014/main" id="{9E235812-A487-11F4-D9A5-6046FBC261B1}"/>
                </a:ext>
              </a:extLst>
            </p:cNvPr>
            <p:cNvSpPr/>
            <p:nvPr/>
          </p:nvSpPr>
          <p:spPr>
            <a:xfrm rot="10800000">
              <a:off x="17322782" y="9635133"/>
              <a:ext cx="956728" cy="767590"/>
            </a:xfrm>
            <a:custGeom>
              <a:avLst/>
              <a:gdLst>
                <a:gd name="connsiteX0" fmla="*/ 119084 w 956728"/>
                <a:gd name="connsiteY0" fmla="*/ 766536 h 767590"/>
                <a:gd name="connsiteX1" fmla="*/ 117298 w 956728"/>
                <a:gd name="connsiteY1" fmla="*/ 767591 h 767590"/>
                <a:gd name="connsiteX2" fmla="*/ 0 w 956728"/>
                <a:gd name="connsiteY2" fmla="*/ 699810 h 767590"/>
                <a:gd name="connsiteX3" fmla="*/ 0 w 956728"/>
                <a:gd name="connsiteY3" fmla="*/ 691449 h 767590"/>
                <a:gd name="connsiteX4" fmla="*/ 117298 w 956728"/>
                <a:gd name="connsiteY4" fmla="*/ 759149 h 767590"/>
                <a:gd name="connsiteX5" fmla="*/ 949423 w 956728"/>
                <a:gd name="connsiteY5" fmla="*/ 278674 h 767590"/>
                <a:gd name="connsiteX6" fmla="*/ 949423 w 956728"/>
                <a:gd name="connsiteY6" fmla="*/ 0 h 767590"/>
                <a:gd name="connsiteX7" fmla="*/ 956729 w 956728"/>
                <a:gd name="connsiteY7" fmla="*/ 0 h 767590"/>
                <a:gd name="connsiteX8" fmla="*/ 956729 w 956728"/>
                <a:gd name="connsiteY8" fmla="*/ 282895 h 767590"/>
                <a:gd name="connsiteX9" fmla="*/ 119084 w 956728"/>
                <a:gd name="connsiteY9" fmla="*/ 766536 h 76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728" h="767590">
                  <a:moveTo>
                    <a:pt x="119084" y="766536"/>
                  </a:moveTo>
                  <a:lnTo>
                    <a:pt x="117298" y="767591"/>
                  </a:lnTo>
                  <a:lnTo>
                    <a:pt x="0" y="699810"/>
                  </a:lnTo>
                  <a:lnTo>
                    <a:pt x="0" y="691449"/>
                  </a:lnTo>
                  <a:lnTo>
                    <a:pt x="117298" y="759149"/>
                  </a:lnTo>
                  <a:lnTo>
                    <a:pt x="949423" y="278674"/>
                  </a:lnTo>
                  <a:lnTo>
                    <a:pt x="949423" y="0"/>
                  </a:lnTo>
                  <a:lnTo>
                    <a:pt x="956729" y="0"/>
                  </a:lnTo>
                  <a:lnTo>
                    <a:pt x="956729" y="282895"/>
                  </a:lnTo>
                  <a:lnTo>
                    <a:pt x="119084" y="76653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: фигура 116">
              <a:extLst>
                <a:ext uri="{FF2B5EF4-FFF2-40B4-BE49-F238E27FC236}">
                  <a16:creationId xmlns:a16="http://schemas.microsoft.com/office/drawing/2014/main" id="{B68101A5-FE5F-3FDD-07C9-034E29F0D277}"/>
                </a:ext>
              </a:extLst>
            </p:cNvPr>
            <p:cNvSpPr/>
            <p:nvPr/>
          </p:nvSpPr>
          <p:spPr>
            <a:xfrm rot="10800000">
              <a:off x="15651146" y="9635133"/>
              <a:ext cx="1678942" cy="767590"/>
            </a:xfrm>
            <a:custGeom>
              <a:avLst/>
              <a:gdLst>
                <a:gd name="connsiteX0" fmla="*/ 7306 w 1678942"/>
                <a:gd name="connsiteY0" fmla="*/ 0 h 767590"/>
                <a:gd name="connsiteX1" fmla="*/ 7306 w 1678942"/>
                <a:gd name="connsiteY1" fmla="*/ 278674 h 767590"/>
                <a:gd name="connsiteX2" fmla="*/ 839512 w 1678942"/>
                <a:gd name="connsiteY2" fmla="*/ 759149 h 767590"/>
                <a:gd name="connsiteX3" fmla="*/ 1671637 w 1678942"/>
                <a:gd name="connsiteY3" fmla="*/ 278674 h 767590"/>
                <a:gd name="connsiteX4" fmla="*/ 1671637 w 1678942"/>
                <a:gd name="connsiteY4" fmla="*/ 0 h 767590"/>
                <a:gd name="connsiteX5" fmla="*/ 1678943 w 1678942"/>
                <a:gd name="connsiteY5" fmla="*/ 0 h 767590"/>
                <a:gd name="connsiteX6" fmla="*/ 1678943 w 1678942"/>
                <a:gd name="connsiteY6" fmla="*/ 282895 h 767590"/>
                <a:gd name="connsiteX7" fmla="*/ 841298 w 1678942"/>
                <a:gd name="connsiteY7" fmla="*/ 766536 h 767590"/>
                <a:gd name="connsiteX8" fmla="*/ 839512 w 1678942"/>
                <a:gd name="connsiteY8" fmla="*/ 767591 h 767590"/>
                <a:gd name="connsiteX9" fmla="*/ 1867 w 1678942"/>
                <a:gd name="connsiteY9" fmla="*/ 283950 h 767590"/>
                <a:gd name="connsiteX10" fmla="*/ 0 w 1678942"/>
                <a:gd name="connsiteY10" fmla="*/ 282895 h 767590"/>
                <a:gd name="connsiteX11" fmla="*/ 0 w 1678942"/>
                <a:gd name="connsiteY11" fmla="*/ 0 h 767590"/>
                <a:gd name="connsiteX12" fmla="*/ 7306 w 1678942"/>
                <a:gd name="connsiteY12" fmla="*/ 0 h 76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8942" h="767590">
                  <a:moveTo>
                    <a:pt x="7306" y="0"/>
                  </a:moveTo>
                  <a:lnTo>
                    <a:pt x="7306" y="278674"/>
                  </a:lnTo>
                  <a:lnTo>
                    <a:pt x="839512" y="759149"/>
                  </a:lnTo>
                  <a:lnTo>
                    <a:pt x="1671637" y="278674"/>
                  </a:lnTo>
                  <a:lnTo>
                    <a:pt x="1671637" y="0"/>
                  </a:lnTo>
                  <a:lnTo>
                    <a:pt x="1678943" y="0"/>
                  </a:lnTo>
                  <a:lnTo>
                    <a:pt x="1678943" y="282895"/>
                  </a:lnTo>
                  <a:lnTo>
                    <a:pt x="841298" y="766536"/>
                  </a:lnTo>
                  <a:lnTo>
                    <a:pt x="839512" y="767591"/>
                  </a:lnTo>
                  <a:lnTo>
                    <a:pt x="1867" y="283950"/>
                  </a:lnTo>
                  <a:lnTo>
                    <a:pt x="0" y="282895"/>
                  </a:lnTo>
                  <a:lnTo>
                    <a:pt x="0" y="0"/>
                  </a:lnTo>
                  <a:lnTo>
                    <a:pt x="730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: фигура 117">
              <a:extLst>
                <a:ext uri="{FF2B5EF4-FFF2-40B4-BE49-F238E27FC236}">
                  <a16:creationId xmlns:a16="http://schemas.microsoft.com/office/drawing/2014/main" id="{1F3B36CA-344B-D224-992C-84C281854AB7}"/>
                </a:ext>
              </a:extLst>
            </p:cNvPr>
            <p:cNvSpPr/>
            <p:nvPr/>
          </p:nvSpPr>
          <p:spPr>
            <a:xfrm rot="10800000">
              <a:off x="13979509" y="9635133"/>
              <a:ext cx="1678942" cy="767590"/>
            </a:xfrm>
            <a:custGeom>
              <a:avLst/>
              <a:gdLst>
                <a:gd name="connsiteX0" fmla="*/ 7306 w 1678942"/>
                <a:gd name="connsiteY0" fmla="*/ 0 h 767590"/>
                <a:gd name="connsiteX1" fmla="*/ 7306 w 1678942"/>
                <a:gd name="connsiteY1" fmla="*/ 278674 h 767590"/>
                <a:gd name="connsiteX2" fmla="*/ 839512 w 1678942"/>
                <a:gd name="connsiteY2" fmla="*/ 759149 h 767590"/>
                <a:gd name="connsiteX3" fmla="*/ 1671637 w 1678942"/>
                <a:gd name="connsiteY3" fmla="*/ 278674 h 767590"/>
                <a:gd name="connsiteX4" fmla="*/ 1671637 w 1678942"/>
                <a:gd name="connsiteY4" fmla="*/ 0 h 767590"/>
                <a:gd name="connsiteX5" fmla="*/ 1678942 w 1678942"/>
                <a:gd name="connsiteY5" fmla="*/ 0 h 767590"/>
                <a:gd name="connsiteX6" fmla="*/ 1678942 w 1678942"/>
                <a:gd name="connsiteY6" fmla="*/ 282895 h 767590"/>
                <a:gd name="connsiteX7" fmla="*/ 841298 w 1678942"/>
                <a:gd name="connsiteY7" fmla="*/ 766536 h 767590"/>
                <a:gd name="connsiteX8" fmla="*/ 839512 w 1678942"/>
                <a:gd name="connsiteY8" fmla="*/ 767591 h 767590"/>
                <a:gd name="connsiteX9" fmla="*/ 1867 w 1678942"/>
                <a:gd name="connsiteY9" fmla="*/ 283950 h 767590"/>
                <a:gd name="connsiteX10" fmla="*/ 0 w 1678942"/>
                <a:gd name="connsiteY10" fmla="*/ 282895 h 767590"/>
                <a:gd name="connsiteX11" fmla="*/ 0 w 1678942"/>
                <a:gd name="connsiteY11" fmla="*/ 0 h 767590"/>
                <a:gd name="connsiteX12" fmla="*/ 7306 w 1678942"/>
                <a:gd name="connsiteY12" fmla="*/ 0 h 76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8942" h="767590">
                  <a:moveTo>
                    <a:pt x="7306" y="0"/>
                  </a:moveTo>
                  <a:lnTo>
                    <a:pt x="7306" y="278674"/>
                  </a:lnTo>
                  <a:lnTo>
                    <a:pt x="839512" y="759149"/>
                  </a:lnTo>
                  <a:lnTo>
                    <a:pt x="1671637" y="278674"/>
                  </a:lnTo>
                  <a:lnTo>
                    <a:pt x="1671637" y="0"/>
                  </a:lnTo>
                  <a:lnTo>
                    <a:pt x="1678942" y="0"/>
                  </a:lnTo>
                  <a:lnTo>
                    <a:pt x="1678942" y="282895"/>
                  </a:lnTo>
                  <a:lnTo>
                    <a:pt x="841298" y="766536"/>
                  </a:lnTo>
                  <a:lnTo>
                    <a:pt x="839512" y="767591"/>
                  </a:lnTo>
                  <a:lnTo>
                    <a:pt x="1867" y="283950"/>
                  </a:lnTo>
                  <a:lnTo>
                    <a:pt x="0" y="282895"/>
                  </a:lnTo>
                  <a:lnTo>
                    <a:pt x="0" y="0"/>
                  </a:lnTo>
                  <a:lnTo>
                    <a:pt x="7306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: фигура 118">
              <a:extLst>
                <a:ext uri="{FF2B5EF4-FFF2-40B4-BE49-F238E27FC236}">
                  <a16:creationId xmlns:a16="http://schemas.microsoft.com/office/drawing/2014/main" id="{ED246394-0BBF-7060-E1D9-729E5EB62A34}"/>
                </a:ext>
              </a:extLst>
            </p:cNvPr>
            <p:cNvSpPr/>
            <p:nvPr/>
          </p:nvSpPr>
          <p:spPr>
            <a:xfrm rot="10800000">
              <a:off x="12307872" y="9635133"/>
              <a:ext cx="1678942" cy="767590"/>
            </a:xfrm>
            <a:custGeom>
              <a:avLst/>
              <a:gdLst>
                <a:gd name="connsiteX0" fmla="*/ 7305 w 1678942"/>
                <a:gd name="connsiteY0" fmla="*/ 0 h 767590"/>
                <a:gd name="connsiteX1" fmla="*/ 7305 w 1678942"/>
                <a:gd name="connsiteY1" fmla="*/ 278674 h 767590"/>
                <a:gd name="connsiteX2" fmla="*/ 839512 w 1678942"/>
                <a:gd name="connsiteY2" fmla="*/ 759149 h 767590"/>
                <a:gd name="connsiteX3" fmla="*/ 1671637 w 1678942"/>
                <a:gd name="connsiteY3" fmla="*/ 278674 h 767590"/>
                <a:gd name="connsiteX4" fmla="*/ 1671637 w 1678942"/>
                <a:gd name="connsiteY4" fmla="*/ 0 h 767590"/>
                <a:gd name="connsiteX5" fmla="*/ 1678943 w 1678942"/>
                <a:gd name="connsiteY5" fmla="*/ 0 h 767590"/>
                <a:gd name="connsiteX6" fmla="*/ 1678943 w 1678942"/>
                <a:gd name="connsiteY6" fmla="*/ 282895 h 767590"/>
                <a:gd name="connsiteX7" fmla="*/ 841298 w 1678942"/>
                <a:gd name="connsiteY7" fmla="*/ 766536 h 767590"/>
                <a:gd name="connsiteX8" fmla="*/ 839512 w 1678942"/>
                <a:gd name="connsiteY8" fmla="*/ 767591 h 767590"/>
                <a:gd name="connsiteX9" fmla="*/ 1867 w 1678942"/>
                <a:gd name="connsiteY9" fmla="*/ 283950 h 767590"/>
                <a:gd name="connsiteX10" fmla="*/ 0 w 1678942"/>
                <a:gd name="connsiteY10" fmla="*/ 282895 h 767590"/>
                <a:gd name="connsiteX11" fmla="*/ 0 w 1678942"/>
                <a:gd name="connsiteY11" fmla="*/ 0 h 767590"/>
                <a:gd name="connsiteX12" fmla="*/ 7305 w 1678942"/>
                <a:gd name="connsiteY12" fmla="*/ 0 h 76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8942" h="767590">
                  <a:moveTo>
                    <a:pt x="7305" y="0"/>
                  </a:moveTo>
                  <a:lnTo>
                    <a:pt x="7305" y="278674"/>
                  </a:lnTo>
                  <a:lnTo>
                    <a:pt x="839512" y="759149"/>
                  </a:lnTo>
                  <a:lnTo>
                    <a:pt x="1671637" y="278674"/>
                  </a:lnTo>
                  <a:lnTo>
                    <a:pt x="1671637" y="0"/>
                  </a:lnTo>
                  <a:lnTo>
                    <a:pt x="1678943" y="0"/>
                  </a:lnTo>
                  <a:lnTo>
                    <a:pt x="1678943" y="282895"/>
                  </a:lnTo>
                  <a:lnTo>
                    <a:pt x="841298" y="766536"/>
                  </a:lnTo>
                  <a:lnTo>
                    <a:pt x="839512" y="767591"/>
                  </a:lnTo>
                  <a:lnTo>
                    <a:pt x="1867" y="283950"/>
                  </a:lnTo>
                  <a:lnTo>
                    <a:pt x="0" y="282895"/>
                  </a:lnTo>
                  <a:lnTo>
                    <a:pt x="0" y="0"/>
                  </a:lnTo>
                  <a:lnTo>
                    <a:pt x="7305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: фигура 119">
              <a:extLst>
                <a:ext uri="{FF2B5EF4-FFF2-40B4-BE49-F238E27FC236}">
                  <a16:creationId xmlns:a16="http://schemas.microsoft.com/office/drawing/2014/main" id="{C349FD3B-843F-EC31-D3E2-A0B9A88F60DA}"/>
                </a:ext>
              </a:extLst>
            </p:cNvPr>
            <p:cNvSpPr/>
            <p:nvPr/>
          </p:nvSpPr>
          <p:spPr>
            <a:xfrm rot="10800000">
              <a:off x="18154176" y="1654738"/>
              <a:ext cx="125334" cy="1424377"/>
            </a:xfrm>
            <a:custGeom>
              <a:avLst/>
              <a:gdLst>
                <a:gd name="connsiteX0" fmla="*/ 0 w 125334"/>
                <a:gd name="connsiteY0" fmla="*/ 1424378 h 1424377"/>
                <a:gd name="connsiteX1" fmla="*/ 0 w 125334"/>
                <a:gd name="connsiteY1" fmla="*/ 1380706 h 1424377"/>
                <a:gd name="connsiteX2" fmla="*/ 87507 w 125334"/>
                <a:gd name="connsiteY2" fmla="*/ 1330214 h 1424377"/>
                <a:gd name="connsiteX3" fmla="*/ 87507 w 125334"/>
                <a:gd name="connsiteY3" fmla="*/ 94244 h 1424377"/>
                <a:gd name="connsiteX4" fmla="*/ 0 w 125334"/>
                <a:gd name="connsiteY4" fmla="*/ 43672 h 1424377"/>
                <a:gd name="connsiteX5" fmla="*/ 0 w 125334"/>
                <a:gd name="connsiteY5" fmla="*/ 0 h 1424377"/>
                <a:gd name="connsiteX6" fmla="*/ 125334 w 125334"/>
                <a:gd name="connsiteY6" fmla="*/ 72408 h 1424377"/>
                <a:gd name="connsiteX7" fmla="*/ 125334 w 125334"/>
                <a:gd name="connsiteY7" fmla="*/ 1352051 h 1424377"/>
                <a:gd name="connsiteX8" fmla="*/ 0 w 125334"/>
                <a:gd name="connsiteY8" fmla="*/ 1424378 h 142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334" h="1424377">
                  <a:moveTo>
                    <a:pt x="0" y="1424378"/>
                  </a:moveTo>
                  <a:lnTo>
                    <a:pt x="0" y="1380706"/>
                  </a:lnTo>
                  <a:lnTo>
                    <a:pt x="87507" y="1330214"/>
                  </a:lnTo>
                  <a:lnTo>
                    <a:pt x="87507" y="94244"/>
                  </a:lnTo>
                  <a:lnTo>
                    <a:pt x="0" y="43672"/>
                  </a:lnTo>
                  <a:lnTo>
                    <a:pt x="0" y="0"/>
                  </a:lnTo>
                  <a:lnTo>
                    <a:pt x="125334" y="72408"/>
                  </a:lnTo>
                  <a:lnTo>
                    <a:pt x="125334" y="1352051"/>
                  </a:lnTo>
                  <a:lnTo>
                    <a:pt x="0" y="142437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: фигура 120">
              <a:extLst>
                <a:ext uri="{FF2B5EF4-FFF2-40B4-BE49-F238E27FC236}">
                  <a16:creationId xmlns:a16="http://schemas.microsoft.com/office/drawing/2014/main" id="{494F2BF7-7BE6-C183-D47F-3297C5245DAC}"/>
                </a:ext>
              </a:extLst>
            </p:cNvPr>
            <p:cNvSpPr/>
            <p:nvPr/>
          </p:nvSpPr>
          <p:spPr>
            <a:xfrm rot="10800000">
              <a:off x="15975602" y="1087243"/>
              <a:ext cx="2216402" cy="2559285"/>
            </a:xfrm>
            <a:custGeom>
              <a:avLst/>
              <a:gdLst>
                <a:gd name="connsiteX0" fmla="*/ 2216402 w 2216402"/>
                <a:gd name="connsiteY0" fmla="*/ 639821 h 2559285"/>
                <a:gd name="connsiteX1" fmla="*/ 2216402 w 2216402"/>
                <a:gd name="connsiteY1" fmla="*/ 1919464 h 2559285"/>
                <a:gd name="connsiteX2" fmla="*/ 1108201 w 2216402"/>
                <a:gd name="connsiteY2" fmla="*/ 2559285 h 2559285"/>
                <a:gd name="connsiteX3" fmla="*/ 0 w 2216402"/>
                <a:gd name="connsiteY3" fmla="*/ 1919464 h 2559285"/>
                <a:gd name="connsiteX4" fmla="*/ 0 w 2216402"/>
                <a:gd name="connsiteY4" fmla="*/ 639821 h 2559285"/>
                <a:gd name="connsiteX5" fmla="*/ 1108201 w 2216402"/>
                <a:gd name="connsiteY5" fmla="*/ 0 h 2559285"/>
                <a:gd name="connsiteX6" fmla="*/ 2216402 w 2216402"/>
                <a:gd name="connsiteY6" fmla="*/ 639821 h 2559285"/>
                <a:gd name="connsiteX7" fmla="*/ 37828 w 2216402"/>
                <a:gd name="connsiteY7" fmla="*/ 1897628 h 2559285"/>
                <a:gd name="connsiteX8" fmla="*/ 1108201 w 2216402"/>
                <a:gd name="connsiteY8" fmla="*/ 2515613 h 2559285"/>
                <a:gd name="connsiteX9" fmla="*/ 2178575 w 2216402"/>
                <a:gd name="connsiteY9" fmla="*/ 1897628 h 2559285"/>
                <a:gd name="connsiteX10" fmla="*/ 2178575 w 2216402"/>
                <a:gd name="connsiteY10" fmla="*/ 661658 h 2559285"/>
                <a:gd name="connsiteX11" fmla="*/ 1108201 w 2216402"/>
                <a:gd name="connsiteY11" fmla="*/ 43672 h 2559285"/>
                <a:gd name="connsiteX12" fmla="*/ 37828 w 2216402"/>
                <a:gd name="connsiteY12" fmla="*/ 661658 h 2559285"/>
                <a:gd name="connsiteX13" fmla="*/ 37828 w 2216402"/>
                <a:gd name="connsiteY13" fmla="*/ 1897628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6402" h="2559285">
                  <a:moveTo>
                    <a:pt x="2216402" y="639821"/>
                  </a:moveTo>
                  <a:lnTo>
                    <a:pt x="2216402" y="1919464"/>
                  </a:lnTo>
                  <a:cubicBezTo>
                    <a:pt x="2216402" y="1919464"/>
                    <a:pt x="1108201" y="2559285"/>
                    <a:pt x="1108201" y="2559285"/>
                  </a:cubicBezTo>
                  <a:lnTo>
                    <a:pt x="0" y="1919464"/>
                  </a:lnTo>
                  <a:lnTo>
                    <a:pt x="0" y="639821"/>
                  </a:lnTo>
                  <a:cubicBezTo>
                    <a:pt x="0" y="639821"/>
                    <a:pt x="1108201" y="0"/>
                    <a:pt x="1108201" y="0"/>
                  </a:cubicBezTo>
                  <a:lnTo>
                    <a:pt x="2216402" y="639821"/>
                  </a:lnTo>
                  <a:close/>
                  <a:moveTo>
                    <a:pt x="37828" y="1897628"/>
                  </a:moveTo>
                  <a:lnTo>
                    <a:pt x="1108201" y="2515613"/>
                  </a:lnTo>
                  <a:lnTo>
                    <a:pt x="2178575" y="1897628"/>
                  </a:lnTo>
                  <a:lnTo>
                    <a:pt x="2178575" y="661658"/>
                  </a:lnTo>
                  <a:cubicBezTo>
                    <a:pt x="2178575" y="661658"/>
                    <a:pt x="1108201" y="43672"/>
                    <a:pt x="1108201" y="43672"/>
                  </a:cubicBezTo>
                  <a:lnTo>
                    <a:pt x="37828" y="661658"/>
                  </a:lnTo>
                  <a:lnTo>
                    <a:pt x="37828" y="18976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: фигура 121">
              <a:extLst>
                <a:ext uri="{FF2B5EF4-FFF2-40B4-BE49-F238E27FC236}">
                  <a16:creationId xmlns:a16="http://schemas.microsoft.com/office/drawing/2014/main" id="{42019D20-B6D8-A25F-7567-AFF3325B2F7B}"/>
                </a:ext>
              </a:extLst>
            </p:cNvPr>
            <p:cNvSpPr/>
            <p:nvPr/>
          </p:nvSpPr>
          <p:spPr>
            <a:xfrm rot="10800000">
              <a:off x="17064889" y="2973993"/>
              <a:ext cx="1214621" cy="2559285"/>
            </a:xfrm>
            <a:custGeom>
              <a:avLst/>
              <a:gdLst>
                <a:gd name="connsiteX0" fmla="*/ 106420 w 1214621"/>
                <a:gd name="connsiteY0" fmla="*/ 2559286 h 2559285"/>
                <a:gd name="connsiteX1" fmla="*/ 0 w 1214621"/>
                <a:gd name="connsiteY1" fmla="*/ 2497836 h 2559285"/>
                <a:gd name="connsiteX2" fmla="*/ 0 w 1214621"/>
                <a:gd name="connsiteY2" fmla="*/ 2454164 h 2559285"/>
                <a:gd name="connsiteX3" fmla="*/ 106420 w 1214621"/>
                <a:gd name="connsiteY3" fmla="*/ 2515614 h 2559285"/>
                <a:gd name="connsiteX4" fmla="*/ 1176794 w 1214621"/>
                <a:gd name="connsiteY4" fmla="*/ 1897628 h 2559285"/>
                <a:gd name="connsiteX5" fmla="*/ 1176794 w 1214621"/>
                <a:gd name="connsiteY5" fmla="*/ 661658 h 2559285"/>
                <a:gd name="connsiteX6" fmla="*/ 106420 w 1214621"/>
                <a:gd name="connsiteY6" fmla="*/ 43672 h 2559285"/>
                <a:gd name="connsiteX7" fmla="*/ 0 w 1214621"/>
                <a:gd name="connsiteY7" fmla="*/ 105122 h 2559285"/>
                <a:gd name="connsiteX8" fmla="*/ 0 w 1214621"/>
                <a:gd name="connsiteY8" fmla="*/ 61450 h 2559285"/>
                <a:gd name="connsiteX9" fmla="*/ 106420 w 1214621"/>
                <a:gd name="connsiteY9" fmla="*/ 0 h 2559285"/>
                <a:gd name="connsiteX10" fmla="*/ 1214622 w 1214621"/>
                <a:gd name="connsiteY10" fmla="*/ 639821 h 2559285"/>
                <a:gd name="connsiteX11" fmla="*/ 1214622 w 1214621"/>
                <a:gd name="connsiteY11" fmla="*/ 1919464 h 2559285"/>
                <a:gd name="connsiteX12" fmla="*/ 106420 w 1214621"/>
                <a:gd name="connsiteY12" fmla="*/ 2559286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4621" h="2559285">
                  <a:moveTo>
                    <a:pt x="106420" y="2559286"/>
                  </a:moveTo>
                  <a:lnTo>
                    <a:pt x="0" y="2497836"/>
                  </a:lnTo>
                  <a:lnTo>
                    <a:pt x="0" y="2454164"/>
                  </a:lnTo>
                  <a:lnTo>
                    <a:pt x="106420" y="2515614"/>
                  </a:lnTo>
                  <a:lnTo>
                    <a:pt x="1176794" y="1897628"/>
                  </a:lnTo>
                  <a:lnTo>
                    <a:pt x="1176794" y="661658"/>
                  </a:lnTo>
                  <a:lnTo>
                    <a:pt x="106420" y="43672"/>
                  </a:lnTo>
                  <a:lnTo>
                    <a:pt x="0" y="105122"/>
                  </a:lnTo>
                  <a:lnTo>
                    <a:pt x="0" y="61450"/>
                  </a:lnTo>
                  <a:lnTo>
                    <a:pt x="106420" y="0"/>
                  </a:lnTo>
                  <a:lnTo>
                    <a:pt x="1214622" y="639821"/>
                  </a:lnTo>
                  <a:lnTo>
                    <a:pt x="1214622" y="1919464"/>
                  </a:lnTo>
                  <a:lnTo>
                    <a:pt x="106420" y="25592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: фигура 122">
              <a:extLst>
                <a:ext uri="{FF2B5EF4-FFF2-40B4-BE49-F238E27FC236}">
                  <a16:creationId xmlns:a16="http://schemas.microsoft.com/office/drawing/2014/main" id="{88D3C185-C64F-C005-611A-944805B7388C}"/>
                </a:ext>
              </a:extLst>
            </p:cNvPr>
            <p:cNvSpPr/>
            <p:nvPr/>
          </p:nvSpPr>
          <p:spPr>
            <a:xfrm rot="10800000">
              <a:off x="14886233" y="2973993"/>
              <a:ext cx="2216402" cy="2559285"/>
            </a:xfrm>
            <a:custGeom>
              <a:avLst/>
              <a:gdLst>
                <a:gd name="connsiteX0" fmla="*/ 2216402 w 2216402"/>
                <a:gd name="connsiteY0" fmla="*/ 639821 h 2559285"/>
                <a:gd name="connsiteX1" fmla="*/ 2216402 w 2216402"/>
                <a:gd name="connsiteY1" fmla="*/ 1919464 h 2559285"/>
                <a:gd name="connsiteX2" fmla="*/ 1108201 w 2216402"/>
                <a:gd name="connsiteY2" fmla="*/ 2559286 h 2559285"/>
                <a:gd name="connsiteX3" fmla="*/ 0 w 2216402"/>
                <a:gd name="connsiteY3" fmla="*/ 1919464 h 2559285"/>
                <a:gd name="connsiteX4" fmla="*/ 0 w 2216402"/>
                <a:gd name="connsiteY4" fmla="*/ 639821 h 2559285"/>
                <a:gd name="connsiteX5" fmla="*/ 1108201 w 2216402"/>
                <a:gd name="connsiteY5" fmla="*/ 0 h 2559285"/>
                <a:gd name="connsiteX6" fmla="*/ 2216402 w 2216402"/>
                <a:gd name="connsiteY6" fmla="*/ 639821 h 2559285"/>
                <a:gd name="connsiteX7" fmla="*/ 37746 w 2216402"/>
                <a:gd name="connsiteY7" fmla="*/ 1897628 h 2559285"/>
                <a:gd name="connsiteX8" fmla="*/ 1108120 w 2216402"/>
                <a:gd name="connsiteY8" fmla="*/ 2515614 h 2559285"/>
                <a:gd name="connsiteX9" fmla="*/ 2178494 w 2216402"/>
                <a:gd name="connsiteY9" fmla="*/ 1897628 h 2559285"/>
                <a:gd name="connsiteX10" fmla="*/ 2178494 w 2216402"/>
                <a:gd name="connsiteY10" fmla="*/ 661658 h 2559285"/>
                <a:gd name="connsiteX11" fmla="*/ 1108120 w 2216402"/>
                <a:gd name="connsiteY11" fmla="*/ 43672 h 2559285"/>
                <a:gd name="connsiteX12" fmla="*/ 37746 w 2216402"/>
                <a:gd name="connsiteY12" fmla="*/ 661658 h 2559285"/>
                <a:gd name="connsiteX13" fmla="*/ 37746 w 2216402"/>
                <a:gd name="connsiteY13" fmla="*/ 1897628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6402" h="2559285">
                  <a:moveTo>
                    <a:pt x="2216402" y="639821"/>
                  </a:moveTo>
                  <a:lnTo>
                    <a:pt x="2216402" y="1919464"/>
                  </a:lnTo>
                  <a:cubicBezTo>
                    <a:pt x="2216402" y="1919464"/>
                    <a:pt x="1108201" y="2559286"/>
                    <a:pt x="1108201" y="2559286"/>
                  </a:cubicBezTo>
                  <a:lnTo>
                    <a:pt x="0" y="1919464"/>
                  </a:lnTo>
                  <a:lnTo>
                    <a:pt x="0" y="639821"/>
                  </a:lnTo>
                  <a:cubicBezTo>
                    <a:pt x="0" y="639821"/>
                    <a:pt x="1108201" y="0"/>
                    <a:pt x="1108201" y="0"/>
                  </a:cubicBezTo>
                  <a:lnTo>
                    <a:pt x="2216402" y="639821"/>
                  </a:lnTo>
                  <a:close/>
                  <a:moveTo>
                    <a:pt x="37746" y="1897628"/>
                  </a:moveTo>
                  <a:lnTo>
                    <a:pt x="1108120" y="2515614"/>
                  </a:lnTo>
                  <a:lnTo>
                    <a:pt x="2178494" y="1897628"/>
                  </a:lnTo>
                  <a:lnTo>
                    <a:pt x="2178494" y="661658"/>
                  </a:lnTo>
                  <a:cubicBezTo>
                    <a:pt x="2178494" y="661658"/>
                    <a:pt x="1108120" y="43672"/>
                    <a:pt x="1108120" y="43672"/>
                  </a:cubicBezTo>
                  <a:lnTo>
                    <a:pt x="37746" y="661658"/>
                  </a:lnTo>
                  <a:lnTo>
                    <a:pt x="37746" y="18976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: фигура 123">
              <a:extLst>
                <a:ext uri="{FF2B5EF4-FFF2-40B4-BE49-F238E27FC236}">
                  <a16:creationId xmlns:a16="http://schemas.microsoft.com/office/drawing/2014/main" id="{50518502-2A0F-155E-1311-5FEA5E9E3A31}"/>
                </a:ext>
              </a:extLst>
            </p:cNvPr>
            <p:cNvSpPr/>
            <p:nvPr/>
          </p:nvSpPr>
          <p:spPr>
            <a:xfrm rot="10800000">
              <a:off x="18154176" y="5428158"/>
              <a:ext cx="125334" cy="1424377"/>
            </a:xfrm>
            <a:custGeom>
              <a:avLst/>
              <a:gdLst>
                <a:gd name="connsiteX0" fmla="*/ 0 w 125334"/>
                <a:gd name="connsiteY0" fmla="*/ 1424378 h 1424377"/>
                <a:gd name="connsiteX1" fmla="*/ 0 w 125334"/>
                <a:gd name="connsiteY1" fmla="*/ 1380706 h 1424377"/>
                <a:gd name="connsiteX2" fmla="*/ 87507 w 125334"/>
                <a:gd name="connsiteY2" fmla="*/ 1330215 h 1424377"/>
                <a:gd name="connsiteX3" fmla="*/ 87507 w 125334"/>
                <a:gd name="connsiteY3" fmla="*/ 94244 h 1424377"/>
                <a:gd name="connsiteX4" fmla="*/ 0 w 125334"/>
                <a:gd name="connsiteY4" fmla="*/ 43672 h 1424377"/>
                <a:gd name="connsiteX5" fmla="*/ 0 w 125334"/>
                <a:gd name="connsiteY5" fmla="*/ 0 h 1424377"/>
                <a:gd name="connsiteX6" fmla="*/ 125334 w 125334"/>
                <a:gd name="connsiteY6" fmla="*/ 72408 h 1424377"/>
                <a:gd name="connsiteX7" fmla="*/ 125334 w 125334"/>
                <a:gd name="connsiteY7" fmla="*/ 1352051 h 1424377"/>
                <a:gd name="connsiteX8" fmla="*/ 0 w 125334"/>
                <a:gd name="connsiteY8" fmla="*/ 1424378 h 142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334" h="1424377">
                  <a:moveTo>
                    <a:pt x="0" y="1424378"/>
                  </a:moveTo>
                  <a:lnTo>
                    <a:pt x="0" y="1380706"/>
                  </a:lnTo>
                  <a:lnTo>
                    <a:pt x="87507" y="1330215"/>
                  </a:lnTo>
                  <a:lnTo>
                    <a:pt x="87507" y="94244"/>
                  </a:lnTo>
                  <a:lnTo>
                    <a:pt x="0" y="43672"/>
                  </a:lnTo>
                  <a:lnTo>
                    <a:pt x="0" y="0"/>
                  </a:lnTo>
                  <a:lnTo>
                    <a:pt x="125334" y="72408"/>
                  </a:lnTo>
                  <a:lnTo>
                    <a:pt x="125334" y="1352051"/>
                  </a:lnTo>
                  <a:lnTo>
                    <a:pt x="0" y="142437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: фигура 124">
              <a:extLst>
                <a:ext uri="{FF2B5EF4-FFF2-40B4-BE49-F238E27FC236}">
                  <a16:creationId xmlns:a16="http://schemas.microsoft.com/office/drawing/2014/main" id="{3B006A6F-43FF-269F-A020-5A036E2A41FA}"/>
                </a:ext>
              </a:extLst>
            </p:cNvPr>
            <p:cNvSpPr/>
            <p:nvPr/>
          </p:nvSpPr>
          <p:spPr>
            <a:xfrm rot="10800000">
              <a:off x="15975602" y="4860663"/>
              <a:ext cx="2216402" cy="2559285"/>
            </a:xfrm>
            <a:custGeom>
              <a:avLst/>
              <a:gdLst>
                <a:gd name="connsiteX0" fmla="*/ 2216402 w 2216402"/>
                <a:gd name="connsiteY0" fmla="*/ 639821 h 2559285"/>
                <a:gd name="connsiteX1" fmla="*/ 2216402 w 2216402"/>
                <a:gd name="connsiteY1" fmla="*/ 1919464 h 2559285"/>
                <a:gd name="connsiteX2" fmla="*/ 1108201 w 2216402"/>
                <a:gd name="connsiteY2" fmla="*/ 2559286 h 2559285"/>
                <a:gd name="connsiteX3" fmla="*/ 0 w 2216402"/>
                <a:gd name="connsiteY3" fmla="*/ 1919464 h 2559285"/>
                <a:gd name="connsiteX4" fmla="*/ 0 w 2216402"/>
                <a:gd name="connsiteY4" fmla="*/ 639821 h 2559285"/>
                <a:gd name="connsiteX5" fmla="*/ 1108201 w 2216402"/>
                <a:gd name="connsiteY5" fmla="*/ 0 h 2559285"/>
                <a:gd name="connsiteX6" fmla="*/ 2216402 w 2216402"/>
                <a:gd name="connsiteY6" fmla="*/ 639821 h 2559285"/>
                <a:gd name="connsiteX7" fmla="*/ 37828 w 2216402"/>
                <a:gd name="connsiteY7" fmla="*/ 1897628 h 2559285"/>
                <a:gd name="connsiteX8" fmla="*/ 1108201 w 2216402"/>
                <a:gd name="connsiteY8" fmla="*/ 2515613 h 2559285"/>
                <a:gd name="connsiteX9" fmla="*/ 2178575 w 2216402"/>
                <a:gd name="connsiteY9" fmla="*/ 1897628 h 2559285"/>
                <a:gd name="connsiteX10" fmla="*/ 2178575 w 2216402"/>
                <a:gd name="connsiteY10" fmla="*/ 661658 h 2559285"/>
                <a:gd name="connsiteX11" fmla="*/ 1108201 w 2216402"/>
                <a:gd name="connsiteY11" fmla="*/ 43672 h 2559285"/>
                <a:gd name="connsiteX12" fmla="*/ 37828 w 2216402"/>
                <a:gd name="connsiteY12" fmla="*/ 661658 h 2559285"/>
                <a:gd name="connsiteX13" fmla="*/ 37828 w 2216402"/>
                <a:gd name="connsiteY13" fmla="*/ 1897628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6402" h="2559285">
                  <a:moveTo>
                    <a:pt x="2216402" y="639821"/>
                  </a:moveTo>
                  <a:lnTo>
                    <a:pt x="2216402" y="1919464"/>
                  </a:lnTo>
                  <a:cubicBezTo>
                    <a:pt x="2216402" y="1919464"/>
                    <a:pt x="1108201" y="2559286"/>
                    <a:pt x="1108201" y="2559286"/>
                  </a:cubicBezTo>
                  <a:lnTo>
                    <a:pt x="0" y="1919464"/>
                  </a:lnTo>
                  <a:lnTo>
                    <a:pt x="0" y="639821"/>
                  </a:lnTo>
                  <a:cubicBezTo>
                    <a:pt x="0" y="639821"/>
                    <a:pt x="1108201" y="0"/>
                    <a:pt x="1108201" y="0"/>
                  </a:cubicBezTo>
                  <a:lnTo>
                    <a:pt x="2216402" y="639821"/>
                  </a:lnTo>
                  <a:close/>
                  <a:moveTo>
                    <a:pt x="37828" y="1897628"/>
                  </a:moveTo>
                  <a:lnTo>
                    <a:pt x="1108201" y="2515613"/>
                  </a:lnTo>
                  <a:lnTo>
                    <a:pt x="2178575" y="1897628"/>
                  </a:lnTo>
                  <a:lnTo>
                    <a:pt x="2178575" y="661658"/>
                  </a:lnTo>
                  <a:cubicBezTo>
                    <a:pt x="2178575" y="661658"/>
                    <a:pt x="1108201" y="43672"/>
                    <a:pt x="1108201" y="43672"/>
                  </a:cubicBezTo>
                  <a:lnTo>
                    <a:pt x="37828" y="661658"/>
                  </a:lnTo>
                  <a:lnTo>
                    <a:pt x="37828" y="18976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25">
              <a:extLst>
                <a:ext uri="{FF2B5EF4-FFF2-40B4-BE49-F238E27FC236}">
                  <a16:creationId xmlns:a16="http://schemas.microsoft.com/office/drawing/2014/main" id="{3C359755-CD41-0F24-470C-032662C0AE3C}"/>
                </a:ext>
              </a:extLst>
            </p:cNvPr>
            <p:cNvSpPr/>
            <p:nvPr/>
          </p:nvSpPr>
          <p:spPr>
            <a:xfrm rot="10800000">
              <a:off x="17064889" y="6747413"/>
              <a:ext cx="1214621" cy="2559285"/>
            </a:xfrm>
            <a:custGeom>
              <a:avLst/>
              <a:gdLst>
                <a:gd name="connsiteX0" fmla="*/ 106420 w 1214621"/>
                <a:gd name="connsiteY0" fmla="*/ 2559286 h 2559285"/>
                <a:gd name="connsiteX1" fmla="*/ 0 w 1214621"/>
                <a:gd name="connsiteY1" fmla="*/ 2497836 h 2559285"/>
                <a:gd name="connsiteX2" fmla="*/ 0 w 1214621"/>
                <a:gd name="connsiteY2" fmla="*/ 2454164 h 2559285"/>
                <a:gd name="connsiteX3" fmla="*/ 106420 w 1214621"/>
                <a:gd name="connsiteY3" fmla="*/ 2515613 h 2559285"/>
                <a:gd name="connsiteX4" fmla="*/ 1176794 w 1214621"/>
                <a:gd name="connsiteY4" fmla="*/ 1897628 h 2559285"/>
                <a:gd name="connsiteX5" fmla="*/ 1176794 w 1214621"/>
                <a:gd name="connsiteY5" fmla="*/ 661658 h 2559285"/>
                <a:gd name="connsiteX6" fmla="*/ 106420 w 1214621"/>
                <a:gd name="connsiteY6" fmla="*/ 43672 h 2559285"/>
                <a:gd name="connsiteX7" fmla="*/ 0 w 1214621"/>
                <a:gd name="connsiteY7" fmla="*/ 105122 h 2559285"/>
                <a:gd name="connsiteX8" fmla="*/ 0 w 1214621"/>
                <a:gd name="connsiteY8" fmla="*/ 61450 h 2559285"/>
                <a:gd name="connsiteX9" fmla="*/ 106420 w 1214621"/>
                <a:gd name="connsiteY9" fmla="*/ 0 h 2559285"/>
                <a:gd name="connsiteX10" fmla="*/ 1214622 w 1214621"/>
                <a:gd name="connsiteY10" fmla="*/ 639821 h 2559285"/>
                <a:gd name="connsiteX11" fmla="*/ 1214622 w 1214621"/>
                <a:gd name="connsiteY11" fmla="*/ 1919464 h 2559285"/>
                <a:gd name="connsiteX12" fmla="*/ 106420 w 1214621"/>
                <a:gd name="connsiteY12" fmla="*/ 2559286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4621" h="2559285">
                  <a:moveTo>
                    <a:pt x="106420" y="2559286"/>
                  </a:moveTo>
                  <a:lnTo>
                    <a:pt x="0" y="2497836"/>
                  </a:lnTo>
                  <a:lnTo>
                    <a:pt x="0" y="2454164"/>
                  </a:lnTo>
                  <a:lnTo>
                    <a:pt x="106420" y="2515613"/>
                  </a:lnTo>
                  <a:lnTo>
                    <a:pt x="1176794" y="1897628"/>
                  </a:lnTo>
                  <a:lnTo>
                    <a:pt x="1176794" y="661658"/>
                  </a:lnTo>
                  <a:lnTo>
                    <a:pt x="106420" y="43672"/>
                  </a:lnTo>
                  <a:lnTo>
                    <a:pt x="0" y="105122"/>
                  </a:lnTo>
                  <a:lnTo>
                    <a:pt x="0" y="61450"/>
                  </a:lnTo>
                  <a:lnTo>
                    <a:pt x="106420" y="0"/>
                  </a:lnTo>
                  <a:lnTo>
                    <a:pt x="1214622" y="639821"/>
                  </a:lnTo>
                  <a:lnTo>
                    <a:pt x="1214622" y="1919464"/>
                  </a:lnTo>
                  <a:lnTo>
                    <a:pt x="106420" y="2559286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26">
              <a:extLst>
                <a:ext uri="{FF2B5EF4-FFF2-40B4-BE49-F238E27FC236}">
                  <a16:creationId xmlns:a16="http://schemas.microsoft.com/office/drawing/2014/main" id="{6F169ABB-F818-D565-8B88-305D8BD5C412}"/>
                </a:ext>
              </a:extLst>
            </p:cNvPr>
            <p:cNvSpPr/>
            <p:nvPr/>
          </p:nvSpPr>
          <p:spPr>
            <a:xfrm rot="10800000">
              <a:off x="14886233" y="6747413"/>
              <a:ext cx="2216402" cy="2559285"/>
            </a:xfrm>
            <a:custGeom>
              <a:avLst/>
              <a:gdLst>
                <a:gd name="connsiteX0" fmla="*/ 2216402 w 2216402"/>
                <a:gd name="connsiteY0" fmla="*/ 639821 h 2559285"/>
                <a:gd name="connsiteX1" fmla="*/ 2216402 w 2216402"/>
                <a:gd name="connsiteY1" fmla="*/ 1919464 h 2559285"/>
                <a:gd name="connsiteX2" fmla="*/ 1108201 w 2216402"/>
                <a:gd name="connsiteY2" fmla="*/ 2559286 h 2559285"/>
                <a:gd name="connsiteX3" fmla="*/ 0 w 2216402"/>
                <a:gd name="connsiteY3" fmla="*/ 1919464 h 2559285"/>
                <a:gd name="connsiteX4" fmla="*/ 0 w 2216402"/>
                <a:gd name="connsiteY4" fmla="*/ 639821 h 2559285"/>
                <a:gd name="connsiteX5" fmla="*/ 1108201 w 2216402"/>
                <a:gd name="connsiteY5" fmla="*/ 0 h 2559285"/>
                <a:gd name="connsiteX6" fmla="*/ 2216402 w 2216402"/>
                <a:gd name="connsiteY6" fmla="*/ 639821 h 2559285"/>
                <a:gd name="connsiteX7" fmla="*/ 37746 w 2216402"/>
                <a:gd name="connsiteY7" fmla="*/ 1897628 h 2559285"/>
                <a:gd name="connsiteX8" fmla="*/ 1108120 w 2216402"/>
                <a:gd name="connsiteY8" fmla="*/ 2515613 h 2559285"/>
                <a:gd name="connsiteX9" fmla="*/ 2178494 w 2216402"/>
                <a:gd name="connsiteY9" fmla="*/ 1897628 h 2559285"/>
                <a:gd name="connsiteX10" fmla="*/ 2178494 w 2216402"/>
                <a:gd name="connsiteY10" fmla="*/ 661658 h 2559285"/>
                <a:gd name="connsiteX11" fmla="*/ 1108120 w 2216402"/>
                <a:gd name="connsiteY11" fmla="*/ 43672 h 2559285"/>
                <a:gd name="connsiteX12" fmla="*/ 37746 w 2216402"/>
                <a:gd name="connsiteY12" fmla="*/ 661658 h 2559285"/>
                <a:gd name="connsiteX13" fmla="*/ 37746 w 2216402"/>
                <a:gd name="connsiteY13" fmla="*/ 1897628 h 255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6402" h="2559285">
                  <a:moveTo>
                    <a:pt x="2216402" y="639821"/>
                  </a:moveTo>
                  <a:lnTo>
                    <a:pt x="2216402" y="1919464"/>
                  </a:lnTo>
                  <a:cubicBezTo>
                    <a:pt x="2216402" y="1919464"/>
                    <a:pt x="1108201" y="2559286"/>
                    <a:pt x="1108201" y="2559286"/>
                  </a:cubicBezTo>
                  <a:lnTo>
                    <a:pt x="0" y="1919464"/>
                  </a:lnTo>
                  <a:lnTo>
                    <a:pt x="0" y="639821"/>
                  </a:lnTo>
                  <a:cubicBezTo>
                    <a:pt x="0" y="639821"/>
                    <a:pt x="1108201" y="0"/>
                    <a:pt x="1108201" y="0"/>
                  </a:cubicBezTo>
                  <a:lnTo>
                    <a:pt x="2216402" y="639821"/>
                  </a:lnTo>
                  <a:close/>
                  <a:moveTo>
                    <a:pt x="37746" y="1897628"/>
                  </a:moveTo>
                  <a:lnTo>
                    <a:pt x="1108120" y="2515613"/>
                  </a:lnTo>
                  <a:lnTo>
                    <a:pt x="2178494" y="1897628"/>
                  </a:lnTo>
                  <a:lnTo>
                    <a:pt x="2178494" y="661658"/>
                  </a:lnTo>
                  <a:cubicBezTo>
                    <a:pt x="2178494" y="661658"/>
                    <a:pt x="1108120" y="43672"/>
                    <a:pt x="1108120" y="43672"/>
                  </a:cubicBezTo>
                  <a:lnTo>
                    <a:pt x="37746" y="661658"/>
                  </a:lnTo>
                  <a:lnTo>
                    <a:pt x="37746" y="1897628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27">
              <a:extLst>
                <a:ext uri="{FF2B5EF4-FFF2-40B4-BE49-F238E27FC236}">
                  <a16:creationId xmlns:a16="http://schemas.microsoft.com/office/drawing/2014/main" id="{2BCD8E93-7E45-D5B2-DF24-46E7C9FBA7CA}"/>
                </a:ext>
              </a:extLst>
            </p:cNvPr>
            <p:cNvSpPr/>
            <p:nvPr/>
          </p:nvSpPr>
          <p:spPr>
            <a:xfrm rot="10800000">
              <a:off x="18154176" y="9201577"/>
              <a:ext cx="125334" cy="1201146"/>
            </a:xfrm>
            <a:custGeom>
              <a:avLst/>
              <a:gdLst>
                <a:gd name="connsiteX0" fmla="*/ 0 w 125334"/>
                <a:gd name="connsiteY0" fmla="*/ 1201147 h 1201146"/>
                <a:gd name="connsiteX1" fmla="*/ 0 w 125334"/>
                <a:gd name="connsiteY1" fmla="*/ 1157474 h 1201146"/>
                <a:gd name="connsiteX2" fmla="*/ 87507 w 125334"/>
                <a:gd name="connsiteY2" fmla="*/ 1106984 h 1201146"/>
                <a:gd name="connsiteX3" fmla="*/ 87507 w 125334"/>
                <a:gd name="connsiteY3" fmla="*/ 0 h 1201146"/>
                <a:gd name="connsiteX4" fmla="*/ 125334 w 125334"/>
                <a:gd name="connsiteY4" fmla="*/ 0 h 1201146"/>
                <a:gd name="connsiteX5" fmla="*/ 125334 w 125334"/>
                <a:gd name="connsiteY5" fmla="*/ 1128820 h 1201146"/>
                <a:gd name="connsiteX6" fmla="*/ 0 w 125334"/>
                <a:gd name="connsiteY6" fmla="*/ 1201147 h 120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5334" h="1201146">
                  <a:moveTo>
                    <a:pt x="0" y="1201147"/>
                  </a:moveTo>
                  <a:lnTo>
                    <a:pt x="0" y="1157474"/>
                  </a:lnTo>
                  <a:lnTo>
                    <a:pt x="87507" y="1106984"/>
                  </a:lnTo>
                  <a:lnTo>
                    <a:pt x="87507" y="0"/>
                  </a:lnTo>
                  <a:lnTo>
                    <a:pt x="125334" y="0"/>
                  </a:lnTo>
                  <a:lnTo>
                    <a:pt x="125334" y="1128820"/>
                  </a:lnTo>
                  <a:lnTo>
                    <a:pt x="0" y="1201147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28">
              <a:extLst>
                <a:ext uri="{FF2B5EF4-FFF2-40B4-BE49-F238E27FC236}">
                  <a16:creationId xmlns:a16="http://schemas.microsoft.com/office/drawing/2014/main" id="{0C802E59-C993-AD62-3D88-A777255362AC}"/>
                </a:ext>
              </a:extLst>
            </p:cNvPr>
            <p:cNvSpPr/>
            <p:nvPr/>
          </p:nvSpPr>
          <p:spPr>
            <a:xfrm rot="10800000">
              <a:off x="15975602" y="8634083"/>
              <a:ext cx="2216402" cy="1768640"/>
            </a:xfrm>
            <a:custGeom>
              <a:avLst/>
              <a:gdLst>
                <a:gd name="connsiteX0" fmla="*/ 37828 w 2216402"/>
                <a:gd name="connsiteY0" fmla="*/ 0 h 1768640"/>
                <a:gd name="connsiteX1" fmla="*/ 37828 w 2216402"/>
                <a:gd name="connsiteY1" fmla="*/ 1106984 h 1768640"/>
                <a:gd name="connsiteX2" fmla="*/ 1108201 w 2216402"/>
                <a:gd name="connsiteY2" fmla="*/ 1724969 h 1768640"/>
                <a:gd name="connsiteX3" fmla="*/ 2178575 w 2216402"/>
                <a:gd name="connsiteY3" fmla="*/ 1106984 h 1768640"/>
                <a:gd name="connsiteX4" fmla="*/ 2178575 w 2216402"/>
                <a:gd name="connsiteY4" fmla="*/ 0 h 1768640"/>
                <a:gd name="connsiteX5" fmla="*/ 2216402 w 2216402"/>
                <a:gd name="connsiteY5" fmla="*/ 0 h 1768640"/>
                <a:gd name="connsiteX6" fmla="*/ 2216402 w 2216402"/>
                <a:gd name="connsiteY6" fmla="*/ 1128820 h 1768640"/>
                <a:gd name="connsiteX7" fmla="*/ 1108201 w 2216402"/>
                <a:gd name="connsiteY7" fmla="*/ 1768641 h 1768640"/>
                <a:gd name="connsiteX8" fmla="*/ 0 w 2216402"/>
                <a:gd name="connsiteY8" fmla="*/ 1128820 h 1768640"/>
                <a:gd name="connsiteX9" fmla="*/ 0 w 2216402"/>
                <a:gd name="connsiteY9" fmla="*/ 0 h 1768640"/>
                <a:gd name="connsiteX10" fmla="*/ 37828 w 2216402"/>
                <a:gd name="connsiteY10" fmla="*/ 0 h 176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16402" h="1768640">
                  <a:moveTo>
                    <a:pt x="37828" y="0"/>
                  </a:moveTo>
                  <a:lnTo>
                    <a:pt x="37828" y="1106984"/>
                  </a:lnTo>
                  <a:lnTo>
                    <a:pt x="1108201" y="1724969"/>
                  </a:lnTo>
                  <a:lnTo>
                    <a:pt x="2178575" y="1106984"/>
                  </a:lnTo>
                  <a:lnTo>
                    <a:pt x="2178575" y="0"/>
                  </a:lnTo>
                  <a:lnTo>
                    <a:pt x="2216402" y="0"/>
                  </a:lnTo>
                  <a:lnTo>
                    <a:pt x="2216402" y="1128820"/>
                  </a:lnTo>
                  <a:lnTo>
                    <a:pt x="1108201" y="1768641"/>
                  </a:lnTo>
                  <a:lnTo>
                    <a:pt x="0" y="1128820"/>
                  </a:lnTo>
                  <a:lnTo>
                    <a:pt x="0" y="0"/>
                  </a:lnTo>
                  <a:lnTo>
                    <a:pt x="3782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129">
              <a:extLst>
                <a:ext uri="{FF2B5EF4-FFF2-40B4-BE49-F238E27FC236}">
                  <a16:creationId xmlns:a16="http://schemas.microsoft.com/office/drawing/2014/main" id="{02E3A65A-1D60-84E5-97BE-C6700D43A552}"/>
                </a:ext>
              </a:extLst>
            </p:cNvPr>
            <p:cNvSpPr/>
            <p:nvPr/>
          </p:nvSpPr>
          <p:spPr>
            <a:xfrm rot="10800000">
              <a:off x="13796946" y="8634083"/>
              <a:ext cx="2216483" cy="1768640"/>
            </a:xfrm>
            <a:custGeom>
              <a:avLst/>
              <a:gdLst>
                <a:gd name="connsiteX0" fmla="*/ 37828 w 2216483"/>
                <a:gd name="connsiteY0" fmla="*/ 0 h 1768640"/>
                <a:gd name="connsiteX1" fmla="*/ 37828 w 2216483"/>
                <a:gd name="connsiteY1" fmla="*/ 1106984 h 1768640"/>
                <a:gd name="connsiteX2" fmla="*/ 1108282 w 2216483"/>
                <a:gd name="connsiteY2" fmla="*/ 1724969 h 1768640"/>
                <a:gd name="connsiteX3" fmla="*/ 2178656 w 2216483"/>
                <a:gd name="connsiteY3" fmla="*/ 1106984 h 1768640"/>
                <a:gd name="connsiteX4" fmla="*/ 2178656 w 2216483"/>
                <a:gd name="connsiteY4" fmla="*/ 0 h 1768640"/>
                <a:gd name="connsiteX5" fmla="*/ 2216484 w 2216483"/>
                <a:gd name="connsiteY5" fmla="*/ 0 h 1768640"/>
                <a:gd name="connsiteX6" fmla="*/ 2216484 w 2216483"/>
                <a:gd name="connsiteY6" fmla="*/ 1128820 h 1768640"/>
                <a:gd name="connsiteX7" fmla="*/ 1108282 w 2216483"/>
                <a:gd name="connsiteY7" fmla="*/ 1768641 h 1768640"/>
                <a:gd name="connsiteX8" fmla="*/ 0 w 2216483"/>
                <a:gd name="connsiteY8" fmla="*/ 1128820 h 1768640"/>
                <a:gd name="connsiteX9" fmla="*/ 0 w 2216483"/>
                <a:gd name="connsiteY9" fmla="*/ 0 h 1768640"/>
                <a:gd name="connsiteX10" fmla="*/ 37828 w 2216483"/>
                <a:gd name="connsiteY10" fmla="*/ 0 h 176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16483" h="1768640">
                  <a:moveTo>
                    <a:pt x="37828" y="0"/>
                  </a:moveTo>
                  <a:lnTo>
                    <a:pt x="37828" y="1106984"/>
                  </a:lnTo>
                  <a:lnTo>
                    <a:pt x="1108282" y="1724969"/>
                  </a:lnTo>
                  <a:lnTo>
                    <a:pt x="2178656" y="1106984"/>
                  </a:lnTo>
                  <a:lnTo>
                    <a:pt x="2178656" y="0"/>
                  </a:lnTo>
                  <a:lnTo>
                    <a:pt x="2216484" y="0"/>
                  </a:lnTo>
                  <a:lnTo>
                    <a:pt x="2216484" y="1128820"/>
                  </a:lnTo>
                  <a:lnTo>
                    <a:pt x="1108282" y="1768641"/>
                  </a:lnTo>
                  <a:lnTo>
                    <a:pt x="0" y="1128820"/>
                  </a:lnTo>
                  <a:lnTo>
                    <a:pt x="0" y="0"/>
                  </a:lnTo>
                  <a:lnTo>
                    <a:pt x="3782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130">
              <a:extLst>
                <a:ext uri="{FF2B5EF4-FFF2-40B4-BE49-F238E27FC236}">
                  <a16:creationId xmlns:a16="http://schemas.microsoft.com/office/drawing/2014/main" id="{0D2C9270-B092-A61B-49BA-E8C61A5ECC38}"/>
                </a:ext>
              </a:extLst>
            </p:cNvPr>
            <p:cNvSpPr/>
            <p:nvPr/>
          </p:nvSpPr>
          <p:spPr>
            <a:xfrm rot="10800000">
              <a:off x="11618372" y="8634083"/>
              <a:ext cx="2216402" cy="1768640"/>
            </a:xfrm>
            <a:custGeom>
              <a:avLst/>
              <a:gdLst>
                <a:gd name="connsiteX0" fmla="*/ 37828 w 2216402"/>
                <a:gd name="connsiteY0" fmla="*/ 0 h 1768640"/>
                <a:gd name="connsiteX1" fmla="*/ 37828 w 2216402"/>
                <a:gd name="connsiteY1" fmla="*/ 1106984 h 1768640"/>
                <a:gd name="connsiteX2" fmla="*/ 1108201 w 2216402"/>
                <a:gd name="connsiteY2" fmla="*/ 1724969 h 1768640"/>
                <a:gd name="connsiteX3" fmla="*/ 2178575 w 2216402"/>
                <a:gd name="connsiteY3" fmla="*/ 1106984 h 1768640"/>
                <a:gd name="connsiteX4" fmla="*/ 2178575 w 2216402"/>
                <a:gd name="connsiteY4" fmla="*/ 0 h 1768640"/>
                <a:gd name="connsiteX5" fmla="*/ 2216403 w 2216402"/>
                <a:gd name="connsiteY5" fmla="*/ 0 h 1768640"/>
                <a:gd name="connsiteX6" fmla="*/ 2216403 w 2216402"/>
                <a:gd name="connsiteY6" fmla="*/ 1128820 h 1768640"/>
                <a:gd name="connsiteX7" fmla="*/ 1108201 w 2216402"/>
                <a:gd name="connsiteY7" fmla="*/ 1768641 h 1768640"/>
                <a:gd name="connsiteX8" fmla="*/ 0 w 2216402"/>
                <a:gd name="connsiteY8" fmla="*/ 1128820 h 1768640"/>
                <a:gd name="connsiteX9" fmla="*/ 0 w 2216402"/>
                <a:gd name="connsiteY9" fmla="*/ 0 h 1768640"/>
                <a:gd name="connsiteX10" fmla="*/ 37828 w 2216402"/>
                <a:gd name="connsiteY10" fmla="*/ 0 h 176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16402" h="1768640">
                  <a:moveTo>
                    <a:pt x="37828" y="0"/>
                  </a:moveTo>
                  <a:lnTo>
                    <a:pt x="37828" y="1106984"/>
                  </a:lnTo>
                  <a:lnTo>
                    <a:pt x="1108201" y="1724969"/>
                  </a:lnTo>
                  <a:lnTo>
                    <a:pt x="2178575" y="1106984"/>
                  </a:lnTo>
                  <a:lnTo>
                    <a:pt x="2178575" y="0"/>
                  </a:lnTo>
                  <a:lnTo>
                    <a:pt x="2216403" y="0"/>
                  </a:lnTo>
                  <a:lnTo>
                    <a:pt x="2216403" y="1128820"/>
                  </a:lnTo>
                  <a:lnTo>
                    <a:pt x="1108201" y="1768641"/>
                  </a:lnTo>
                  <a:lnTo>
                    <a:pt x="0" y="1128820"/>
                  </a:lnTo>
                  <a:lnTo>
                    <a:pt x="0" y="0"/>
                  </a:lnTo>
                  <a:lnTo>
                    <a:pt x="3782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131">
              <a:extLst>
                <a:ext uri="{FF2B5EF4-FFF2-40B4-BE49-F238E27FC236}">
                  <a16:creationId xmlns:a16="http://schemas.microsoft.com/office/drawing/2014/main" id="{5B427B5A-E237-9DD2-9792-E60FEBB60877}"/>
                </a:ext>
              </a:extLst>
            </p:cNvPr>
            <p:cNvSpPr/>
            <p:nvPr/>
          </p:nvSpPr>
          <p:spPr>
            <a:xfrm rot="10800000">
              <a:off x="9439798" y="8634083"/>
              <a:ext cx="2216401" cy="1768640"/>
            </a:xfrm>
            <a:custGeom>
              <a:avLst/>
              <a:gdLst>
                <a:gd name="connsiteX0" fmla="*/ 37828 w 2216401"/>
                <a:gd name="connsiteY0" fmla="*/ 0 h 1768640"/>
                <a:gd name="connsiteX1" fmla="*/ 37828 w 2216401"/>
                <a:gd name="connsiteY1" fmla="*/ 1106984 h 1768640"/>
                <a:gd name="connsiteX2" fmla="*/ 1108201 w 2216401"/>
                <a:gd name="connsiteY2" fmla="*/ 1724969 h 1768640"/>
                <a:gd name="connsiteX3" fmla="*/ 2178575 w 2216401"/>
                <a:gd name="connsiteY3" fmla="*/ 1106984 h 1768640"/>
                <a:gd name="connsiteX4" fmla="*/ 2178575 w 2216401"/>
                <a:gd name="connsiteY4" fmla="*/ 0 h 1768640"/>
                <a:gd name="connsiteX5" fmla="*/ 2216402 w 2216401"/>
                <a:gd name="connsiteY5" fmla="*/ 0 h 1768640"/>
                <a:gd name="connsiteX6" fmla="*/ 2216402 w 2216401"/>
                <a:gd name="connsiteY6" fmla="*/ 1128820 h 1768640"/>
                <a:gd name="connsiteX7" fmla="*/ 1108201 w 2216401"/>
                <a:gd name="connsiteY7" fmla="*/ 1768641 h 1768640"/>
                <a:gd name="connsiteX8" fmla="*/ 0 w 2216401"/>
                <a:gd name="connsiteY8" fmla="*/ 1128820 h 1768640"/>
                <a:gd name="connsiteX9" fmla="*/ 0 w 2216401"/>
                <a:gd name="connsiteY9" fmla="*/ 0 h 1768640"/>
                <a:gd name="connsiteX10" fmla="*/ 37828 w 2216401"/>
                <a:gd name="connsiteY10" fmla="*/ 0 h 176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16401" h="1768640">
                  <a:moveTo>
                    <a:pt x="37828" y="0"/>
                  </a:moveTo>
                  <a:lnTo>
                    <a:pt x="37828" y="1106984"/>
                  </a:lnTo>
                  <a:lnTo>
                    <a:pt x="1108201" y="1724969"/>
                  </a:lnTo>
                  <a:lnTo>
                    <a:pt x="2178575" y="1106984"/>
                  </a:lnTo>
                  <a:lnTo>
                    <a:pt x="2178575" y="0"/>
                  </a:lnTo>
                  <a:lnTo>
                    <a:pt x="2216402" y="0"/>
                  </a:lnTo>
                  <a:lnTo>
                    <a:pt x="2216402" y="1128820"/>
                  </a:lnTo>
                  <a:lnTo>
                    <a:pt x="1108201" y="1768641"/>
                  </a:lnTo>
                  <a:lnTo>
                    <a:pt x="0" y="1128820"/>
                  </a:lnTo>
                  <a:lnTo>
                    <a:pt x="0" y="0"/>
                  </a:lnTo>
                  <a:lnTo>
                    <a:pt x="37828" y="0"/>
                  </a:ln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132">
              <a:extLst>
                <a:ext uri="{FF2B5EF4-FFF2-40B4-BE49-F238E27FC236}">
                  <a16:creationId xmlns:a16="http://schemas.microsoft.com/office/drawing/2014/main" id="{ACE3D5AF-742D-3B0D-8C2B-E59814C70557}"/>
                </a:ext>
              </a:extLst>
            </p:cNvPr>
            <p:cNvSpPr/>
            <p:nvPr/>
          </p:nvSpPr>
          <p:spPr>
            <a:xfrm rot="10800000">
              <a:off x="17271724" y="4276528"/>
              <a:ext cx="109423" cy="109423"/>
            </a:xfrm>
            <a:custGeom>
              <a:avLst/>
              <a:gdLst>
                <a:gd name="connsiteX0" fmla="*/ 0 w 109423"/>
                <a:gd name="connsiteY0" fmla="*/ 54712 h 109423"/>
                <a:gd name="connsiteX1" fmla="*/ 54712 w 109423"/>
                <a:gd name="connsiteY1" fmla="*/ 0 h 109423"/>
                <a:gd name="connsiteX2" fmla="*/ 109424 w 109423"/>
                <a:gd name="connsiteY2" fmla="*/ 54712 h 109423"/>
                <a:gd name="connsiteX3" fmla="*/ 54712 w 109423"/>
                <a:gd name="connsiteY3" fmla="*/ 109424 h 109423"/>
                <a:gd name="connsiteX4" fmla="*/ 0 w 109423"/>
                <a:gd name="connsiteY4" fmla="*/ 54712 h 10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423" h="109423">
                  <a:moveTo>
                    <a:pt x="0" y="54712"/>
                  </a:moveTo>
                  <a:cubicBezTo>
                    <a:pt x="0" y="24515"/>
                    <a:pt x="24515" y="0"/>
                    <a:pt x="54712" y="0"/>
                  </a:cubicBezTo>
                  <a:cubicBezTo>
                    <a:pt x="84909" y="0"/>
                    <a:pt x="109424" y="24515"/>
                    <a:pt x="109424" y="54712"/>
                  </a:cubicBezTo>
                  <a:cubicBezTo>
                    <a:pt x="109424" y="84909"/>
                    <a:pt x="84909" y="109424"/>
                    <a:pt x="54712" y="109424"/>
                  </a:cubicBezTo>
                  <a:cubicBezTo>
                    <a:pt x="24515" y="109424"/>
                    <a:pt x="0" y="84909"/>
                    <a:pt x="0" y="5471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133">
              <a:extLst>
                <a:ext uri="{FF2B5EF4-FFF2-40B4-BE49-F238E27FC236}">
                  <a16:creationId xmlns:a16="http://schemas.microsoft.com/office/drawing/2014/main" id="{BB23EA4C-E2DF-E1F9-9791-64F38107A7C4}"/>
                </a:ext>
              </a:extLst>
            </p:cNvPr>
            <p:cNvSpPr/>
            <p:nvPr/>
          </p:nvSpPr>
          <p:spPr>
            <a:xfrm rot="10800000">
              <a:off x="18055630" y="3742071"/>
              <a:ext cx="213165" cy="213165"/>
            </a:xfrm>
            <a:custGeom>
              <a:avLst/>
              <a:gdLst>
                <a:gd name="connsiteX0" fmla="*/ 106583 w 213165"/>
                <a:gd name="connsiteY0" fmla="*/ 0 h 213165"/>
                <a:gd name="connsiteX1" fmla="*/ 213166 w 213165"/>
                <a:gd name="connsiteY1" fmla="*/ 106583 h 213165"/>
                <a:gd name="connsiteX2" fmla="*/ 106583 w 213165"/>
                <a:gd name="connsiteY2" fmla="*/ 213165 h 213165"/>
                <a:gd name="connsiteX3" fmla="*/ 0 w 213165"/>
                <a:gd name="connsiteY3" fmla="*/ 106583 h 213165"/>
                <a:gd name="connsiteX4" fmla="*/ 106583 w 213165"/>
                <a:gd name="connsiteY4" fmla="*/ 0 h 213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165" h="213165">
                  <a:moveTo>
                    <a:pt x="106583" y="0"/>
                  </a:moveTo>
                  <a:cubicBezTo>
                    <a:pt x="165435" y="0"/>
                    <a:pt x="213166" y="47731"/>
                    <a:pt x="213166" y="106583"/>
                  </a:cubicBezTo>
                  <a:cubicBezTo>
                    <a:pt x="213166" y="165435"/>
                    <a:pt x="165435" y="213165"/>
                    <a:pt x="106583" y="213165"/>
                  </a:cubicBezTo>
                  <a:cubicBezTo>
                    <a:pt x="47731" y="213165"/>
                    <a:pt x="0" y="165435"/>
                    <a:pt x="0" y="106583"/>
                  </a:cubicBezTo>
                  <a:cubicBezTo>
                    <a:pt x="0" y="47731"/>
                    <a:pt x="47731" y="0"/>
                    <a:pt x="106583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134">
              <a:extLst>
                <a:ext uri="{FF2B5EF4-FFF2-40B4-BE49-F238E27FC236}">
                  <a16:creationId xmlns:a16="http://schemas.microsoft.com/office/drawing/2014/main" id="{0004CF60-F213-AAF3-A906-D9DDC97F6CA4}"/>
                </a:ext>
              </a:extLst>
            </p:cNvPr>
            <p:cNvSpPr/>
            <p:nvPr/>
          </p:nvSpPr>
          <p:spPr>
            <a:xfrm rot="10800000">
              <a:off x="17235925" y="5205900"/>
              <a:ext cx="181020" cy="181020"/>
            </a:xfrm>
            <a:custGeom>
              <a:avLst/>
              <a:gdLst>
                <a:gd name="connsiteX0" fmla="*/ 90510 w 181020"/>
                <a:gd name="connsiteY0" fmla="*/ 0 h 181020"/>
                <a:gd name="connsiteX1" fmla="*/ 181020 w 181020"/>
                <a:gd name="connsiteY1" fmla="*/ 90510 h 181020"/>
                <a:gd name="connsiteX2" fmla="*/ 90510 w 181020"/>
                <a:gd name="connsiteY2" fmla="*/ 181020 h 181020"/>
                <a:gd name="connsiteX3" fmla="*/ 0 w 181020"/>
                <a:gd name="connsiteY3" fmla="*/ 90510 h 181020"/>
                <a:gd name="connsiteX4" fmla="*/ 90510 w 181020"/>
                <a:gd name="connsiteY4" fmla="*/ 0 h 181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020" h="181020">
                  <a:moveTo>
                    <a:pt x="90510" y="0"/>
                  </a:moveTo>
                  <a:cubicBezTo>
                    <a:pt x="140514" y="0"/>
                    <a:pt x="181020" y="40506"/>
                    <a:pt x="181020" y="90510"/>
                  </a:cubicBezTo>
                  <a:cubicBezTo>
                    <a:pt x="181020" y="140514"/>
                    <a:pt x="140514" y="181020"/>
                    <a:pt x="90510" y="181020"/>
                  </a:cubicBezTo>
                  <a:cubicBezTo>
                    <a:pt x="40506" y="181020"/>
                    <a:pt x="0" y="140514"/>
                    <a:pt x="0" y="90510"/>
                  </a:cubicBezTo>
                  <a:cubicBezTo>
                    <a:pt x="0" y="40506"/>
                    <a:pt x="40506" y="0"/>
                    <a:pt x="90510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135">
              <a:extLst>
                <a:ext uri="{FF2B5EF4-FFF2-40B4-BE49-F238E27FC236}">
                  <a16:creationId xmlns:a16="http://schemas.microsoft.com/office/drawing/2014/main" id="{CFCC3C99-EBA4-761A-647C-8AFD018154F1}"/>
                </a:ext>
              </a:extLst>
            </p:cNvPr>
            <p:cNvSpPr/>
            <p:nvPr/>
          </p:nvSpPr>
          <p:spPr>
            <a:xfrm rot="10800000">
              <a:off x="15611776" y="5253306"/>
              <a:ext cx="86045" cy="86045"/>
            </a:xfrm>
            <a:custGeom>
              <a:avLst/>
              <a:gdLst>
                <a:gd name="connsiteX0" fmla="*/ 86046 w 86045"/>
                <a:gd name="connsiteY0" fmla="*/ 43023 h 86045"/>
                <a:gd name="connsiteX1" fmla="*/ 43023 w 86045"/>
                <a:gd name="connsiteY1" fmla="*/ 86045 h 86045"/>
                <a:gd name="connsiteX2" fmla="*/ 0 w 86045"/>
                <a:gd name="connsiteY2" fmla="*/ 43023 h 86045"/>
                <a:gd name="connsiteX3" fmla="*/ 43023 w 86045"/>
                <a:gd name="connsiteY3" fmla="*/ 0 h 86045"/>
                <a:gd name="connsiteX4" fmla="*/ 86046 w 86045"/>
                <a:gd name="connsiteY4" fmla="*/ 43023 h 8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045" h="86045">
                  <a:moveTo>
                    <a:pt x="86046" y="43023"/>
                  </a:moveTo>
                  <a:cubicBezTo>
                    <a:pt x="86046" y="66807"/>
                    <a:pt x="66807" y="86045"/>
                    <a:pt x="43023" y="86045"/>
                  </a:cubicBezTo>
                  <a:cubicBezTo>
                    <a:pt x="19238" y="86045"/>
                    <a:pt x="0" y="66807"/>
                    <a:pt x="0" y="43023"/>
                  </a:cubicBezTo>
                  <a:cubicBezTo>
                    <a:pt x="0" y="19238"/>
                    <a:pt x="19238" y="0"/>
                    <a:pt x="43023" y="0"/>
                  </a:cubicBezTo>
                  <a:cubicBezTo>
                    <a:pt x="66807" y="0"/>
                    <a:pt x="86046" y="19238"/>
                    <a:pt x="86046" y="4302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136">
              <a:extLst>
                <a:ext uri="{FF2B5EF4-FFF2-40B4-BE49-F238E27FC236}">
                  <a16:creationId xmlns:a16="http://schemas.microsoft.com/office/drawing/2014/main" id="{5D19FE18-4679-E461-F62E-CE2837A18FD7}"/>
                </a:ext>
              </a:extLst>
            </p:cNvPr>
            <p:cNvSpPr/>
            <p:nvPr/>
          </p:nvSpPr>
          <p:spPr>
            <a:xfrm rot="10800000">
              <a:off x="14735736" y="5695710"/>
              <a:ext cx="166408" cy="166408"/>
            </a:xfrm>
            <a:custGeom>
              <a:avLst/>
              <a:gdLst>
                <a:gd name="connsiteX0" fmla="*/ 166409 w 166408"/>
                <a:gd name="connsiteY0" fmla="*/ 83204 h 166408"/>
                <a:gd name="connsiteX1" fmla="*/ 83204 w 166408"/>
                <a:gd name="connsiteY1" fmla="*/ 166409 h 166408"/>
                <a:gd name="connsiteX2" fmla="*/ 0 w 166408"/>
                <a:gd name="connsiteY2" fmla="*/ 83204 h 166408"/>
                <a:gd name="connsiteX3" fmla="*/ 83204 w 166408"/>
                <a:gd name="connsiteY3" fmla="*/ 0 h 166408"/>
                <a:gd name="connsiteX4" fmla="*/ 166409 w 166408"/>
                <a:gd name="connsiteY4" fmla="*/ 83204 h 166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408" h="166408">
                  <a:moveTo>
                    <a:pt x="166409" y="83204"/>
                  </a:moveTo>
                  <a:cubicBezTo>
                    <a:pt x="166409" y="129157"/>
                    <a:pt x="129157" y="166409"/>
                    <a:pt x="83204" y="166409"/>
                  </a:cubicBezTo>
                  <a:cubicBezTo>
                    <a:pt x="37252" y="166409"/>
                    <a:pt x="0" y="129157"/>
                    <a:pt x="0" y="83204"/>
                  </a:cubicBezTo>
                  <a:cubicBezTo>
                    <a:pt x="0" y="37252"/>
                    <a:pt x="37252" y="0"/>
                    <a:pt x="83204" y="0"/>
                  </a:cubicBezTo>
                  <a:cubicBezTo>
                    <a:pt x="129157" y="0"/>
                    <a:pt x="166409" y="37252"/>
                    <a:pt x="166409" y="8320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137">
              <a:extLst>
                <a:ext uri="{FF2B5EF4-FFF2-40B4-BE49-F238E27FC236}">
                  <a16:creationId xmlns:a16="http://schemas.microsoft.com/office/drawing/2014/main" id="{19C58E7B-FFB5-96DB-B7AC-41F0C7AE810B}"/>
                </a:ext>
              </a:extLst>
            </p:cNvPr>
            <p:cNvSpPr/>
            <p:nvPr/>
          </p:nvSpPr>
          <p:spPr>
            <a:xfrm rot="10800000">
              <a:off x="13902799" y="5215966"/>
              <a:ext cx="160726" cy="160726"/>
            </a:xfrm>
            <a:custGeom>
              <a:avLst/>
              <a:gdLst>
                <a:gd name="connsiteX0" fmla="*/ 160726 w 160726"/>
                <a:gd name="connsiteY0" fmla="*/ 80363 h 160726"/>
                <a:gd name="connsiteX1" fmla="*/ 80363 w 160726"/>
                <a:gd name="connsiteY1" fmla="*/ 160727 h 160726"/>
                <a:gd name="connsiteX2" fmla="*/ 0 w 160726"/>
                <a:gd name="connsiteY2" fmla="*/ 80363 h 160726"/>
                <a:gd name="connsiteX3" fmla="*/ 80363 w 160726"/>
                <a:gd name="connsiteY3" fmla="*/ 0 h 160726"/>
                <a:gd name="connsiteX4" fmla="*/ 160726 w 160726"/>
                <a:gd name="connsiteY4" fmla="*/ 80363 h 160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26" h="160726">
                  <a:moveTo>
                    <a:pt x="160726" y="80363"/>
                  </a:moveTo>
                  <a:cubicBezTo>
                    <a:pt x="160726" y="124766"/>
                    <a:pt x="124766" y="160727"/>
                    <a:pt x="80363" y="160727"/>
                  </a:cubicBezTo>
                  <a:cubicBezTo>
                    <a:pt x="35960" y="160727"/>
                    <a:pt x="0" y="124766"/>
                    <a:pt x="0" y="80363"/>
                  </a:cubicBezTo>
                  <a:cubicBezTo>
                    <a:pt x="0" y="35960"/>
                    <a:pt x="35960" y="0"/>
                    <a:pt x="80363" y="0"/>
                  </a:cubicBezTo>
                  <a:cubicBezTo>
                    <a:pt x="124766" y="0"/>
                    <a:pt x="160726" y="35960"/>
                    <a:pt x="160726" y="8036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138">
              <a:extLst>
                <a:ext uri="{FF2B5EF4-FFF2-40B4-BE49-F238E27FC236}">
                  <a16:creationId xmlns:a16="http://schemas.microsoft.com/office/drawing/2014/main" id="{7B1CED1E-7AEF-B8B2-E661-BB86C3E51EDB}"/>
                </a:ext>
              </a:extLst>
            </p:cNvPr>
            <p:cNvSpPr/>
            <p:nvPr/>
          </p:nvSpPr>
          <p:spPr>
            <a:xfrm rot="10800000">
              <a:off x="13053221" y="5684833"/>
              <a:ext cx="188163" cy="188163"/>
            </a:xfrm>
            <a:custGeom>
              <a:avLst/>
              <a:gdLst>
                <a:gd name="connsiteX0" fmla="*/ 188164 w 188163"/>
                <a:gd name="connsiteY0" fmla="*/ 94082 h 188163"/>
                <a:gd name="connsiteX1" fmla="*/ 94082 w 188163"/>
                <a:gd name="connsiteY1" fmla="*/ 188164 h 188163"/>
                <a:gd name="connsiteX2" fmla="*/ 0 w 188163"/>
                <a:gd name="connsiteY2" fmla="*/ 94082 h 188163"/>
                <a:gd name="connsiteX3" fmla="*/ 94082 w 188163"/>
                <a:gd name="connsiteY3" fmla="*/ 0 h 188163"/>
                <a:gd name="connsiteX4" fmla="*/ 188164 w 188163"/>
                <a:gd name="connsiteY4" fmla="*/ 94082 h 18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163" h="188163">
                  <a:moveTo>
                    <a:pt x="188164" y="94082"/>
                  </a:moveTo>
                  <a:cubicBezTo>
                    <a:pt x="188164" y="146042"/>
                    <a:pt x="146042" y="188164"/>
                    <a:pt x="94082" y="188164"/>
                  </a:cubicBezTo>
                  <a:cubicBezTo>
                    <a:pt x="42122" y="188164"/>
                    <a:pt x="0" y="146042"/>
                    <a:pt x="0" y="94082"/>
                  </a:cubicBezTo>
                  <a:cubicBezTo>
                    <a:pt x="0" y="42122"/>
                    <a:pt x="42122" y="0"/>
                    <a:pt x="94082" y="0"/>
                  </a:cubicBezTo>
                  <a:cubicBezTo>
                    <a:pt x="146042" y="0"/>
                    <a:pt x="188164" y="42122"/>
                    <a:pt x="188164" y="94082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139">
              <a:extLst>
                <a:ext uri="{FF2B5EF4-FFF2-40B4-BE49-F238E27FC236}">
                  <a16:creationId xmlns:a16="http://schemas.microsoft.com/office/drawing/2014/main" id="{BCDD27C8-652F-7527-7264-7744DA41DD11}"/>
                </a:ext>
              </a:extLst>
            </p:cNvPr>
            <p:cNvSpPr/>
            <p:nvPr/>
          </p:nvSpPr>
          <p:spPr>
            <a:xfrm rot="10800000">
              <a:off x="18092159" y="6673950"/>
              <a:ext cx="140108" cy="140108"/>
            </a:xfrm>
            <a:custGeom>
              <a:avLst/>
              <a:gdLst>
                <a:gd name="connsiteX0" fmla="*/ 0 w 140108"/>
                <a:gd name="connsiteY0" fmla="*/ 70054 h 140108"/>
                <a:gd name="connsiteX1" fmla="*/ 70054 w 140108"/>
                <a:gd name="connsiteY1" fmla="*/ 0 h 140108"/>
                <a:gd name="connsiteX2" fmla="*/ 140108 w 140108"/>
                <a:gd name="connsiteY2" fmla="*/ 70054 h 140108"/>
                <a:gd name="connsiteX3" fmla="*/ 70054 w 140108"/>
                <a:gd name="connsiteY3" fmla="*/ 140108 h 140108"/>
                <a:gd name="connsiteX4" fmla="*/ 0 w 140108"/>
                <a:gd name="connsiteY4" fmla="*/ 70054 h 14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108" h="140108">
                  <a:moveTo>
                    <a:pt x="0" y="70054"/>
                  </a:moveTo>
                  <a:cubicBezTo>
                    <a:pt x="0" y="31333"/>
                    <a:pt x="31334" y="0"/>
                    <a:pt x="70054" y="0"/>
                  </a:cubicBezTo>
                  <a:cubicBezTo>
                    <a:pt x="108774" y="0"/>
                    <a:pt x="140108" y="31333"/>
                    <a:pt x="140108" y="70054"/>
                  </a:cubicBezTo>
                  <a:cubicBezTo>
                    <a:pt x="140108" y="108774"/>
                    <a:pt x="108774" y="140108"/>
                    <a:pt x="70054" y="140108"/>
                  </a:cubicBezTo>
                  <a:cubicBezTo>
                    <a:pt x="31334" y="140108"/>
                    <a:pt x="0" y="108774"/>
                    <a:pt x="0" y="7005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140">
              <a:extLst>
                <a:ext uri="{FF2B5EF4-FFF2-40B4-BE49-F238E27FC236}">
                  <a16:creationId xmlns:a16="http://schemas.microsoft.com/office/drawing/2014/main" id="{45A264C8-A15A-582B-E14E-087E28299D33}"/>
                </a:ext>
              </a:extLst>
            </p:cNvPr>
            <p:cNvSpPr/>
            <p:nvPr/>
          </p:nvSpPr>
          <p:spPr>
            <a:xfrm rot="10800000">
              <a:off x="18114238" y="5730860"/>
              <a:ext cx="96111" cy="96110"/>
            </a:xfrm>
            <a:custGeom>
              <a:avLst/>
              <a:gdLst>
                <a:gd name="connsiteX0" fmla="*/ 96111 w 96111"/>
                <a:gd name="connsiteY0" fmla="*/ 48055 h 96110"/>
                <a:gd name="connsiteX1" fmla="*/ 48056 w 96111"/>
                <a:gd name="connsiteY1" fmla="*/ 96111 h 96110"/>
                <a:gd name="connsiteX2" fmla="*/ 0 w 96111"/>
                <a:gd name="connsiteY2" fmla="*/ 48055 h 96110"/>
                <a:gd name="connsiteX3" fmla="*/ 48056 w 96111"/>
                <a:gd name="connsiteY3" fmla="*/ 0 h 96110"/>
                <a:gd name="connsiteX4" fmla="*/ 96111 w 96111"/>
                <a:gd name="connsiteY4" fmla="*/ 48055 h 96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111" h="96110">
                  <a:moveTo>
                    <a:pt x="96111" y="48055"/>
                  </a:moveTo>
                  <a:cubicBezTo>
                    <a:pt x="96111" y="74600"/>
                    <a:pt x="74600" y="96111"/>
                    <a:pt x="48056" y="96111"/>
                  </a:cubicBezTo>
                  <a:cubicBezTo>
                    <a:pt x="21511" y="96111"/>
                    <a:pt x="0" y="74600"/>
                    <a:pt x="0" y="48055"/>
                  </a:cubicBezTo>
                  <a:cubicBezTo>
                    <a:pt x="0" y="21511"/>
                    <a:pt x="21511" y="0"/>
                    <a:pt x="48056" y="0"/>
                  </a:cubicBezTo>
                  <a:cubicBezTo>
                    <a:pt x="74600" y="0"/>
                    <a:pt x="96111" y="21511"/>
                    <a:pt x="96111" y="48055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2" name="Полилиния: фигура 141">
              <a:extLst>
                <a:ext uri="{FF2B5EF4-FFF2-40B4-BE49-F238E27FC236}">
                  <a16:creationId xmlns:a16="http://schemas.microsoft.com/office/drawing/2014/main" id="{EBB50E4A-2E5C-C3BD-76A5-4706A3B80F80}"/>
                </a:ext>
              </a:extLst>
            </p:cNvPr>
            <p:cNvSpPr/>
            <p:nvPr/>
          </p:nvSpPr>
          <p:spPr>
            <a:xfrm rot="10800000">
              <a:off x="16451207" y="5739545"/>
              <a:ext cx="78739" cy="78739"/>
            </a:xfrm>
            <a:custGeom>
              <a:avLst/>
              <a:gdLst>
                <a:gd name="connsiteX0" fmla="*/ 78740 w 78739"/>
                <a:gd name="connsiteY0" fmla="*/ 39370 h 78739"/>
                <a:gd name="connsiteX1" fmla="*/ 39370 w 78739"/>
                <a:gd name="connsiteY1" fmla="*/ 78739 h 78739"/>
                <a:gd name="connsiteX2" fmla="*/ 0 w 78739"/>
                <a:gd name="connsiteY2" fmla="*/ 39370 h 78739"/>
                <a:gd name="connsiteX3" fmla="*/ 39370 w 78739"/>
                <a:gd name="connsiteY3" fmla="*/ 0 h 78739"/>
                <a:gd name="connsiteX4" fmla="*/ 78740 w 78739"/>
                <a:gd name="connsiteY4" fmla="*/ 39370 h 7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739" h="78739">
                  <a:moveTo>
                    <a:pt x="78740" y="39370"/>
                  </a:moveTo>
                  <a:cubicBezTo>
                    <a:pt x="78740" y="61113"/>
                    <a:pt x="61113" y="78739"/>
                    <a:pt x="39370" y="78739"/>
                  </a:cubicBezTo>
                  <a:cubicBezTo>
                    <a:pt x="17626" y="78739"/>
                    <a:pt x="0" y="61113"/>
                    <a:pt x="0" y="39370"/>
                  </a:cubicBezTo>
                  <a:cubicBezTo>
                    <a:pt x="0" y="17626"/>
                    <a:pt x="17626" y="0"/>
                    <a:pt x="39370" y="0"/>
                  </a:cubicBezTo>
                  <a:cubicBezTo>
                    <a:pt x="61113" y="0"/>
                    <a:pt x="78740" y="17627"/>
                    <a:pt x="78740" y="3937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3" name="Полилиния: фигура 142">
              <a:extLst>
                <a:ext uri="{FF2B5EF4-FFF2-40B4-BE49-F238E27FC236}">
                  <a16:creationId xmlns:a16="http://schemas.microsoft.com/office/drawing/2014/main" id="{0F7F19F9-84A4-5E53-672C-2461F587B2D4}"/>
                </a:ext>
              </a:extLst>
            </p:cNvPr>
            <p:cNvSpPr/>
            <p:nvPr/>
          </p:nvSpPr>
          <p:spPr>
            <a:xfrm rot="10800000">
              <a:off x="15588641" y="7160432"/>
              <a:ext cx="132315" cy="132315"/>
            </a:xfrm>
            <a:custGeom>
              <a:avLst/>
              <a:gdLst>
                <a:gd name="connsiteX0" fmla="*/ 0 w 132315"/>
                <a:gd name="connsiteY0" fmla="*/ 66158 h 132315"/>
                <a:gd name="connsiteX1" fmla="*/ 66158 w 132315"/>
                <a:gd name="connsiteY1" fmla="*/ 0 h 132315"/>
                <a:gd name="connsiteX2" fmla="*/ 132315 w 132315"/>
                <a:gd name="connsiteY2" fmla="*/ 66158 h 132315"/>
                <a:gd name="connsiteX3" fmla="*/ 66158 w 132315"/>
                <a:gd name="connsiteY3" fmla="*/ 132315 h 132315"/>
                <a:gd name="connsiteX4" fmla="*/ 0 w 132315"/>
                <a:gd name="connsiteY4" fmla="*/ 66158 h 132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315" h="132315">
                  <a:moveTo>
                    <a:pt x="0" y="66158"/>
                  </a:moveTo>
                  <a:cubicBezTo>
                    <a:pt x="0" y="29629"/>
                    <a:pt x="29629" y="0"/>
                    <a:pt x="66158" y="0"/>
                  </a:cubicBezTo>
                  <a:cubicBezTo>
                    <a:pt x="102686" y="0"/>
                    <a:pt x="132315" y="29629"/>
                    <a:pt x="132315" y="66158"/>
                  </a:cubicBezTo>
                  <a:cubicBezTo>
                    <a:pt x="132315" y="102686"/>
                    <a:pt x="102686" y="132315"/>
                    <a:pt x="66158" y="132315"/>
                  </a:cubicBezTo>
                  <a:cubicBezTo>
                    <a:pt x="29629" y="132315"/>
                    <a:pt x="0" y="102686"/>
                    <a:pt x="0" y="6615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143">
              <a:extLst>
                <a:ext uri="{FF2B5EF4-FFF2-40B4-BE49-F238E27FC236}">
                  <a16:creationId xmlns:a16="http://schemas.microsoft.com/office/drawing/2014/main" id="{035CF510-040C-D697-FE42-482FADBAD9A2}"/>
                </a:ext>
              </a:extLst>
            </p:cNvPr>
            <p:cNvSpPr/>
            <p:nvPr/>
          </p:nvSpPr>
          <p:spPr>
            <a:xfrm rot="10800000">
              <a:off x="16395196" y="6648623"/>
              <a:ext cx="190761" cy="190761"/>
            </a:xfrm>
            <a:custGeom>
              <a:avLst/>
              <a:gdLst>
                <a:gd name="connsiteX0" fmla="*/ 95381 w 190761"/>
                <a:gd name="connsiteY0" fmla="*/ 190761 h 190761"/>
                <a:gd name="connsiteX1" fmla="*/ 0 w 190761"/>
                <a:gd name="connsiteY1" fmla="*/ 95381 h 190761"/>
                <a:gd name="connsiteX2" fmla="*/ 95381 w 190761"/>
                <a:gd name="connsiteY2" fmla="*/ 0 h 190761"/>
                <a:gd name="connsiteX3" fmla="*/ 190761 w 190761"/>
                <a:gd name="connsiteY3" fmla="*/ 95381 h 190761"/>
                <a:gd name="connsiteX4" fmla="*/ 95381 w 190761"/>
                <a:gd name="connsiteY4" fmla="*/ 190761 h 19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761" h="190761">
                  <a:moveTo>
                    <a:pt x="95381" y="190761"/>
                  </a:moveTo>
                  <a:cubicBezTo>
                    <a:pt x="42698" y="190761"/>
                    <a:pt x="0" y="148063"/>
                    <a:pt x="0" y="95381"/>
                  </a:cubicBezTo>
                  <a:cubicBezTo>
                    <a:pt x="0" y="42698"/>
                    <a:pt x="42698" y="0"/>
                    <a:pt x="95381" y="0"/>
                  </a:cubicBezTo>
                  <a:cubicBezTo>
                    <a:pt x="148063" y="0"/>
                    <a:pt x="190761" y="42698"/>
                    <a:pt x="190761" y="95381"/>
                  </a:cubicBezTo>
                  <a:cubicBezTo>
                    <a:pt x="190761" y="148063"/>
                    <a:pt x="148063" y="190761"/>
                    <a:pt x="95381" y="190761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: фигура 144">
              <a:extLst>
                <a:ext uri="{FF2B5EF4-FFF2-40B4-BE49-F238E27FC236}">
                  <a16:creationId xmlns:a16="http://schemas.microsoft.com/office/drawing/2014/main" id="{C84AEDDF-3688-C427-57B2-158E2647E896}"/>
                </a:ext>
              </a:extLst>
            </p:cNvPr>
            <p:cNvSpPr/>
            <p:nvPr/>
          </p:nvSpPr>
          <p:spPr>
            <a:xfrm rot="10800000">
              <a:off x="13044454" y="6641155"/>
              <a:ext cx="205697" cy="205697"/>
            </a:xfrm>
            <a:custGeom>
              <a:avLst/>
              <a:gdLst>
                <a:gd name="connsiteX0" fmla="*/ 205697 w 205697"/>
                <a:gd name="connsiteY0" fmla="*/ 102849 h 205697"/>
                <a:gd name="connsiteX1" fmla="*/ 102849 w 205697"/>
                <a:gd name="connsiteY1" fmla="*/ 205698 h 205697"/>
                <a:gd name="connsiteX2" fmla="*/ 0 w 205697"/>
                <a:gd name="connsiteY2" fmla="*/ 102849 h 205697"/>
                <a:gd name="connsiteX3" fmla="*/ 102849 w 205697"/>
                <a:gd name="connsiteY3" fmla="*/ 0 h 205697"/>
                <a:gd name="connsiteX4" fmla="*/ 205697 w 205697"/>
                <a:gd name="connsiteY4" fmla="*/ 102849 h 20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97" h="205697">
                  <a:moveTo>
                    <a:pt x="205697" y="102849"/>
                  </a:moveTo>
                  <a:cubicBezTo>
                    <a:pt x="205697" y="159650"/>
                    <a:pt x="159650" y="205698"/>
                    <a:pt x="102849" y="205698"/>
                  </a:cubicBezTo>
                  <a:cubicBezTo>
                    <a:pt x="46047" y="205698"/>
                    <a:pt x="0" y="159651"/>
                    <a:pt x="0" y="102849"/>
                  </a:cubicBezTo>
                  <a:cubicBezTo>
                    <a:pt x="0" y="46047"/>
                    <a:pt x="46047" y="0"/>
                    <a:pt x="102849" y="0"/>
                  </a:cubicBezTo>
                  <a:cubicBezTo>
                    <a:pt x="159650" y="0"/>
                    <a:pt x="205697" y="46047"/>
                    <a:pt x="205697" y="10284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: фигура 145">
              <a:extLst>
                <a:ext uri="{FF2B5EF4-FFF2-40B4-BE49-F238E27FC236}">
                  <a16:creationId xmlns:a16="http://schemas.microsoft.com/office/drawing/2014/main" id="{332CE9E3-0EAD-31B8-03D0-1E0D7958A2F9}"/>
                </a:ext>
              </a:extLst>
            </p:cNvPr>
            <p:cNvSpPr/>
            <p:nvPr/>
          </p:nvSpPr>
          <p:spPr>
            <a:xfrm rot="5947201">
              <a:off x="17263119" y="7163205"/>
              <a:ext cx="126633" cy="126633"/>
            </a:xfrm>
            <a:custGeom>
              <a:avLst/>
              <a:gdLst>
                <a:gd name="connsiteX0" fmla="*/ 126633 w 126633"/>
                <a:gd name="connsiteY0" fmla="*/ 63316 h 126633"/>
                <a:gd name="connsiteX1" fmla="*/ 63316 w 126633"/>
                <a:gd name="connsiteY1" fmla="*/ 126633 h 126633"/>
                <a:gd name="connsiteX2" fmla="*/ 0 w 126633"/>
                <a:gd name="connsiteY2" fmla="*/ 63316 h 126633"/>
                <a:gd name="connsiteX3" fmla="*/ 63316 w 126633"/>
                <a:gd name="connsiteY3" fmla="*/ 0 h 126633"/>
                <a:gd name="connsiteX4" fmla="*/ 126633 w 126633"/>
                <a:gd name="connsiteY4" fmla="*/ 63316 h 12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33" h="126633">
                  <a:moveTo>
                    <a:pt x="126633" y="63316"/>
                  </a:moveTo>
                  <a:cubicBezTo>
                    <a:pt x="126633" y="98285"/>
                    <a:pt x="98285" y="126633"/>
                    <a:pt x="63316" y="126633"/>
                  </a:cubicBezTo>
                  <a:cubicBezTo>
                    <a:pt x="28348" y="126633"/>
                    <a:pt x="0" y="98285"/>
                    <a:pt x="0" y="63316"/>
                  </a:cubicBezTo>
                  <a:cubicBezTo>
                    <a:pt x="0" y="28348"/>
                    <a:pt x="28348" y="0"/>
                    <a:pt x="63316" y="0"/>
                  </a:cubicBezTo>
                  <a:cubicBezTo>
                    <a:pt x="98285" y="0"/>
                    <a:pt x="126633" y="28348"/>
                    <a:pt x="126633" y="6331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7" name="Полилиния: фигура 146">
              <a:extLst>
                <a:ext uri="{FF2B5EF4-FFF2-40B4-BE49-F238E27FC236}">
                  <a16:creationId xmlns:a16="http://schemas.microsoft.com/office/drawing/2014/main" id="{F7E43174-7EBA-DD25-A6B1-28DCC7C1C25A}"/>
                </a:ext>
              </a:extLst>
            </p:cNvPr>
            <p:cNvSpPr/>
            <p:nvPr/>
          </p:nvSpPr>
          <p:spPr>
            <a:xfrm rot="10800000">
              <a:off x="17222775" y="8088018"/>
              <a:ext cx="207320" cy="207321"/>
            </a:xfrm>
            <a:custGeom>
              <a:avLst/>
              <a:gdLst>
                <a:gd name="connsiteX0" fmla="*/ 103661 w 207320"/>
                <a:gd name="connsiteY0" fmla="*/ 0 h 207321"/>
                <a:gd name="connsiteX1" fmla="*/ 207321 w 207320"/>
                <a:gd name="connsiteY1" fmla="*/ 103661 h 207321"/>
                <a:gd name="connsiteX2" fmla="*/ 103661 w 207320"/>
                <a:gd name="connsiteY2" fmla="*/ 207321 h 207321"/>
                <a:gd name="connsiteX3" fmla="*/ 0 w 207320"/>
                <a:gd name="connsiteY3" fmla="*/ 103661 h 207321"/>
                <a:gd name="connsiteX4" fmla="*/ 103661 w 207320"/>
                <a:gd name="connsiteY4" fmla="*/ 0 h 207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320" h="207321">
                  <a:moveTo>
                    <a:pt x="103661" y="0"/>
                  </a:moveTo>
                  <a:cubicBezTo>
                    <a:pt x="160889" y="0"/>
                    <a:pt x="207321" y="46432"/>
                    <a:pt x="207321" y="103661"/>
                  </a:cubicBezTo>
                  <a:cubicBezTo>
                    <a:pt x="207321" y="160889"/>
                    <a:pt x="160889" y="207321"/>
                    <a:pt x="103661" y="207321"/>
                  </a:cubicBezTo>
                  <a:cubicBezTo>
                    <a:pt x="46432" y="207321"/>
                    <a:pt x="0" y="160889"/>
                    <a:pt x="0" y="103661"/>
                  </a:cubicBezTo>
                  <a:cubicBezTo>
                    <a:pt x="0" y="46432"/>
                    <a:pt x="46432" y="0"/>
                    <a:pt x="10366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8" name="Полилиния: фигура 147">
              <a:extLst>
                <a:ext uri="{FF2B5EF4-FFF2-40B4-BE49-F238E27FC236}">
                  <a16:creationId xmlns:a16="http://schemas.microsoft.com/office/drawing/2014/main" id="{9FFEE84D-87BC-952F-8C73-FD0634D56EBC}"/>
                </a:ext>
              </a:extLst>
            </p:cNvPr>
            <p:cNvSpPr/>
            <p:nvPr/>
          </p:nvSpPr>
          <p:spPr>
            <a:xfrm rot="10800000">
              <a:off x="14710653" y="6635717"/>
              <a:ext cx="216574" cy="216574"/>
            </a:xfrm>
            <a:custGeom>
              <a:avLst/>
              <a:gdLst>
                <a:gd name="connsiteX0" fmla="*/ 216575 w 216574"/>
                <a:gd name="connsiteY0" fmla="*/ 108288 h 216574"/>
                <a:gd name="connsiteX1" fmla="*/ 108287 w 216574"/>
                <a:gd name="connsiteY1" fmla="*/ 216575 h 216574"/>
                <a:gd name="connsiteX2" fmla="*/ 0 w 216574"/>
                <a:gd name="connsiteY2" fmla="*/ 108288 h 216574"/>
                <a:gd name="connsiteX3" fmla="*/ 108287 w 216574"/>
                <a:gd name="connsiteY3" fmla="*/ 0 h 216574"/>
                <a:gd name="connsiteX4" fmla="*/ 216575 w 216574"/>
                <a:gd name="connsiteY4" fmla="*/ 108288 h 216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574" h="216574">
                  <a:moveTo>
                    <a:pt x="216575" y="108288"/>
                  </a:moveTo>
                  <a:cubicBezTo>
                    <a:pt x="216575" y="168093"/>
                    <a:pt x="168093" y="216575"/>
                    <a:pt x="108287" y="216575"/>
                  </a:cubicBezTo>
                  <a:cubicBezTo>
                    <a:pt x="48482" y="216575"/>
                    <a:pt x="0" y="168093"/>
                    <a:pt x="0" y="108288"/>
                  </a:cubicBezTo>
                  <a:cubicBezTo>
                    <a:pt x="0" y="48482"/>
                    <a:pt x="48482" y="0"/>
                    <a:pt x="108287" y="0"/>
                  </a:cubicBezTo>
                  <a:cubicBezTo>
                    <a:pt x="168093" y="0"/>
                    <a:pt x="216575" y="48482"/>
                    <a:pt x="216575" y="10828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: фигура 148">
              <a:extLst>
                <a:ext uri="{FF2B5EF4-FFF2-40B4-BE49-F238E27FC236}">
                  <a16:creationId xmlns:a16="http://schemas.microsoft.com/office/drawing/2014/main" id="{45F95ED9-5E57-793D-FB12-200C99A677FF}"/>
                </a:ext>
              </a:extLst>
            </p:cNvPr>
            <p:cNvSpPr/>
            <p:nvPr/>
          </p:nvSpPr>
          <p:spPr>
            <a:xfrm rot="10800000">
              <a:off x="13943306" y="7186733"/>
              <a:ext cx="79713" cy="79713"/>
            </a:xfrm>
            <a:custGeom>
              <a:avLst/>
              <a:gdLst>
                <a:gd name="connsiteX0" fmla="*/ 0 w 79713"/>
                <a:gd name="connsiteY0" fmla="*/ 39857 h 79713"/>
                <a:gd name="connsiteX1" fmla="*/ 39857 w 79713"/>
                <a:gd name="connsiteY1" fmla="*/ 0 h 79713"/>
                <a:gd name="connsiteX2" fmla="*/ 79714 w 79713"/>
                <a:gd name="connsiteY2" fmla="*/ 39857 h 79713"/>
                <a:gd name="connsiteX3" fmla="*/ 39857 w 79713"/>
                <a:gd name="connsiteY3" fmla="*/ 79714 h 79713"/>
                <a:gd name="connsiteX4" fmla="*/ 0 w 79713"/>
                <a:gd name="connsiteY4" fmla="*/ 39857 h 7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13" h="79713">
                  <a:moveTo>
                    <a:pt x="0" y="39857"/>
                  </a:moveTo>
                  <a:cubicBezTo>
                    <a:pt x="0" y="17859"/>
                    <a:pt x="17859" y="0"/>
                    <a:pt x="39857" y="0"/>
                  </a:cubicBezTo>
                  <a:cubicBezTo>
                    <a:pt x="61855" y="0"/>
                    <a:pt x="79714" y="17859"/>
                    <a:pt x="79714" y="39857"/>
                  </a:cubicBezTo>
                  <a:cubicBezTo>
                    <a:pt x="79714" y="61855"/>
                    <a:pt x="61855" y="79714"/>
                    <a:pt x="39857" y="79714"/>
                  </a:cubicBezTo>
                  <a:cubicBezTo>
                    <a:pt x="17859" y="79714"/>
                    <a:pt x="0" y="61855"/>
                    <a:pt x="0" y="39857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0" name="Полилиния: фигура 149">
              <a:extLst>
                <a:ext uri="{FF2B5EF4-FFF2-40B4-BE49-F238E27FC236}">
                  <a16:creationId xmlns:a16="http://schemas.microsoft.com/office/drawing/2014/main" id="{69F49373-3F72-F73C-612C-84CFA6922904}"/>
                </a:ext>
              </a:extLst>
            </p:cNvPr>
            <p:cNvSpPr/>
            <p:nvPr/>
          </p:nvSpPr>
          <p:spPr>
            <a:xfrm rot="10800000">
              <a:off x="13067427" y="8594388"/>
              <a:ext cx="159752" cy="159752"/>
            </a:xfrm>
            <a:custGeom>
              <a:avLst/>
              <a:gdLst>
                <a:gd name="connsiteX0" fmla="*/ 159753 w 159752"/>
                <a:gd name="connsiteY0" fmla="*/ 79876 h 159752"/>
                <a:gd name="connsiteX1" fmla="*/ 79876 w 159752"/>
                <a:gd name="connsiteY1" fmla="*/ 159752 h 159752"/>
                <a:gd name="connsiteX2" fmla="*/ 0 w 159752"/>
                <a:gd name="connsiteY2" fmla="*/ 79876 h 159752"/>
                <a:gd name="connsiteX3" fmla="*/ 79876 w 159752"/>
                <a:gd name="connsiteY3" fmla="*/ 0 h 159752"/>
                <a:gd name="connsiteX4" fmla="*/ 159753 w 159752"/>
                <a:gd name="connsiteY4" fmla="*/ 79876 h 159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52" h="159752">
                  <a:moveTo>
                    <a:pt x="159753" y="79876"/>
                  </a:moveTo>
                  <a:cubicBezTo>
                    <a:pt x="159753" y="123991"/>
                    <a:pt x="123991" y="159752"/>
                    <a:pt x="79876" y="159752"/>
                  </a:cubicBezTo>
                  <a:cubicBezTo>
                    <a:pt x="35761" y="159752"/>
                    <a:pt x="0" y="123991"/>
                    <a:pt x="0" y="79876"/>
                  </a:cubicBezTo>
                  <a:cubicBezTo>
                    <a:pt x="0" y="35762"/>
                    <a:pt x="35761" y="0"/>
                    <a:pt x="79876" y="0"/>
                  </a:cubicBezTo>
                  <a:cubicBezTo>
                    <a:pt x="123991" y="0"/>
                    <a:pt x="159753" y="35762"/>
                    <a:pt x="159753" y="7987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50">
              <a:extLst>
                <a:ext uri="{FF2B5EF4-FFF2-40B4-BE49-F238E27FC236}">
                  <a16:creationId xmlns:a16="http://schemas.microsoft.com/office/drawing/2014/main" id="{2FCD14CA-2243-43B8-0C5E-0504619CCA43}"/>
                </a:ext>
              </a:extLst>
            </p:cNvPr>
            <p:cNvSpPr/>
            <p:nvPr/>
          </p:nvSpPr>
          <p:spPr>
            <a:xfrm rot="10800000">
              <a:off x="13860994" y="8069592"/>
              <a:ext cx="244255" cy="244255"/>
            </a:xfrm>
            <a:custGeom>
              <a:avLst/>
              <a:gdLst>
                <a:gd name="connsiteX0" fmla="*/ 122088 w 244255"/>
                <a:gd name="connsiteY0" fmla="*/ 244256 h 244255"/>
                <a:gd name="connsiteX1" fmla="*/ 0 w 244255"/>
                <a:gd name="connsiteY1" fmla="*/ 122087 h 244255"/>
                <a:gd name="connsiteX2" fmla="*/ 122088 w 244255"/>
                <a:gd name="connsiteY2" fmla="*/ 0 h 244255"/>
                <a:gd name="connsiteX3" fmla="*/ 244256 w 244255"/>
                <a:gd name="connsiteY3" fmla="*/ 122087 h 244255"/>
                <a:gd name="connsiteX4" fmla="*/ 122088 w 244255"/>
                <a:gd name="connsiteY4" fmla="*/ 244256 h 24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255" h="244255">
                  <a:moveTo>
                    <a:pt x="122088" y="244256"/>
                  </a:moveTo>
                  <a:cubicBezTo>
                    <a:pt x="54631" y="244256"/>
                    <a:pt x="0" y="189544"/>
                    <a:pt x="0" y="122087"/>
                  </a:cubicBezTo>
                  <a:cubicBezTo>
                    <a:pt x="0" y="54631"/>
                    <a:pt x="54712" y="0"/>
                    <a:pt x="122088" y="0"/>
                  </a:cubicBezTo>
                  <a:cubicBezTo>
                    <a:pt x="189544" y="0"/>
                    <a:pt x="244256" y="54712"/>
                    <a:pt x="244256" y="122087"/>
                  </a:cubicBezTo>
                  <a:cubicBezTo>
                    <a:pt x="244256" y="189544"/>
                    <a:pt x="189544" y="244256"/>
                    <a:pt x="122088" y="24425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51">
              <a:extLst>
                <a:ext uri="{FF2B5EF4-FFF2-40B4-BE49-F238E27FC236}">
                  <a16:creationId xmlns:a16="http://schemas.microsoft.com/office/drawing/2014/main" id="{4F335651-3CC5-99D5-41C2-7FEDFF7AC2BD}"/>
                </a:ext>
              </a:extLst>
            </p:cNvPr>
            <p:cNvSpPr/>
            <p:nvPr/>
          </p:nvSpPr>
          <p:spPr>
            <a:xfrm rot="10800000">
              <a:off x="18029248" y="8541219"/>
              <a:ext cx="250262" cy="266010"/>
            </a:xfrm>
            <a:custGeom>
              <a:avLst/>
              <a:gdLst>
                <a:gd name="connsiteX0" fmla="*/ 117298 w 250262"/>
                <a:gd name="connsiteY0" fmla="*/ 266011 h 266010"/>
                <a:gd name="connsiteX1" fmla="*/ 0 w 250262"/>
                <a:gd name="connsiteY1" fmla="*/ 194495 h 266010"/>
                <a:gd name="connsiteX2" fmla="*/ 0 w 250262"/>
                <a:gd name="connsiteY2" fmla="*/ 71515 h 266010"/>
                <a:gd name="connsiteX3" fmla="*/ 117298 w 250262"/>
                <a:gd name="connsiteY3" fmla="*/ 0 h 266010"/>
                <a:gd name="connsiteX4" fmla="*/ 250263 w 250262"/>
                <a:gd name="connsiteY4" fmla="*/ 132965 h 266010"/>
                <a:gd name="connsiteX5" fmla="*/ 117298 w 250262"/>
                <a:gd name="connsiteY5" fmla="*/ 265929 h 26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0262" h="266010">
                  <a:moveTo>
                    <a:pt x="117298" y="266011"/>
                  </a:moveTo>
                  <a:cubicBezTo>
                    <a:pt x="66158" y="266011"/>
                    <a:pt x="22242" y="236788"/>
                    <a:pt x="0" y="194495"/>
                  </a:cubicBezTo>
                  <a:lnTo>
                    <a:pt x="0" y="71515"/>
                  </a:lnTo>
                  <a:cubicBezTo>
                    <a:pt x="22242" y="29223"/>
                    <a:pt x="66158" y="0"/>
                    <a:pt x="117298" y="0"/>
                  </a:cubicBezTo>
                  <a:cubicBezTo>
                    <a:pt x="190761" y="0"/>
                    <a:pt x="250263" y="59583"/>
                    <a:pt x="250263" y="132965"/>
                  </a:cubicBezTo>
                  <a:cubicBezTo>
                    <a:pt x="250263" y="206428"/>
                    <a:pt x="190680" y="265929"/>
                    <a:pt x="117298" y="265929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52">
              <a:extLst>
                <a:ext uri="{FF2B5EF4-FFF2-40B4-BE49-F238E27FC236}">
                  <a16:creationId xmlns:a16="http://schemas.microsoft.com/office/drawing/2014/main" id="{39F5D152-311A-989F-733A-BBF83F287D00}"/>
                </a:ext>
              </a:extLst>
            </p:cNvPr>
            <p:cNvSpPr/>
            <p:nvPr/>
          </p:nvSpPr>
          <p:spPr>
            <a:xfrm rot="10800000">
              <a:off x="17269045" y="10064549"/>
              <a:ext cx="114781" cy="114781"/>
            </a:xfrm>
            <a:custGeom>
              <a:avLst/>
              <a:gdLst>
                <a:gd name="connsiteX0" fmla="*/ 57391 w 114781"/>
                <a:gd name="connsiteY0" fmla="*/ 0 h 114781"/>
                <a:gd name="connsiteX1" fmla="*/ 114782 w 114781"/>
                <a:gd name="connsiteY1" fmla="*/ 57391 h 114781"/>
                <a:gd name="connsiteX2" fmla="*/ 57391 w 114781"/>
                <a:gd name="connsiteY2" fmla="*/ 114781 h 114781"/>
                <a:gd name="connsiteX3" fmla="*/ 0 w 114781"/>
                <a:gd name="connsiteY3" fmla="*/ 57391 h 114781"/>
                <a:gd name="connsiteX4" fmla="*/ 57391 w 114781"/>
                <a:gd name="connsiteY4" fmla="*/ 0 h 11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781" h="114781">
                  <a:moveTo>
                    <a:pt x="57391" y="0"/>
                  </a:moveTo>
                  <a:cubicBezTo>
                    <a:pt x="89130" y="0"/>
                    <a:pt x="114782" y="25732"/>
                    <a:pt x="114782" y="57391"/>
                  </a:cubicBezTo>
                  <a:cubicBezTo>
                    <a:pt x="114782" y="89130"/>
                    <a:pt x="89049" y="114781"/>
                    <a:pt x="57391" y="114781"/>
                  </a:cubicBezTo>
                  <a:cubicBezTo>
                    <a:pt x="25733" y="114781"/>
                    <a:pt x="0" y="89049"/>
                    <a:pt x="0" y="57391"/>
                  </a:cubicBezTo>
                  <a:cubicBezTo>
                    <a:pt x="0" y="25651"/>
                    <a:pt x="25733" y="0"/>
                    <a:pt x="5739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53">
              <a:extLst>
                <a:ext uri="{FF2B5EF4-FFF2-40B4-BE49-F238E27FC236}">
                  <a16:creationId xmlns:a16="http://schemas.microsoft.com/office/drawing/2014/main" id="{158323B5-CCA3-9077-D713-0B89474A5C8E}"/>
                </a:ext>
              </a:extLst>
            </p:cNvPr>
            <p:cNvSpPr/>
            <p:nvPr/>
          </p:nvSpPr>
          <p:spPr>
            <a:xfrm rot="10800000">
              <a:off x="16377175" y="9525953"/>
              <a:ext cx="226802" cy="226802"/>
            </a:xfrm>
            <a:custGeom>
              <a:avLst/>
              <a:gdLst>
                <a:gd name="connsiteX0" fmla="*/ 113401 w 226802"/>
                <a:gd name="connsiteY0" fmla="*/ 0 h 226802"/>
                <a:gd name="connsiteX1" fmla="*/ 226803 w 226802"/>
                <a:gd name="connsiteY1" fmla="*/ 113401 h 226802"/>
                <a:gd name="connsiteX2" fmla="*/ 113401 w 226802"/>
                <a:gd name="connsiteY2" fmla="*/ 226803 h 226802"/>
                <a:gd name="connsiteX3" fmla="*/ 0 w 226802"/>
                <a:gd name="connsiteY3" fmla="*/ 113401 h 226802"/>
                <a:gd name="connsiteX4" fmla="*/ 113401 w 226802"/>
                <a:gd name="connsiteY4" fmla="*/ 0 h 226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802" h="226802">
                  <a:moveTo>
                    <a:pt x="113401" y="0"/>
                  </a:moveTo>
                  <a:cubicBezTo>
                    <a:pt x="176069" y="0"/>
                    <a:pt x="226803" y="50816"/>
                    <a:pt x="226803" y="113401"/>
                  </a:cubicBezTo>
                  <a:cubicBezTo>
                    <a:pt x="226803" y="176069"/>
                    <a:pt x="175987" y="226803"/>
                    <a:pt x="113401" y="226803"/>
                  </a:cubicBezTo>
                  <a:cubicBezTo>
                    <a:pt x="50734" y="226803"/>
                    <a:pt x="0" y="175987"/>
                    <a:pt x="0" y="113401"/>
                  </a:cubicBezTo>
                  <a:cubicBezTo>
                    <a:pt x="0" y="50734"/>
                    <a:pt x="50816" y="0"/>
                    <a:pt x="113401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154">
              <a:extLst>
                <a:ext uri="{FF2B5EF4-FFF2-40B4-BE49-F238E27FC236}">
                  <a16:creationId xmlns:a16="http://schemas.microsoft.com/office/drawing/2014/main" id="{F9FACB79-8CDA-3E6F-5D71-0AFCA58A20EB}"/>
                </a:ext>
              </a:extLst>
            </p:cNvPr>
            <p:cNvSpPr/>
            <p:nvPr/>
          </p:nvSpPr>
          <p:spPr>
            <a:xfrm rot="10800000">
              <a:off x="16410294" y="8593901"/>
              <a:ext cx="160564" cy="160564"/>
            </a:xfrm>
            <a:custGeom>
              <a:avLst/>
              <a:gdLst>
                <a:gd name="connsiteX0" fmla="*/ 80282 w 160564"/>
                <a:gd name="connsiteY0" fmla="*/ 160564 h 160564"/>
                <a:gd name="connsiteX1" fmla="*/ 0 w 160564"/>
                <a:gd name="connsiteY1" fmla="*/ 80282 h 160564"/>
                <a:gd name="connsiteX2" fmla="*/ 80282 w 160564"/>
                <a:gd name="connsiteY2" fmla="*/ 0 h 160564"/>
                <a:gd name="connsiteX3" fmla="*/ 160564 w 160564"/>
                <a:gd name="connsiteY3" fmla="*/ 80282 h 160564"/>
                <a:gd name="connsiteX4" fmla="*/ 80282 w 160564"/>
                <a:gd name="connsiteY4" fmla="*/ 160564 h 160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564" h="160564">
                  <a:moveTo>
                    <a:pt x="80282" y="160564"/>
                  </a:moveTo>
                  <a:cubicBezTo>
                    <a:pt x="35960" y="160564"/>
                    <a:pt x="0" y="124604"/>
                    <a:pt x="0" y="80282"/>
                  </a:cubicBezTo>
                  <a:cubicBezTo>
                    <a:pt x="0" y="35961"/>
                    <a:pt x="35960" y="0"/>
                    <a:pt x="80282" y="0"/>
                  </a:cubicBezTo>
                  <a:cubicBezTo>
                    <a:pt x="124604" y="0"/>
                    <a:pt x="160564" y="35961"/>
                    <a:pt x="160564" y="80282"/>
                  </a:cubicBezTo>
                  <a:cubicBezTo>
                    <a:pt x="160564" y="124604"/>
                    <a:pt x="124604" y="160564"/>
                    <a:pt x="80282" y="160564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155">
              <a:extLst>
                <a:ext uri="{FF2B5EF4-FFF2-40B4-BE49-F238E27FC236}">
                  <a16:creationId xmlns:a16="http://schemas.microsoft.com/office/drawing/2014/main" id="{75E3CF42-34BB-2552-A2A2-CC3556CF458B}"/>
                </a:ext>
              </a:extLst>
            </p:cNvPr>
            <p:cNvSpPr/>
            <p:nvPr/>
          </p:nvSpPr>
          <p:spPr>
            <a:xfrm rot="10800000">
              <a:off x="15563395" y="8100276"/>
              <a:ext cx="182806" cy="182806"/>
            </a:xfrm>
            <a:custGeom>
              <a:avLst/>
              <a:gdLst>
                <a:gd name="connsiteX0" fmla="*/ 91403 w 182806"/>
                <a:gd name="connsiteY0" fmla="*/ 0 h 182806"/>
                <a:gd name="connsiteX1" fmla="*/ 182806 w 182806"/>
                <a:gd name="connsiteY1" fmla="*/ 91403 h 182806"/>
                <a:gd name="connsiteX2" fmla="*/ 91403 w 182806"/>
                <a:gd name="connsiteY2" fmla="*/ 182806 h 182806"/>
                <a:gd name="connsiteX3" fmla="*/ 0 w 182806"/>
                <a:gd name="connsiteY3" fmla="*/ 91403 h 182806"/>
                <a:gd name="connsiteX4" fmla="*/ 91403 w 182806"/>
                <a:gd name="connsiteY4" fmla="*/ 0 h 182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06" h="182806">
                  <a:moveTo>
                    <a:pt x="91403" y="0"/>
                  </a:moveTo>
                  <a:cubicBezTo>
                    <a:pt x="141894" y="0"/>
                    <a:pt x="182806" y="40912"/>
                    <a:pt x="182806" y="91403"/>
                  </a:cubicBezTo>
                  <a:cubicBezTo>
                    <a:pt x="182806" y="141894"/>
                    <a:pt x="141894" y="182806"/>
                    <a:pt x="91403" y="182806"/>
                  </a:cubicBezTo>
                  <a:cubicBezTo>
                    <a:pt x="40912" y="182806"/>
                    <a:pt x="0" y="141894"/>
                    <a:pt x="0" y="91403"/>
                  </a:cubicBezTo>
                  <a:cubicBezTo>
                    <a:pt x="0" y="40912"/>
                    <a:pt x="40912" y="0"/>
                    <a:pt x="91403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156">
              <a:extLst>
                <a:ext uri="{FF2B5EF4-FFF2-40B4-BE49-F238E27FC236}">
                  <a16:creationId xmlns:a16="http://schemas.microsoft.com/office/drawing/2014/main" id="{B22DD7CC-6E5E-3C9E-EE92-31F60F103C63}"/>
                </a:ext>
              </a:extLst>
            </p:cNvPr>
            <p:cNvSpPr/>
            <p:nvPr/>
          </p:nvSpPr>
          <p:spPr>
            <a:xfrm rot="10800000">
              <a:off x="14714387" y="8569711"/>
              <a:ext cx="209106" cy="209106"/>
            </a:xfrm>
            <a:custGeom>
              <a:avLst/>
              <a:gdLst>
                <a:gd name="connsiteX0" fmla="*/ 209107 w 209106"/>
                <a:gd name="connsiteY0" fmla="*/ 104553 h 209106"/>
                <a:gd name="connsiteX1" fmla="*/ 104553 w 209106"/>
                <a:gd name="connsiteY1" fmla="*/ 209107 h 209106"/>
                <a:gd name="connsiteX2" fmla="*/ 0 w 209106"/>
                <a:gd name="connsiteY2" fmla="*/ 104553 h 209106"/>
                <a:gd name="connsiteX3" fmla="*/ 104553 w 209106"/>
                <a:gd name="connsiteY3" fmla="*/ 0 h 209106"/>
                <a:gd name="connsiteX4" fmla="*/ 209107 w 209106"/>
                <a:gd name="connsiteY4" fmla="*/ 104553 h 20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106" h="209106">
                  <a:moveTo>
                    <a:pt x="209107" y="104553"/>
                  </a:moveTo>
                  <a:cubicBezTo>
                    <a:pt x="209107" y="162269"/>
                    <a:pt x="162269" y="209107"/>
                    <a:pt x="104553" y="209107"/>
                  </a:cubicBezTo>
                  <a:cubicBezTo>
                    <a:pt x="46838" y="209107"/>
                    <a:pt x="0" y="162269"/>
                    <a:pt x="0" y="104553"/>
                  </a:cubicBezTo>
                  <a:cubicBezTo>
                    <a:pt x="0" y="46838"/>
                    <a:pt x="46838" y="0"/>
                    <a:pt x="104553" y="0"/>
                  </a:cubicBezTo>
                  <a:cubicBezTo>
                    <a:pt x="162269" y="0"/>
                    <a:pt x="209107" y="46838"/>
                    <a:pt x="209107" y="10455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157">
              <a:extLst>
                <a:ext uri="{FF2B5EF4-FFF2-40B4-BE49-F238E27FC236}">
                  <a16:creationId xmlns:a16="http://schemas.microsoft.com/office/drawing/2014/main" id="{915D7148-65AF-0CD5-3C25-62E82D2952F5}"/>
                </a:ext>
              </a:extLst>
            </p:cNvPr>
            <p:cNvSpPr/>
            <p:nvPr/>
          </p:nvSpPr>
          <p:spPr>
            <a:xfrm rot="10800000">
              <a:off x="13900932" y="10039628"/>
              <a:ext cx="164460" cy="164460"/>
            </a:xfrm>
            <a:custGeom>
              <a:avLst/>
              <a:gdLst>
                <a:gd name="connsiteX0" fmla="*/ 82230 w 164460"/>
                <a:gd name="connsiteY0" fmla="*/ 0 h 164460"/>
                <a:gd name="connsiteX1" fmla="*/ 164461 w 164460"/>
                <a:gd name="connsiteY1" fmla="*/ 82230 h 164460"/>
                <a:gd name="connsiteX2" fmla="*/ 82230 w 164460"/>
                <a:gd name="connsiteY2" fmla="*/ 164461 h 164460"/>
                <a:gd name="connsiteX3" fmla="*/ 0 w 164460"/>
                <a:gd name="connsiteY3" fmla="*/ 82230 h 164460"/>
                <a:gd name="connsiteX4" fmla="*/ 82230 w 164460"/>
                <a:gd name="connsiteY4" fmla="*/ 0 h 16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0" h="164460">
                  <a:moveTo>
                    <a:pt x="82230" y="0"/>
                  </a:moveTo>
                  <a:cubicBezTo>
                    <a:pt x="127607" y="0"/>
                    <a:pt x="164461" y="36772"/>
                    <a:pt x="164461" y="82230"/>
                  </a:cubicBezTo>
                  <a:cubicBezTo>
                    <a:pt x="164461" y="127607"/>
                    <a:pt x="127688" y="164461"/>
                    <a:pt x="82230" y="164461"/>
                  </a:cubicBezTo>
                  <a:cubicBezTo>
                    <a:pt x="36853" y="164461"/>
                    <a:pt x="0" y="127688"/>
                    <a:pt x="0" y="82230"/>
                  </a:cubicBezTo>
                  <a:cubicBezTo>
                    <a:pt x="0" y="36853"/>
                    <a:pt x="36772" y="0"/>
                    <a:pt x="82230" y="0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158">
              <a:extLst>
                <a:ext uri="{FF2B5EF4-FFF2-40B4-BE49-F238E27FC236}">
                  <a16:creationId xmlns:a16="http://schemas.microsoft.com/office/drawing/2014/main" id="{AEFF5DD2-3C01-59D8-8929-690374347354}"/>
                </a:ext>
              </a:extLst>
            </p:cNvPr>
            <p:cNvSpPr/>
            <p:nvPr/>
          </p:nvSpPr>
          <p:spPr>
            <a:xfrm rot="10800000">
              <a:off x="13060527" y="9552578"/>
              <a:ext cx="173552" cy="173552"/>
            </a:xfrm>
            <a:custGeom>
              <a:avLst/>
              <a:gdLst>
                <a:gd name="connsiteX0" fmla="*/ 173552 w 173552"/>
                <a:gd name="connsiteY0" fmla="*/ 86776 h 173552"/>
                <a:gd name="connsiteX1" fmla="*/ 86776 w 173552"/>
                <a:gd name="connsiteY1" fmla="*/ 173552 h 173552"/>
                <a:gd name="connsiteX2" fmla="*/ 0 w 173552"/>
                <a:gd name="connsiteY2" fmla="*/ 86776 h 173552"/>
                <a:gd name="connsiteX3" fmla="*/ 86776 w 173552"/>
                <a:gd name="connsiteY3" fmla="*/ 0 h 173552"/>
                <a:gd name="connsiteX4" fmla="*/ 173552 w 173552"/>
                <a:gd name="connsiteY4" fmla="*/ 86776 h 173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552" h="173552">
                  <a:moveTo>
                    <a:pt x="173552" y="86776"/>
                  </a:moveTo>
                  <a:cubicBezTo>
                    <a:pt x="173552" y="134701"/>
                    <a:pt x="134701" y="173552"/>
                    <a:pt x="86776" y="173552"/>
                  </a:cubicBezTo>
                  <a:cubicBezTo>
                    <a:pt x="38851" y="173552"/>
                    <a:pt x="0" y="134701"/>
                    <a:pt x="0" y="86776"/>
                  </a:cubicBezTo>
                  <a:cubicBezTo>
                    <a:pt x="0" y="38851"/>
                    <a:pt x="38851" y="0"/>
                    <a:pt x="86776" y="0"/>
                  </a:cubicBezTo>
                  <a:cubicBezTo>
                    <a:pt x="134701" y="0"/>
                    <a:pt x="173552" y="38851"/>
                    <a:pt x="173552" y="86776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159">
              <a:extLst>
                <a:ext uri="{FF2B5EF4-FFF2-40B4-BE49-F238E27FC236}">
                  <a16:creationId xmlns:a16="http://schemas.microsoft.com/office/drawing/2014/main" id="{9296FC02-45F4-7455-F7E9-FEBD7701617C}"/>
                </a:ext>
              </a:extLst>
            </p:cNvPr>
            <p:cNvSpPr/>
            <p:nvPr/>
          </p:nvSpPr>
          <p:spPr>
            <a:xfrm rot="10800000">
              <a:off x="18119110" y="9596332"/>
              <a:ext cx="86207" cy="86207"/>
            </a:xfrm>
            <a:custGeom>
              <a:avLst/>
              <a:gdLst>
                <a:gd name="connsiteX0" fmla="*/ 43104 w 86207"/>
                <a:gd name="connsiteY0" fmla="*/ 86208 h 86207"/>
                <a:gd name="connsiteX1" fmla="*/ 0 w 86207"/>
                <a:gd name="connsiteY1" fmla="*/ 43104 h 86207"/>
                <a:gd name="connsiteX2" fmla="*/ 43104 w 86207"/>
                <a:gd name="connsiteY2" fmla="*/ 0 h 86207"/>
                <a:gd name="connsiteX3" fmla="*/ 86208 w 86207"/>
                <a:gd name="connsiteY3" fmla="*/ 43104 h 86207"/>
                <a:gd name="connsiteX4" fmla="*/ 43104 w 86207"/>
                <a:gd name="connsiteY4" fmla="*/ 86208 h 86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207" h="86207">
                  <a:moveTo>
                    <a:pt x="43104" y="86208"/>
                  </a:moveTo>
                  <a:cubicBezTo>
                    <a:pt x="19320" y="86208"/>
                    <a:pt x="0" y="66888"/>
                    <a:pt x="0" y="43104"/>
                  </a:cubicBezTo>
                  <a:cubicBezTo>
                    <a:pt x="0" y="19320"/>
                    <a:pt x="19320" y="0"/>
                    <a:pt x="43104" y="0"/>
                  </a:cubicBezTo>
                  <a:cubicBezTo>
                    <a:pt x="66888" y="0"/>
                    <a:pt x="86208" y="19320"/>
                    <a:pt x="86208" y="43104"/>
                  </a:cubicBezTo>
                  <a:cubicBezTo>
                    <a:pt x="86208" y="66888"/>
                    <a:pt x="66888" y="86208"/>
                    <a:pt x="43104" y="8620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160">
              <a:extLst>
                <a:ext uri="{FF2B5EF4-FFF2-40B4-BE49-F238E27FC236}">
                  <a16:creationId xmlns:a16="http://schemas.microsoft.com/office/drawing/2014/main" id="{6F0E53F7-1DDD-C230-6116-C75AD8ED7DAB}"/>
                </a:ext>
              </a:extLst>
            </p:cNvPr>
            <p:cNvSpPr/>
            <p:nvPr/>
          </p:nvSpPr>
          <p:spPr>
            <a:xfrm rot="10800000">
              <a:off x="15546430" y="10013571"/>
              <a:ext cx="216737" cy="216737"/>
            </a:xfrm>
            <a:custGeom>
              <a:avLst/>
              <a:gdLst>
                <a:gd name="connsiteX0" fmla="*/ 108369 w 216737"/>
                <a:gd name="connsiteY0" fmla="*/ 216737 h 216737"/>
                <a:gd name="connsiteX1" fmla="*/ 0 w 216737"/>
                <a:gd name="connsiteY1" fmla="*/ 108369 h 216737"/>
                <a:gd name="connsiteX2" fmla="*/ 108369 w 216737"/>
                <a:gd name="connsiteY2" fmla="*/ 0 h 216737"/>
                <a:gd name="connsiteX3" fmla="*/ 216737 w 216737"/>
                <a:gd name="connsiteY3" fmla="*/ 108369 h 216737"/>
                <a:gd name="connsiteX4" fmla="*/ 108369 w 216737"/>
                <a:gd name="connsiteY4" fmla="*/ 216737 h 216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737" h="216737">
                  <a:moveTo>
                    <a:pt x="108369" y="216737"/>
                  </a:moveTo>
                  <a:cubicBezTo>
                    <a:pt x="48543" y="216737"/>
                    <a:pt x="0" y="168195"/>
                    <a:pt x="0" y="108369"/>
                  </a:cubicBezTo>
                  <a:cubicBezTo>
                    <a:pt x="0" y="48543"/>
                    <a:pt x="48543" y="0"/>
                    <a:pt x="108369" y="0"/>
                  </a:cubicBezTo>
                  <a:cubicBezTo>
                    <a:pt x="168195" y="0"/>
                    <a:pt x="216737" y="48543"/>
                    <a:pt x="216737" y="108369"/>
                  </a:cubicBezTo>
                  <a:cubicBezTo>
                    <a:pt x="216737" y="168195"/>
                    <a:pt x="168195" y="216737"/>
                    <a:pt x="108369" y="216737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161">
              <a:extLst>
                <a:ext uri="{FF2B5EF4-FFF2-40B4-BE49-F238E27FC236}">
                  <a16:creationId xmlns:a16="http://schemas.microsoft.com/office/drawing/2014/main" id="{51387C07-EC36-8BDD-75C9-4F59D926B770}"/>
                </a:ext>
              </a:extLst>
            </p:cNvPr>
            <p:cNvSpPr/>
            <p:nvPr/>
          </p:nvSpPr>
          <p:spPr>
            <a:xfrm rot="10800000">
              <a:off x="14770397" y="9590811"/>
              <a:ext cx="97085" cy="97085"/>
            </a:xfrm>
            <a:custGeom>
              <a:avLst/>
              <a:gdLst>
                <a:gd name="connsiteX0" fmla="*/ 97085 w 97085"/>
                <a:gd name="connsiteY0" fmla="*/ 48543 h 97085"/>
                <a:gd name="connsiteX1" fmla="*/ 48543 w 97085"/>
                <a:gd name="connsiteY1" fmla="*/ 97085 h 97085"/>
                <a:gd name="connsiteX2" fmla="*/ 0 w 97085"/>
                <a:gd name="connsiteY2" fmla="*/ 48543 h 97085"/>
                <a:gd name="connsiteX3" fmla="*/ 48543 w 97085"/>
                <a:gd name="connsiteY3" fmla="*/ 0 h 97085"/>
                <a:gd name="connsiteX4" fmla="*/ 97085 w 97085"/>
                <a:gd name="connsiteY4" fmla="*/ 48543 h 97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5" h="97085">
                  <a:moveTo>
                    <a:pt x="97085" y="48543"/>
                  </a:moveTo>
                  <a:cubicBezTo>
                    <a:pt x="97085" y="75352"/>
                    <a:pt x="75352" y="97085"/>
                    <a:pt x="48543" y="97085"/>
                  </a:cubicBezTo>
                  <a:cubicBezTo>
                    <a:pt x="21733" y="97085"/>
                    <a:pt x="0" y="75352"/>
                    <a:pt x="0" y="48543"/>
                  </a:cubicBezTo>
                  <a:cubicBezTo>
                    <a:pt x="0" y="21733"/>
                    <a:pt x="21733" y="0"/>
                    <a:pt x="48543" y="0"/>
                  </a:cubicBezTo>
                  <a:cubicBezTo>
                    <a:pt x="75352" y="0"/>
                    <a:pt x="97085" y="21733"/>
                    <a:pt x="97085" y="48543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162">
              <a:extLst>
                <a:ext uri="{FF2B5EF4-FFF2-40B4-BE49-F238E27FC236}">
                  <a16:creationId xmlns:a16="http://schemas.microsoft.com/office/drawing/2014/main" id="{1705CB29-0E49-8228-DBB7-93F35FAC31C2}"/>
                </a:ext>
              </a:extLst>
            </p:cNvPr>
            <p:cNvSpPr/>
            <p:nvPr/>
          </p:nvSpPr>
          <p:spPr>
            <a:xfrm rot="10800000">
              <a:off x="12247397" y="10057811"/>
              <a:ext cx="128256" cy="128256"/>
            </a:xfrm>
            <a:custGeom>
              <a:avLst/>
              <a:gdLst>
                <a:gd name="connsiteX0" fmla="*/ 128256 w 128256"/>
                <a:gd name="connsiteY0" fmla="*/ 64128 h 128256"/>
                <a:gd name="connsiteX1" fmla="*/ 64128 w 128256"/>
                <a:gd name="connsiteY1" fmla="*/ 128257 h 128256"/>
                <a:gd name="connsiteX2" fmla="*/ -1 w 128256"/>
                <a:gd name="connsiteY2" fmla="*/ 64128 h 128256"/>
                <a:gd name="connsiteX3" fmla="*/ 64128 w 128256"/>
                <a:gd name="connsiteY3" fmla="*/ 0 h 128256"/>
                <a:gd name="connsiteX4" fmla="*/ 128256 w 128256"/>
                <a:gd name="connsiteY4" fmla="*/ 64128 h 128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56" h="128256">
                  <a:moveTo>
                    <a:pt x="128256" y="64128"/>
                  </a:moveTo>
                  <a:cubicBezTo>
                    <a:pt x="128256" y="99545"/>
                    <a:pt x="99545" y="128257"/>
                    <a:pt x="64128" y="128257"/>
                  </a:cubicBezTo>
                  <a:cubicBezTo>
                    <a:pt x="28711" y="128257"/>
                    <a:pt x="-1" y="99545"/>
                    <a:pt x="-1" y="64128"/>
                  </a:cubicBezTo>
                  <a:cubicBezTo>
                    <a:pt x="-1" y="28711"/>
                    <a:pt x="28710" y="0"/>
                    <a:pt x="64128" y="0"/>
                  </a:cubicBezTo>
                  <a:cubicBezTo>
                    <a:pt x="99545" y="0"/>
                    <a:pt x="128256" y="28711"/>
                    <a:pt x="128256" y="64128"/>
                  </a:cubicBezTo>
                  <a:close/>
                </a:path>
              </a:pathLst>
            </a:custGeom>
            <a:grpFill/>
            <a:ln w="8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7CFB431-2678-4398-8A0D-29DCF43D4BE4}"/>
              </a:ext>
            </a:extLst>
          </p:cNvPr>
          <p:cNvSpPr txBox="1"/>
          <p:nvPr/>
        </p:nvSpPr>
        <p:spPr>
          <a:xfrm>
            <a:off x="403028" y="284669"/>
            <a:ext cx="1694111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4600" b="1" kern="0" noProof="0" dirty="0">
                <a:solidFill>
                  <a:srgbClr val="006EBE"/>
                </a:solidFill>
                <a:latin typeface="Arial"/>
                <a:cs typeface="Arial"/>
              </a:rPr>
              <a:t>Диалоговый тренажер разрешения конфликтов </a:t>
            </a:r>
            <a:br>
              <a:rPr lang="ru-RU" sz="4600" b="1" kern="0" noProof="0" dirty="0">
                <a:solidFill>
                  <a:srgbClr val="006EBE"/>
                </a:solidFill>
                <a:latin typeface="Arial"/>
                <a:cs typeface="Arial"/>
              </a:rPr>
            </a:br>
            <a:r>
              <a:rPr lang="ru-RU" sz="4600" b="1" kern="0" noProof="0" dirty="0">
                <a:solidFill>
                  <a:srgbClr val="006EBE"/>
                </a:solidFill>
                <a:latin typeface="Arial"/>
                <a:cs typeface="Arial"/>
              </a:rPr>
              <a:t>с применением ИИ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55E2D60-39A6-49FD-B36B-C7719A2DE4F4}"/>
              </a:ext>
            </a:extLst>
          </p:cNvPr>
          <p:cNvSpPr/>
          <p:nvPr/>
        </p:nvSpPr>
        <p:spPr>
          <a:xfrm>
            <a:off x="507009" y="2216767"/>
            <a:ext cx="8531988" cy="1512986"/>
          </a:xfrm>
          <a:prstGeom prst="roundRect">
            <a:avLst>
              <a:gd name="adj" fmla="val 17267"/>
            </a:avLst>
          </a:prstGeom>
          <a:solidFill>
            <a:srgbClr val="DEEFF9"/>
          </a:solidFill>
          <a:ln w="50800">
            <a:solidFill>
              <a:srgbClr val="5BAFE3"/>
            </a:solidFill>
            <a:prstDash val="sysDash"/>
          </a:ln>
        </p:spPr>
        <p:txBody>
          <a:bodyPr wrap="square" anchor="ctr" anchorCtr="0">
            <a:noAutofit/>
          </a:bodyPr>
          <a:lstStyle/>
          <a:p>
            <a:pPr algn="ctr">
              <a:buClr>
                <a:srgbClr val="006EBE"/>
              </a:buClr>
            </a:pPr>
            <a:r>
              <a:rPr lang="ru-RU" sz="2400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Симуляция конфликтных диалогов.</a:t>
            </a:r>
          </a:p>
          <a:p>
            <a:pPr algn="ctr">
              <a:buClr>
                <a:srgbClr val="006EBE"/>
              </a:buClr>
            </a:pPr>
            <a:r>
              <a:rPr lang="ru-RU" sz="2400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навыков разрешения конфликтов и</a:t>
            </a:r>
            <a:r>
              <a:rPr lang="en-US" sz="2400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400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персональные рекомендации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AD9B440-CA7C-4430-8974-83D66E6C5CD8}"/>
              </a:ext>
            </a:extLst>
          </p:cNvPr>
          <p:cNvSpPr/>
          <p:nvPr/>
        </p:nvSpPr>
        <p:spPr>
          <a:xfrm>
            <a:off x="9901877" y="2216766"/>
            <a:ext cx="7884473" cy="1512987"/>
          </a:xfrm>
          <a:prstGeom prst="roundRect">
            <a:avLst>
              <a:gd name="adj" fmla="val 18270"/>
            </a:avLst>
          </a:prstGeom>
          <a:solidFill>
            <a:srgbClr val="DEEFF9"/>
          </a:solidFill>
          <a:ln w="50800">
            <a:solidFill>
              <a:srgbClr val="5BAFE3"/>
            </a:solidFill>
            <a:prstDash val="sysDash"/>
          </a:ln>
        </p:spPr>
        <p:txBody>
          <a:bodyPr wrap="square" lIns="324000" anchor="ctr" anchorCtr="0">
            <a:noAutofit/>
          </a:bodyPr>
          <a:lstStyle/>
          <a:p>
            <a:pPr marL="342900" indent="-342900">
              <a:spcBef>
                <a:spcPts val="1199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Навык разрешения конфликтных ситуаций </a:t>
            </a:r>
          </a:p>
          <a:p>
            <a:pPr marL="342900" indent="-342900">
              <a:spcBef>
                <a:spcPts val="1199"/>
              </a:spcBef>
              <a:buClr>
                <a:srgbClr val="006EBE"/>
              </a:buClr>
              <a:buFont typeface="Arial" panose="020B0604020202020204" pitchFamily="34" charset="0"/>
              <a:buChar char="•"/>
            </a:pPr>
            <a:r>
              <a:rPr lang="ru-RU" sz="2400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Практика английского языка в предметной области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97071E5-D435-46B5-8BDF-17873FBB796B}"/>
              </a:ext>
            </a:extLst>
          </p:cNvPr>
          <p:cNvSpPr/>
          <p:nvPr/>
        </p:nvSpPr>
        <p:spPr>
          <a:xfrm>
            <a:off x="533909" y="4328799"/>
            <a:ext cx="8531988" cy="5400165"/>
          </a:xfrm>
          <a:prstGeom prst="roundRect">
            <a:avLst>
              <a:gd name="adj" fmla="val 5449"/>
            </a:avLst>
          </a:prstGeom>
          <a:solidFill>
            <a:schemeClr val="bg1"/>
          </a:solidFill>
          <a:ln w="50800" cap="sq">
            <a:solidFill>
              <a:srgbClr val="5BAFE3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361697" lvl="0" indent="-270000" fontAlgn="base">
              <a:spcBef>
                <a:spcPts val="1799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endParaRPr lang="ru-RU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1697" lvl="0" indent="-270000" fontAlgn="base">
              <a:spcBef>
                <a:spcPts val="1799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endParaRPr lang="ru-RU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1697" lvl="0" indent="-270000" fontAlgn="base">
              <a:spcBef>
                <a:spcPts val="1799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endParaRPr lang="ru-RU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1697" lvl="0" indent="-270000" fontAlgn="base">
              <a:spcBef>
                <a:spcPts val="1799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r>
              <a:rPr lang="ru-RU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Предоставляет выбор различных ролей и целей оппонентов конфликта</a:t>
            </a:r>
          </a:p>
          <a:p>
            <a:pPr marL="361697" indent="-270000" fontAlgn="base">
              <a:spcBef>
                <a:spcPts val="1799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r>
              <a:rPr lang="ru-RU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Генерирует практически неограниченное количество уникальных сценариев диалога, моделируя новые комбинации жалоб, эмоциональных реакций гостя и профессиональных контекстов </a:t>
            </a:r>
          </a:p>
          <a:p>
            <a:pPr marL="361697" lvl="0" indent="-270000" fontAlgn="base">
              <a:spcBef>
                <a:spcPts val="1799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r>
              <a:rPr lang="ru-RU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Формирует рекомендации по форме и содержанию переговоров</a:t>
            </a:r>
          </a:p>
          <a:p>
            <a:pPr marL="361697" lvl="0" indent="-270000" fontAlgn="base">
              <a:spcBef>
                <a:spcPts val="1799"/>
              </a:spcBef>
              <a:spcAft>
                <a:spcPts val="600"/>
              </a:spcAft>
              <a:buClr>
                <a:srgbClr val="006EBE"/>
              </a:buClr>
              <a:buFont typeface="Arial" panose="020B0604020202020204" pitchFamily="34" charset="0"/>
              <a:buChar char="•"/>
              <a:tabLst>
                <a:tab pos="361697" algn="l"/>
                <a:tab pos="672629" algn="l"/>
              </a:tabLst>
              <a:defRPr/>
            </a:pPr>
            <a:endParaRPr lang="ru-RU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D2D2030-B0F3-4438-BA66-743FD5F9898C}"/>
              </a:ext>
            </a:extLst>
          </p:cNvPr>
          <p:cNvSpPr/>
          <p:nvPr/>
        </p:nvSpPr>
        <p:spPr bwMode="auto">
          <a:xfrm>
            <a:off x="1875109" y="4813339"/>
            <a:ext cx="3933690" cy="94453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8000" tIns="108000" rIns="108000" bIns="108000" numCol="1" spcCol="1270" anchor="t" anchorCtr="0">
            <a:noAutofit/>
          </a:bodyPr>
          <a:lstStyle/>
          <a:p>
            <a:pPr marR="0" lvl="0" indent="0" algn="ctr" defTabSz="45688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ru-RU" sz="3200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ИИ-тренажер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945BAAD9-022E-CFC2-E113-F7ACDDCD9B9D}"/>
              </a:ext>
            </a:extLst>
          </p:cNvPr>
          <p:cNvGrpSpPr/>
          <p:nvPr/>
        </p:nvGrpSpPr>
        <p:grpSpPr>
          <a:xfrm>
            <a:off x="10624788" y="4206341"/>
            <a:ext cx="6630902" cy="5562788"/>
            <a:chOff x="10445518" y="4206341"/>
            <a:chExt cx="6630902" cy="5562788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F0E86272-7450-4622-BE6B-91C68083F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6"/>
            <a:stretch/>
          </p:blipFill>
          <p:spPr>
            <a:xfrm>
              <a:off x="10445518" y="4206341"/>
              <a:ext cx="6630902" cy="5562788"/>
            </a:xfrm>
            <a:prstGeom prst="rect">
              <a:avLst/>
            </a:prstGeom>
            <a:ln w="101600">
              <a:solidFill>
                <a:srgbClr val="E5F2FB"/>
              </a:solidFill>
              <a:miter lim="800000"/>
            </a:ln>
          </p:spPr>
        </p:pic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72FFF82C-F014-C86C-9903-C2FC3B7C78CD}"/>
                </a:ext>
              </a:extLst>
            </p:cNvPr>
            <p:cNvSpPr/>
            <p:nvPr/>
          </p:nvSpPr>
          <p:spPr>
            <a:xfrm>
              <a:off x="10566400" y="4235450"/>
              <a:ext cx="1781175" cy="158750"/>
            </a:xfrm>
            <a:prstGeom prst="rect">
              <a:avLst/>
            </a:prstGeom>
            <a:solidFill>
              <a:srgbClr val="282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noProof="0" dirty="0"/>
            </a:p>
          </p:txBody>
        </p:sp>
      </p:grpSp>
      <p:sp>
        <p:nvSpPr>
          <p:cNvPr id="47" name="Овал 46">
            <a:extLst>
              <a:ext uri="{FF2B5EF4-FFF2-40B4-BE49-F238E27FC236}">
                <a16:creationId xmlns:a16="http://schemas.microsoft.com/office/drawing/2014/main" id="{2C4B0FCC-10AD-B8D7-8C95-95E18BEC6A34}"/>
              </a:ext>
            </a:extLst>
          </p:cNvPr>
          <p:cNvSpPr/>
          <p:nvPr/>
        </p:nvSpPr>
        <p:spPr>
          <a:xfrm>
            <a:off x="943259" y="4530712"/>
            <a:ext cx="1214984" cy="1227164"/>
          </a:xfrm>
          <a:prstGeom prst="ellipse">
            <a:avLst/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456880"/>
            <a:endParaRPr lang="ru-RU" sz="1799" noProof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ECF874-07B5-17CF-7089-DFC7689EFF4D}"/>
              </a:ext>
            </a:extLst>
          </p:cNvPr>
          <p:cNvSpPr txBox="1"/>
          <p:nvPr/>
        </p:nvSpPr>
        <p:spPr>
          <a:xfrm>
            <a:off x="1000760" y="533149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900" b="1" noProof="0" dirty="0">
                <a:solidFill>
                  <a:schemeClr val="bg1"/>
                </a:solidFill>
              </a:rPr>
              <a:t>ИИ-диалоговый</a:t>
            </a:r>
          </a:p>
          <a:p>
            <a:pPr algn="ctr"/>
            <a:r>
              <a:rPr lang="ru-RU" sz="900" b="1" noProof="0" dirty="0">
                <a:solidFill>
                  <a:schemeClr val="bg1"/>
                </a:solidFill>
              </a:rPr>
              <a:t>тренажер</a:t>
            </a:r>
          </a:p>
        </p:txBody>
      </p: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3BC53AB4-C7F4-3152-14A7-EFC8194CFDC3}"/>
              </a:ext>
            </a:extLst>
          </p:cNvPr>
          <p:cNvGrpSpPr/>
          <p:nvPr/>
        </p:nvGrpSpPr>
        <p:grpSpPr>
          <a:xfrm>
            <a:off x="1169098" y="4686300"/>
            <a:ext cx="687449" cy="614241"/>
            <a:chOff x="1169098" y="4686300"/>
            <a:chExt cx="687449" cy="614241"/>
          </a:xfrm>
        </p:grpSpPr>
        <p:grpSp>
          <p:nvGrpSpPr>
            <p:cNvPr id="50" name="Группа 49">
              <a:extLst>
                <a:ext uri="{FF2B5EF4-FFF2-40B4-BE49-F238E27FC236}">
                  <a16:creationId xmlns:a16="http://schemas.microsoft.com/office/drawing/2014/main" id="{92F36E21-CAAD-A112-AB53-43E1AA3A3C1C}"/>
                </a:ext>
              </a:extLst>
            </p:cNvPr>
            <p:cNvGrpSpPr/>
            <p:nvPr/>
          </p:nvGrpSpPr>
          <p:grpSpPr>
            <a:xfrm>
              <a:off x="1216130" y="4686300"/>
              <a:ext cx="640417" cy="614241"/>
              <a:chOff x="2724185" y="4549734"/>
              <a:chExt cx="1200149" cy="1151095"/>
            </a:xfrm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C174A8AC-CCE1-F907-D5C8-927D4D6B0387}"/>
                  </a:ext>
                </a:extLst>
              </p:cNvPr>
              <p:cNvSpPr/>
              <p:nvPr/>
            </p:nvSpPr>
            <p:spPr>
              <a:xfrm>
                <a:off x="3177765" y="4549734"/>
                <a:ext cx="746569" cy="697515"/>
              </a:xfrm>
              <a:custGeom>
                <a:avLst/>
                <a:gdLst>
                  <a:gd name="connsiteX0" fmla="*/ 613505 w 746569"/>
                  <a:gd name="connsiteY0" fmla="*/ 568262 h 697515"/>
                  <a:gd name="connsiteX1" fmla="*/ 746570 w 746569"/>
                  <a:gd name="connsiteY1" fmla="*/ 697516 h 697515"/>
                  <a:gd name="connsiteX2" fmla="*/ 746570 w 746569"/>
                  <a:gd name="connsiteY2" fmla="*/ 137922 h 697515"/>
                  <a:gd name="connsiteX3" fmla="*/ 608648 w 746569"/>
                  <a:gd name="connsiteY3" fmla="*/ 0 h 697515"/>
                  <a:gd name="connsiteX4" fmla="*/ 137922 w 746569"/>
                  <a:gd name="connsiteY4" fmla="*/ 0 h 697515"/>
                  <a:gd name="connsiteX5" fmla="*/ 0 w 746569"/>
                  <a:gd name="connsiteY5" fmla="*/ 137922 h 697515"/>
                  <a:gd name="connsiteX6" fmla="*/ 0 w 746569"/>
                  <a:gd name="connsiteY6" fmla="*/ 430340 h 697515"/>
                  <a:gd name="connsiteX7" fmla="*/ 137922 w 746569"/>
                  <a:gd name="connsiteY7" fmla="*/ 568262 h 697515"/>
                  <a:gd name="connsiteX8" fmla="*/ 613505 w 746569"/>
                  <a:gd name="connsiteY8" fmla="*/ 568262 h 697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46569" h="697515">
                    <a:moveTo>
                      <a:pt x="613505" y="568262"/>
                    </a:moveTo>
                    <a:lnTo>
                      <a:pt x="746570" y="697516"/>
                    </a:lnTo>
                    <a:lnTo>
                      <a:pt x="746570" y="137922"/>
                    </a:lnTo>
                    <a:cubicBezTo>
                      <a:pt x="746570" y="61722"/>
                      <a:pt x="684848" y="0"/>
                      <a:pt x="608648" y="0"/>
                    </a:cubicBezTo>
                    <a:lnTo>
                      <a:pt x="137922" y="0"/>
                    </a:lnTo>
                    <a:cubicBezTo>
                      <a:pt x="61722" y="0"/>
                      <a:pt x="0" y="61722"/>
                      <a:pt x="0" y="137922"/>
                    </a:cubicBezTo>
                    <a:lnTo>
                      <a:pt x="0" y="430340"/>
                    </a:lnTo>
                    <a:cubicBezTo>
                      <a:pt x="0" y="506540"/>
                      <a:pt x="61722" y="568262"/>
                      <a:pt x="137922" y="568262"/>
                    </a:cubicBezTo>
                    <a:lnTo>
                      <a:pt x="613505" y="568262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noProof="0" dirty="0"/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7E1271C1-C015-0B49-E1C7-86DE1822B738}"/>
                  </a:ext>
                </a:extLst>
              </p:cNvPr>
              <p:cNvSpPr/>
              <p:nvPr/>
            </p:nvSpPr>
            <p:spPr>
              <a:xfrm>
                <a:off x="2724185" y="5003314"/>
                <a:ext cx="746569" cy="697515"/>
              </a:xfrm>
              <a:custGeom>
                <a:avLst/>
                <a:gdLst>
                  <a:gd name="connsiteX0" fmla="*/ 745236 w 746569"/>
                  <a:gd name="connsiteY0" fmla="*/ 118586 h 697515"/>
                  <a:gd name="connsiteX1" fmla="*/ 746570 w 746569"/>
                  <a:gd name="connsiteY1" fmla="*/ 137922 h 697515"/>
                  <a:gd name="connsiteX2" fmla="*/ 746570 w 746569"/>
                  <a:gd name="connsiteY2" fmla="*/ 430340 h 697515"/>
                  <a:gd name="connsiteX3" fmla="*/ 608648 w 746569"/>
                  <a:gd name="connsiteY3" fmla="*/ 568262 h 697515"/>
                  <a:gd name="connsiteX4" fmla="*/ 133064 w 746569"/>
                  <a:gd name="connsiteY4" fmla="*/ 568262 h 697515"/>
                  <a:gd name="connsiteX5" fmla="*/ 0 w 746569"/>
                  <a:gd name="connsiteY5" fmla="*/ 697516 h 697515"/>
                  <a:gd name="connsiteX6" fmla="*/ 0 w 746569"/>
                  <a:gd name="connsiteY6" fmla="*/ 137922 h 697515"/>
                  <a:gd name="connsiteX7" fmla="*/ 137922 w 746569"/>
                  <a:gd name="connsiteY7" fmla="*/ 0 h 697515"/>
                  <a:gd name="connsiteX8" fmla="*/ 455581 w 746569"/>
                  <a:gd name="connsiteY8" fmla="*/ 0 h 697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46569" h="697515">
                    <a:moveTo>
                      <a:pt x="745236" y="118586"/>
                    </a:moveTo>
                    <a:cubicBezTo>
                      <a:pt x="746093" y="124873"/>
                      <a:pt x="746570" y="131350"/>
                      <a:pt x="746570" y="137922"/>
                    </a:cubicBezTo>
                    <a:lnTo>
                      <a:pt x="746570" y="430340"/>
                    </a:lnTo>
                    <a:cubicBezTo>
                      <a:pt x="746570" y="506540"/>
                      <a:pt x="684848" y="568262"/>
                      <a:pt x="608648" y="568262"/>
                    </a:cubicBezTo>
                    <a:lnTo>
                      <a:pt x="133064" y="568262"/>
                    </a:lnTo>
                    <a:lnTo>
                      <a:pt x="0" y="697516"/>
                    </a:lnTo>
                    <a:lnTo>
                      <a:pt x="0" y="137922"/>
                    </a:lnTo>
                    <a:cubicBezTo>
                      <a:pt x="0" y="61722"/>
                      <a:pt x="61722" y="0"/>
                      <a:pt x="137922" y="0"/>
                    </a:cubicBezTo>
                    <a:lnTo>
                      <a:pt x="455581" y="0"/>
                    </a:lnTo>
                  </a:path>
                </a:pathLst>
              </a:custGeom>
              <a:noFill/>
              <a:ln w="254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noProof="0" dirty="0"/>
              </a:p>
            </p:txBody>
          </p:sp>
          <p:grpSp>
            <p:nvGrpSpPr>
              <p:cNvPr id="54" name="Рисунок 26">
                <a:extLst>
                  <a:ext uri="{FF2B5EF4-FFF2-40B4-BE49-F238E27FC236}">
                    <a16:creationId xmlns:a16="http://schemas.microsoft.com/office/drawing/2014/main" id="{3C733A72-DFC6-2925-B2B3-6E91AAC9A715}"/>
                  </a:ext>
                </a:extLst>
              </p:cNvPr>
              <p:cNvGrpSpPr/>
              <p:nvPr/>
            </p:nvGrpSpPr>
            <p:grpSpPr>
              <a:xfrm>
                <a:off x="3418748" y="4725756"/>
                <a:ext cx="264699" cy="216217"/>
                <a:chOff x="6554378" y="4758736"/>
                <a:chExt cx="264699" cy="216217"/>
              </a:xfrm>
            </p:grpSpPr>
            <p:sp>
              <p:nvSpPr>
                <p:cNvPr id="55" name="Полилиния: фигура 54">
                  <a:extLst>
                    <a:ext uri="{FF2B5EF4-FFF2-40B4-BE49-F238E27FC236}">
                      <a16:creationId xmlns:a16="http://schemas.microsoft.com/office/drawing/2014/main" id="{3A6AB228-615E-DC14-E287-F0A27F4AD344}"/>
                    </a:ext>
                  </a:extLst>
                </p:cNvPr>
                <p:cNvSpPr/>
                <p:nvPr/>
              </p:nvSpPr>
              <p:spPr>
                <a:xfrm>
                  <a:off x="6554378" y="4758736"/>
                  <a:ext cx="261937" cy="9525"/>
                </a:xfrm>
                <a:custGeom>
                  <a:avLst/>
                  <a:gdLst>
                    <a:gd name="connsiteX0" fmla="*/ 0 w 261937"/>
                    <a:gd name="connsiteY0" fmla="*/ 0 h 9525"/>
                    <a:gd name="connsiteX1" fmla="*/ 261937 w 261937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61937" h="9525">
                      <a:moveTo>
                        <a:pt x="0" y="0"/>
                      </a:moveTo>
                      <a:lnTo>
                        <a:pt x="261937" y="0"/>
                      </a:lnTo>
                    </a:path>
                  </a:pathLst>
                </a:custGeom>
                <a:ln w="2540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noProof="0" dirty="0"/>
                </a:p>
              </p:txBody>
            </p:sp>
            <p:sp>
              <p:nvSpPr>
                <p:cNvPr id="56" name="Полилиния: фигура 55">
                  <a:extLst>
                    <a:ext uri="{FF2B5EF4-FFF2-40B4-BE49-F238E27FC236}">
                      <a16:creationId xmlns:a16="http://schemas.microsoft.com/office/drawing/2014/main" id="{4182A1C3-2F1D-E646-CEF1-99FF39C70255}"/>
                    </a:ext>
                  </a:extLst>
                </p:cNvPr>
                <p:cNvSpPr/>
                <p:nvPr/>
              </p:nvSpPr>
              <p:spPr>
                <a:xfrm>
                  <a:off x="6555712" y="4866845"/>
                  <a:ext cx="261937" cy="9525"/>
                </a:xfrm>
                <a:custGeom>
                  <a:avLst/>
                  <a:gdLst>
                    <a:gd name="connsiteX0" fmla="*/ 0 w 261937"/>
                    <a:gd name="connsiteY0" fmla="*/ 0 h 9525"/>
                    <a:gd name="connsiteX1" fmla="*/ 261937 w 261937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61937" h="9525">
                      <a:moveTo>
                        <a:pt x="0" y="0"/>
                      </a:moveTo>
                      <a:lnTo>
                        <a:pt x="261937" y="0"/>
                      </a:lnTo>
                    </a:path>
                  </a:pathLst>
                </a:custGeom>
                <a:ln w="2540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noProof="0" dirty="0"/>
                </a:p>
              </p:txBody>
            </p:sp>
            <p:sp>
              <p:nvSpPr>
                <p:cNvPr id="57" name="Полилиния: фигура 56">
                  <a:extLst>
                    <a:ext uri="{FF2B5EF4-FFF2-40B4-BE49-F238E27FC236}">
                      <a16:creationId xmlns:a16="http://schemas.microsoft.com/office/drawing/2014/main" id="{4DAAEACB-2615-EA98-E5A0-B94458F04C86}"/>
                    </a:ext>
                  </a:extLst>
                </p:cNvPr>
                <p:cNvSpPr/>
                <p:nvPr/>
              </p:nvSpPr>
              <p:spPr>
                <a:xfrm>
                  <a:off x="6557140" y="4974954"/>
                  <a:ext cx="261937" cy="9525"/>
                </a:xfrm>
                <a:custGeom>
                  <a:avLst/>
                  <a:gdLst>
                    <a:gd name="connsiteX0" fmla="*/ 0 w 261937"/>
                    <a:gd name="connsiteY0" fmla="*/ 0 h 9525"/>
                    <a:gd name="connsiteX1" fmla="*/ 261937 w 261937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61937" h="9525">
                      <a:moveTo>
                        <a:pt x="0" y="0"/>
                      </a:moveTo>
                      <a:lnTo>
                        <a:pt x="261937" y="0"/>
                      </a:lnTo>
                    </a:path>
                  </a:pathLst>
                </a:custGeom>
                <a:ln w="2540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noProof="0" dirty="0"/>
                </a:p>
              </p:txBody>
            </p:sp>
          </p:grp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28AFAB1-3A3E-A464-01E9-9314AD72160A}"/>
                </a:ext>
              </a:extLst>
            </p:cNvPr>
            <p:cNvSpPr txBox="1"/>
            <p:nvPr/>
          </p:nvSpPr>
          <p:spPr>
            <a:xfrm>
              <a:off x="1169098" y="478022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noProof="0" dirty="0">
                  <a:solidFill>
                    <a:schemeClr val="bg1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0644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68E0A965-72DA-DB3E-8073-11EBB3A40874}"/>
              </a:ext>
            </a:extLst>
          </p:cNvPr>
          <p:cNvGrpSpPr/>
          <p:nvPr/>
        </p:nvGrpSpPr>
        <p:grpSpPr>
          <a:xfrm>
            <a:off x="1604218" y="3578679"/>
            <a:ext cx="6494966" cy="3713432"/>
            <a:chOff x="7829292" y="4378579"/>
            <a:chExt cx="2578512" cy="1528762"/>
          </a:xfrm>
        </p:grpSpPr>
        <p:sp>
          <p:nvSpPr>
            <p:cNvPr id="43" name="Полилиния: фигура 42">
              <a:extLst>
                <a:ext uri="{FF2B5EF4-FFF2-40B4-BE49-F238E27FC236}">
                  <a16:creationId xmlns:a16="http://schemas.microsoft.com/office/drawing/2014/main" id="{81395315-56B4-90CA-7045-3BFF8FA77C1D}"/>
                </a:ext>
              </a:extLst>
            </p:cNvPr>
            <p:cNvSpPr/>
            <p:nvPr/>
          </p:nvSpPr>
          <p:spPr>
            <a:xfrm>
              <a:off x="9137109" y="4639469"/>
              <a:ext cx="1270695" cy="516814"/>
            </a:xfrm>
            <a:custGeom>
              <a:avLst/>
              <a:gdLst>
                <a:gd name="connsiteX0" fmla="*/ 1300162 w 1300162"/>
                <a:gd name="connsiteY0" fmla="*/ 448723 h 448722"/>
                <a:gd name="connsiteX1" fmla="*/ 1300162 w 1300162"/>
                <a:gd name="connsiteY1" fmla="*/ 293846 h 448722"/>
                <a:gd name="connsiteX2" fmla="*/ 1176337 w 1300162"/>
                <a:gd name="connsiteY2" fmla="*/ 170021 h 448722"/>
                <a:gd name="connsiteX3" fmla="*/ 123825 w 1300162"/>
                <a:gd name="connsiteY3" fmla="*/ 170021 h 448722"/>
                <a:gd name="connsiteX4" fmla="*/ 0 w 1300162"/>
                <a:gd name="connsiteY4" fmla="*/ 46196 h 448722"/>
                <a:gd name="connsiteX5" fmla="*/ 0 w 1300162"/>
                <a:gd name="connsiteY5" fmla="*/ 0 h 44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0162" h="448722">
                  <a:moveTo>
                    <a:pt x="1300162" y="448723"/>
                  </a:moveTo>
                  <a:lnTo>
                    <a:pt x="1300162" y="293846"/>
                  </a:lnTo>
                  <a:cubicBezTo>
                    <a:pt x="1300162" y="225457"/>
                    <a:pt x="1244727" y="170021"/>
                    <a:pt x="1176337" y="170021"/>
                  </a:cubicBezTo>
                  <a:lnTo>
                    <a:pt x="123825" y="170021"/>
                  </a:lnTo>
                  <a:cubicBezTo>
                    <a:pt x="55435" y="170021"/>
                    <a:pt x="0" y="114586"/>
                    <a:pt x="0" y="46196"/>
                  </a:cubicBezTo>
                  <a:lnTo>
                    <a:pt x="0" y="0"/>
                  </a:lnTo>
                </a:path>
              </a:pathLst>
            </a:custGeom>
            <a:noFill/>
            <a:ln w="38100" cap="rnd">
              <a:solidFill>
                <a:srgbClr val="006EBE">
                  <a:alpha val="72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Полилиния: фигура 43">
              <a:extLst>
                <a:ext uri="{FF2B5EF4-FFF2-40B4-BE49-F238E27FC236}">
                  <a16:creationId xmlns:a16="http://schemas.microsoft.com/office/drawing/2014/main" id="{F5C26B51-9F8F-8E7E-F75C-7D5AD4D50391}"/>
                </a:ext>
              </a:extLst>
            </p:cNvPr>
            <p:cNvSpPr/>
            <p:nvPr/>
          </p:nvSpPr>
          <p:spPr>
            <a:xfrm>
              <a:off x="9137109" y="4840541"/>
              <a:ext cx="681037" cy="1066800"/>
            </a:xfrm>
            <a:custGeom>
              <a:avLst/>
              <a:gdLst>
                <a:gd name="connsiteX0" fmla="*/ 681038 w 681037"/>
                <a:gd name="connsiteY0" fmla="*/ 1066800 h 1066800"/>
                <a:gd name="connsiteX1" fmla="*/ 681038 w 681037"/>
                <a:gd name="connsiteY1" fmla="*/ 301942 h 1066800"/>
                <a:gd name="connsiteX2" fmla="*/ 557213 w 681037"/>
                <a:gd name="connsiteY2" fmla="*/ 178117 h 1066800"/>
                <a:gd name="connsiteX3" fmla="*/ 123825 w 681037"/>
                <a:gd name="connsiteY3" fmla="*/ 178117 h 1066800"/>
                <a:gd name="connsiteX4" fmla="*/ 0 w 681037"/>
                <a:gd name="connsiteY4" fmla="*/ 54293 h 1066800"/>
                <a:gd name="connsiteX5" fmla="*/ 0 w 681037"/>
                <a:gd name="connsiteY5" fmla="*/ 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037" h="1066800">
                  <a:moveTo>
                    <a:pt x="681038" y="1066800"/>
                  </a:moveTo>
                  <a:lnTo>
                    <a:pt x="681038" y="301942"/>
                  </a:lnTo>
                  <a:cubicBezTo>
                    <a:pt x="681038" y="233553"/>
                    <a:pt x="625602" y="178117"/>
                    <a:pt x="557213" y="178117"/>
                  </a:cubicBezTo>
                  <a:lnTo>
                    <a:pt x="123825" y="178117"/>
                  </a:lnTo>
                  <a:cubicBezTo>
                    <a:pt x="55435" y="178117"/>
                    <a:pt x="0" y="122682"/>
                    <a:pt x="0" y="54293"/>
                  </a:cubicBezTo>
                  <a:lnTo>
                    <a:pt x="0" y="0"/>
                  </a:lnTo>
                </a:path>
              </a:pathLst>
            </a:custGeom>
            <a:noFill/>
            <a:ln w="38100" cap="rnd">
              <a:solidFill>
                <a:srgbClr val="B7E0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: фигура 44">
              <a:extLst>
                <a:ext uri="{FF2B5EF4-FFF2-40B4-BE49-F238E27FC236}">
                  <a16:creationId xmlns:a16="http://schemas.microsoft.com/office/drawing/2014/main" id="{77952E79-F82A-AF17-C2D1-7D8908169C7A}"/>
                </a:ext>
              </a:extLst>
            </p:cNvPr>
            <p:cNvSpPr/>
            <p:nvPr/>
          </p:nvSpPr>
          <p:spPr>
            <a:xfrm>
              <a:off x="8465597" y="4987893"/>
              <a:ext cx="671512" cy="919448"/>
            </a:xfrm>
            <a:custGeom>
              <a:avLst/>
              <a:gdLst>
                <a:gd name="connsiteX0" fmla="*/ 0 w 671512"/>
                <a:gd name="connsiteY0" fmla="*/ 919448 h 919448"/>
                <a:gd name="connsiteX1" fmla="*/ 0 w 671512"/>
                <a:gd name="connsiteY1" fmla="*/ 307848 h 919448"/>
                <a:gd name="connsiteX2" fmla="*/ 123825 w 671512"/>
                <a:gd name="connsiteY2" fmla="*/ 184023 h 919448"/>
                <a:gd name="connsiteX3" fmla="*/ 547688 w 671512"/>
                <a:gd name="connsiteY3" fmla="*/ 184023 h 919448"/>
                <a:gd name="connsiteX4" fmla="*/ 671513 w 671512"/>
                <a:gd name="connsiteY4" fmla="*/ 60198 h 919448"/>
                <a:gd name="connsiteX5" fmla="*/ 671513 w 671512"/>
                <a:gd name="connsiteY5" fmla="*/ 0 h 919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1512" h="919448">
                  <a:moveTo>
                    <a:pt x="0" y="919448"/>
                  </a:moveTo>
                  <a:lnTo>
                    <a:pt x="0" y="307848"/>
                  </a:lnTo>
                  <a:cubicBezTo>
                    <a:pt x="0" y="239459"/>
                    <a:pt x="55435" y="184023"/>
                    <a:pt x="123825" y="184023"/>
                  </a:cubicBezTo>
                  <a:lnTo>
                    <a:pt x="547688" y="184023"/>
                  </a:lnTo>
                  <a:cubicBezTo>
                    <a:pt x="616077" y="184023"/>
                    <a:pt x="671513" y="128588"/>
                    <a:pt x="671513" y="60198"/>
                  </a:cubicBezTo>
                  <a:lnTo>
                    <a:pt x="671513" y="0"/>
                  </a:lnTo>
                </a:path>
              </a:pathLst>
            </a:custGeom>
            <a:noFill/>
            <a:ln w="38100" cap="rnd">
              <a:solidFill>
                <a:srgbClr val="006EB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: фигура 40">
              <a:extLst>
                <a:ext uri="{FF2B5EF4-FFF2-40B4-BE49-F238E27FC236}">
                  <a16:creationId xmlns:a16="http://schemas.microsoft.com/office/drawing/2014/main" id="{4171FC67-0D0C-B2B1-4A71-5AA23DE45061}"/>
                </a:ext>
              </a:extLst>
            </p:cNvPr>
            <p:cNvSpPr/>
            <p:nvPr/>
          </p:nvSpPr>
          <p:spPr>
            <a:xfrm>
              <a:off x="9137109" y="4378579"/>
              <a:ext cx="9525" cy="1027461"/>
            </a:xfrm>
            <a:custGeom>
              <a:avLst/>
              <a:gdLst>
                <a:gd name="connsiteX0" fmla="*/ 0 w 9525"/>
                <a:gd name="connsiteY0" fmla="*/ 0 h 1027461"/>
                <a:gd name="connsiteX1" fmla="*/ 0 w 9525"/>
                <a:gd name="connsiteY1" fmla="*/ 1027462 h 102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027461">
                  <a:moveTo>
                    <a:pt x="0" y="0"/>
                  </a:moveTo>
                  <a:lnTo>
                    <a:pt x="0" y="1027462"/>
                  </a:lnTo>
                </a:path>
              </a:pathLst>
            </a:custGeom>
            <a:ln w="38100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C713794D-78CF-552B-B844-4074539B1A8E}"/>
                </a:ext>
              </a:extLst>
            </p:cNvPr>
            <p:cNvSpPr/>
            <p:nvPr/>
          </p:nvSpPr>
          <p:spPr>
            <a:xfrm>
              <a:off x="7829292" y="4446063"/>
              <a:ext cx="1307817" cy="714279"/>
            </a:xfrm>
            <a:custGeom>
              <a:avLst/>
              <a:gdLst>
                <a:gd name="connsiteX0" fmla="*/ 0 w 1281112"/>
                <a:gd name="connsiteY0" fmla="*/ 714280 h 714279"/>
                <a:gd name="connsiteX1" fmla="*/ 0 w 1281112"/>
                <a:gd name="connsiteY1" fmla="*/ 356140 h 714279"/>
                <a:gd name="connsiteX2" fmla="*/ 122111 w 1281112"/>
                <a:gd name="connsiteY2" fmla="*/ 234029 h 714279"/>
                <a:gd name="connsiteX3" fmla="*/ 1157288 w 1281112"/>
                <a:gd name="connsiteY3" fmla="*/ 234029 h 714279"/>
                <a:gd name="connsiteX4" fmla="*/ 1281113 w 1281112"/>
                <a:gd name="connsiteY4" fmla="*/ 110204 h 714279"/>
                <a:gd name="connsiteX5" fmla="*/ 1281113 w 1281112"/>
                <a:gd name="connsiteY5" fmla="*/ 0 h 714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1112" h="714279">
                  <a:moveTo>
                    <a:pt x="0" y="714280"/>
                  </a:moveTo>
                  <a:lnTo>
                    <a:pt x="0" y="356140"/>
                  </a:lnTo>
                  <a:cubicBezTo>
                    <a:pt x="0" y="288703"/>
                    <a:pt x="54674" y="234029"/>
                    <a:pt x="122111" y="234029"/>
                  </a:cubicBezTo>
                  <a:lnTo>
                    <a:pt x="1157288" y="234029"/>
                  </a:lnTo>
                  <a:cubicBezTo>
                    <a:pt x="1225677" y="234029"/>
                    <a:pt x="1281113" y="178594"/>
                    <a:pt x="1281113" y="110204"/>
                  </a:cubicBezTo>
                  <a:lnTo>
                    <a:pt x="1281113" y="0"/>
                  </a:lnTo>
                </a:path>
              </a:pathLst>
            </a:custGeom>
            <a:noFill/>
            <a:ln w="38100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D1CEBE3-B988-033D-422E-49BD0466F504}"/>
              </a:ext>
            </a:extLst>
          </p:cNvPr>
          <p:cNvSpPr txBox="1"/>
          <p:nvPr/>
        </p:nvSpPr>
        <p:spPr>
          <a:xfrm>
            <a:off x="385352" y="284669"/>
            <a:ext cx="1442792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09225" algn="l"/>
              </a:tabLst>
              <a:defRPr/>
            </a:pPr>
            <a:r>
              <a:rPr kumimoji="0" lang="ru-RU" sz="4600" b="1" i="0" u="none" strike="noStrike" kern="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Платформа AI.RANEPA для разработки собственных ИИ-сервисов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3B5644-C0D1-4E22-A146-835F14B1569B}"/>
              </a:ext>
            </a:extLst>
          </p:cNvPr>
          <p:cNvSpPr txBox="1"/>
          <p:nvPr/>
        </p:nvSpPr>
        <p:spPr>
          <a:xfrm>
            <a:off x="10112246" y="1972507"/>
            <a:ext cx="6306663" cy="17132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98438">
              <a:spcBef>
                <a:spcPts val="2000"/>
              </a:spcBef>
              <a:buClr>
                <a:srgbClr val="006EBE"/>
              </a:buClr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Собственная разработка</a:t>
            </a:r>
          </a:p>
          <a:p>
            <a:pPr marL="198438">
              <a:spcBef>
                <a:spcPts val="2000"/>
              </a:spcBef>
              <a:buClr>
                <a:srgbClr val="006EBE"/>
              </a:buClr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Сохраняем данные в РФ</a:t>
            </a:r>
          </a:p>
          <a:p>
            <a:pPr marL="198438">
              <a:spcBef>
                <a:spcPts val="2000"/>
              </a:spcBef>
              <a:buClr>
                <a:srgbClr val="006EBE"/>
              </a:buClr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Воспитание молодежи – «Обучай СВОЕ»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09677194-ED04-4CA0-ADBE-6B759FE27708}"/>
              </a:ext>
            </a:extLst>
          </p:cNvPr>
          <p:cNvSpPr/>
          <p:nvPr/>
        </p:nvSpPr>
        <p:spPr>
          <a:xfrm>
            <a:off x="504825" y="9286157"/>
            <a:ext cx="4518588" cy="514738"/>
          </a:xfrm>
          <a:prstGeom prst="roundRect">
            <a:avLst>
              <a:gd name="adj" fmla="val 0"/>
            </a:avLst>
          </a:prstGeom>
          <a:solidFill>
            <a:srgbClr val="D9F3FD"/>
          </a:solidFill>
        </p:spPr>
        <p:txBody>
          <a:bodyPr wrap="square" lIns="108000" tIns="72000" rIns="108000" bIns="72000" anchor="ctr" anchorCtr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ru-RU" sz="2400" dirty="0"/>
              <a:t>получен РИД на AI.RANEPA</a:t>
            </a:r>
            <a:endParaRPr lang="ru-RU" sz="2400" noProof="0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578C1CB-2FF4-49EF-83ED-EF8466AA9B7D}"/>
              </a:ext>
            </a:extLst>
          </p:cNvPr>
          <p:cNvSpPr/>
          <p:nvPr/>
        </p:nvSpPr>
        <p:spPr>
          <a:xfrm>
            <a:off x="6823230" y="5467758"/>
            <a:ext cx="2322358" cy="702108"/>
          </a:xfrm>
          <a:prstGeom prst="roundRect">
            <a:avLst>
              <a:gd name="adj" fmla="val 30512"/>
            </a:avLst>
          </a:prstGeom>
          <a:solidFill>
            <a:schemeClr val="bg1"/>
          </a:solidFill>
          <a:ln w="50800">
            <a:solidFill>
              <a:srgbClr val="5BA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91"/>
            <a:r>
              <a:rPr lang="en-US" sz="2400" dirty="0">
                <a:solidFill>
                  <a:prstClr val="black"/>
                </a:solidFill>
                <a:latin typeface="Arial" panose="020B0604020202020204"/>
              </a:rPr>
              <a:t>T-Pro</a:t>
            </a:r>
            <a:endParaRPr lang="ru-RU" sz="2400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C7A8816-762B-42FA-A0FF-16AC1F928DC7}"/>
              </a:ext>
            </a:extLst>
          </p:cNvPr>
          <p:cNvSpPr/>
          <p:nvPr/>
        </p:nvSpPr>
        <p:spPr>
          <a:xfrm>
            <a:off x="3664028" y="6068049"/>
            <a:ext cx="2322358" cy="702108"/>
          </a:xfrm>
          <a:prstGeom prst="roundRect">
            <a:avLst>
              <a:gd name="adj" fmla="val 19654"/>
            </a:avLst>
          </a:prstGeom>
          <a:solidFill>
            <a:schemeClr val="bg1"/>
          </a:solidFill>
          <a:ln w="50800">
            <a:solidFill>
              <a:srgbClr val="5BA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91"/>
            <a:r>
              <a:rPr lang="en-US" sz="2400" dirty="0" err="1">
                <a:solidFill>
                  <a:prstClr val="black"/>
                </a:solidFill>
                <a:latin typeface="Arial" panose="020B0604020202020204"/>
              </a:rPr>
              <a:t>GigaChat</a:t>
            </a:r>
            <a:endParaRPr lang="ru-RU" sz="2400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BB408C9-E444-4CD2-A3A6-5D083F2A9544}"/>
              </a:ext>
            </a:extLst>
          </p:cNvPr>
          <p:cNvSpPr/>
          <p:nvPr/>
        </p:nvSpPr>
        <p:spPr>
          <a:xfrm>
            <a:off x="550112" y="7292111"/>
            <a:ext cx="3578086" cy="702108"/>
          </a:xfrm>
          <a:prstGeom prst="roundRect">
            <a:avLst>
              <a:gd name="adj" fmla="val 24711"/>
            </a:avLst>
          </a:prstGeom>
          <a:solidFill>
            <a:schemeClr val="bg1"/>
          </a:solidFill>
          <a:ln w="50800">
            <a:solidFill>
              <a:srgbClr val="5BA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91"/>
            <a:r>
              <a:rPr lang="en-US" sz="2400" dirty="0" err="1">
                <a:solidFill>
                  <a:prstClr val="black"/>
                </a:solidFill>
                <a:latin typeface="Arial" panose="020B0604020202020204"/>
              </a:rPr>
              <a:t>Qwen</a:t>
            </a:r>
            <a:r>
              <a:rPr lang="en-US" sz="2400" dirty="0">
                <a:solidFill>
                  <a:prstClr val="black"/>
                </a:solidFill>
                <a:latin typeface="Arial" panose="020B0604020202020204"/>
              </a:rPr>
              <a:t> (</a:t>
            </a:r>
            <a:r>
              <a:rPr lang="ru-RU" sz="2400" dirty="0">
                <a:solidFill>
                  <a:prstClr val="black"/>
                </a:solidFill>
                <a:latin typeface="Arial" panose="020B0604020202020204"/>
              </a:rPr>
              <a:t>локально)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8BCBB601-0C60-45EE-8C18-F182794A7BE8}"/>
              </a:ext>
            </a:extLst>
          </p:cNvPr>
          <p:cNvSpPr/>
          <p:nvPr/>
        </p:nvSpPr>
        <p:spPr>
          <a:xfrm>
            <a:off x="5567501" y="7292111"/>
            <a:ext cx="3578086" cy="702108"/>
          </a:xfrm>
          <a:prstGeom prst="roundRect">
            <a:avLst>
              <a:gd name="adj" fmla="val 19654"/>
            </a:avLst>
          </a:prstGeom>
          <a:solidFill>
            <a:schemeClr val="bg1"/>
          </a:solidFill>
          <a:ln w="50800">
            <a:solidFill>
              <a:srgbClr val="5BA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91"/>
            <a:r>
              <a:rPr lang="en-US" sz="2400" dirty="0" err="1">
                <a:solidFill>
                  <a:prstClr val="black"/>
                </a:solidFill>
                <a:latin typeface="Arial" panose="020B0604020202020204"/>
              </a:rPr>
              <a:t>DeepSeek</a:t>
            </a:r>
            <a:r>
              <a:rPr lang="ru-RU" sz="2400" dirty="0">
                <a:solidFill>
                  <a:prstClr val="black"/>
                </a:solidFill>
                <a:latin typeface="Arial" panose="020B0604020202020204"/>
              </a:rPr>
              <a:t> (локально)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E1441478-06B3-4332-A9B2-13234C3F7F10}"/>
              </a:ext>
            </a:extLst>
          </p:cNvPr>
          <p:cNvSpPr/>
          <p:nvPr/>
        </p:nvSpPr>
        <p:spPr>
          <a:xfrm>
            <a:off x="504825" y="5467758"/>
            <a:ext cx="2322358" cy="702108"/>
          </a:xfrm>
          <a:prstGeom prst="roundRect">
            <a:avLst>
              <a:gd name="adj" fmla="val 24711"/>
            </a:avLst>
          </a:prstGeom>
          <a:solidFill>
            <a:schemeClr val="bg1"/>
          </a:solidFill>
          <a:ln w="50800">
            <a:solidFill>
              <a:srgbClr val="5BA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91"/>
            <a:r>
              <a:rPr lang="en-US" sz="2400" dirty="0" err="1">
                <a:solidFill>
                  <a:schemeClr val="tx1"/>
                </a:solidFill>
              </a:rPr>
              <a:t>YandexGPT</a:t>
            </a:r>
            <a:endParaRPr lang="ru-RU" sz="2400" dirty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E8645-7289-4AEC-A889-3201FBA03016}"/>
              </a:ext>
            </a:extLst>
          </p:cNvPr>
          <p:cNvSpPr txBox="1"/>
          <p:nvPr/>
        </p:nvSpPr>
        <p:spPr>
          <a:xfrm>
            <a:off x="2173096" y="2777202"/>
            <a:ext cx="5450714" cy="778780"/>
          </a:xfrm>
          <a:prstGeom prst="roundRect">
            <a:avLst>
              <a:gd name="adj" fmla="val 48897"/>
            </a:avLst>
          </a:prstGeom>
          <a:solidFill>
            <a:srgbClr val="006EBE"/>
          </a:solidFill>
          <a:ln w="50800">
            <a:noFill/>
          </a:ln>
        </p:spPr>
        <p:txBody>
          <a:bodyPr wrap="square" anchor="ctr" anchorCtr="0">
            <a:noAutofit/>
          </a:bodyPr>
          <a:lstStyle/>
          <a:p>
            <a:pPr algn="ctr" defTabSz="457216">
              <a:spcBef>
                <a:spcPts val="1800"/>
              </a:spcBef>
            </a:pPr>
            <a:r>
              <a:rPr lang="ru-RU" sz="3600" b="1" dirty="0">
                <a:solidFill>
                  <a:schemeClr val="bg1"/>
                </a:solidFill>
                <a:latin typeface="Arial" panose="020B0604020202020204"/>
              </a:rPr>
              <a:t>Одобренные модели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C524C3-4A1B-4E39-90A5-73397A2A33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818" t="5582"/>
          <a:stretch/>
        </p:blipFill>
        <p:spPr>
          <a:xfrm>
            <a:off x="9757485" y="4250258"/>
            <a:ext cx="7967132" cy="5489401"/>
          </a:xfrm>
          <a:prstGeom prst="rect">
            <a:avLst/>
          </a:prstGeom>
          <a:noFill/>
          <a:ln w="76200">
            <a:solidFill>
              <a:srgbClr val="D6E8F6"/>
            </a:solidFill>
            <a:miter lim="800000"/>
          </a:ln>
        </p:spPr>
      </p:pic>
      <p:sp>
        <p:nvSpPr>
          <p:cNvPr id="47" name="Овал 46">
            <a:extLst>
              <a:ext uri="{FF2B5EF4-FFF2-40B4-BE49-F238E27FC236}">
                <a16:creationId xmlns:a16="http://schemas.microsoft.com/office/drawing/2014/main" id="{74B3A978-7C42-B85A-0883-6B98FB3E92E7}"/>
              </a:ext>
            </a:extLst>
          </p:cNvPr>
          <p:cNvSpPr/>
          <p:nvPr/>
        </p:nvSpPr>
        <p:spPr>
          <a:xfrm>
            <a:off x="9695857" y="1981819"/>
            <a:ext cx="501178" cy="501178"/>
          </a:xfrm>
          <a:prstGeom prst="ellipse">
            <a:avLst/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252000" rtlCol="0" anchor="t" anchorCtr="0"/>
          <a:lstStyle/>
          <a:p>
            <a:pPr algn="ctr" defTabSz="456880"/>
            <a:r>
              <a:rPr lang="ru-RU" sz="2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042274CC-1BC1-7C2B-69A4-BF8DD2F544CA}"/>
              </a:ext>
            </a:extLst>
          </p:cNvPr>
          <p:cNvSpPr/>
          <p:nvPr/>
        </p:nvSpPr>
        <p:spPr>
          <a:xfrm>
            <a:off x="9695857" y="2561663"/>
            <a:ext cx="501178" cy="501178"/>
          </a:xfrm>
          <a:prstGeom prst="ellipse">
            <a:avLst/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252000" rtlCol="0" anchor="t" anchorCtr="0"/>
          <a:lstStyle/>
          <a:p>
            <a:pPr algn="ctr" defTabSz="456880"/>
            <a:r>
              <a:rPr lang="ru-RU" sz="2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A383E85F-BD56-CF84-38FF-EED0E10281F4}"/>
              </a:ext>
            </a:extLst>
          </p:cNvPr>
          <p:cNvSpPr/>
          <p:nvPr/>
        </p:nvSpPr>
        <p:spPr>
          <a:xfrm>
            <a:off x="9695857" y="3141506"/>
            <a:ext cx="501178" cy="501178"/>
          </a:xfrm>
          <a:prstGeom prst="ellipse">
            <a:avLst/>
          </a:prstGeom>
          <a:solidFill>
            <a:srgbClr val="5BA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252000" rtlCol="0" anchor="t" anchorCtr="0"/>
          <a:lstStyle/>
          <a:p>
            <a:pPr algn="ctr" defTabSz="456880"/>
            <a:r>
              <a:rPr lang="ru-RU" sz="2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9006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5ED63-8275-4A23-33DF-B587825E8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C20D94-8CEE-46B3-BA21-D931BA1F8176}"/>
              </a:ext>
            </a:extLst>
          </p:cNvPr>
          <p:cNvSpPr txBox="1"/>
          <p:nvPr/>
        </p:nvSpPr>
        <p:spPr>
          <a:xfrm>
            <a:off x="385352" y="284669"/>
            <a:ext cx="1454670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600" b="1" kern="0" noProof="0" dirty="0">
                <a:solidFill>
                  <a:srgbClr val="006EBE"/>
                </a:solidFill>
                <a:latin typeface="Arial"/>
                <a:cs typeface="Arial"/>
              </a:rPr>
              <a:t>Оптимизация и повышение эффективности</a:t>
            </a:r>
            <a:endParaRPr kumimoji="0" lang="ru-RU" sz="4600" b="1" i="0" u="none" strike="noStrike" kern="0" cap="none" spc="0" normalizeH="0" baseline="0" noProof="0" dirty="0">
              <a:ln>
                <a:noFill/>
              </a:ln>
              <a:solidFill>
                <a:srgbClr val="006EB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9C73B51-2E1A-8DA6-18AF-4C73D70877E4}"/>
              </a:ext>
            </a:extLst>
          </p:cNvPr>
          <p:cNvSpPr/>
          <p:nvPr/>
        </p:nvSpPr>
        <p:spPr>
          <a:xfrm>
            <a:off x="555258" y="4436048"/>
            <a:ext cx="8110112" cy="2786283"/>
          </a:xfrm>
          <a:prstGeom prst="roundRect">
            <a:avLst>
              <a:gd name="adj" fmla="val 12477"/>
            </a:avLst>
          </a:prstGeom>
          <a:ln w="50800" cap="sq">
            <a:solidFill>
              <a:srgbClr val="5BAFE3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80000" tIns="792000" rtlCol="0" anchor="t"/>
          <a:lstStyle/>
          <a:p>
            <a:pPr marL="285750" indent="-285750" defTabSz="266700">
              <a:spcBef>
                <a:spcPts val="30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solidFill>
                  <a:prstClr val="black"/>
                </a:solidFill>
              </a:rPr>
              <a:t>Регулярно проводится </a:t>
            </a:r>
            <a:r>
              <a:rPr lang="ru-RU" sz="2800" b="1" dirty="0">
                <a:solidFill>
                  <a:srgbClr val="006EBE"/>
                </a:solidFill>
              </a:rPr>
              <a:t>Бюджетный комитет</a:t>
            </a:r>
          </a:p>
          <a:p>
            <a:pPr marL="285750" indent="-285750" defTabSz="266700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solidFill>
                  <a:prstClr val="black"/>
                </a:solidFill>
              </a:rPr>
              <a:t>Экономия от мероприятий </a:t>
            </a:r>
            <a:r>
              <a:rPr lang="en-US" sz="2800" dirty="0">
                <a:solidFill>
                  <a:prstClr val="black"/>
                </a:solidFill>
              </a:rPr>
              <a:t>~</a:t>
            </a:r>
            <a:r>
              <a:rPr lang="ru-RU" sz="2800" dirty="0">
                <a:solidFill>
                  <a:prstClr val="black"/>
                </a:solidFill>
              </a:rPr>
              <a:t>110 млн / год</a:t>
            </a:r>
            <a:endParaRPr lang="ru-RU" sz="2800" b="1" dirty="0">
              <a:solidFill>
                <a:srgbClr val="006EB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16A77B-016A-A37E-E292-779E1EE4BC00}"/>
              </a:ext>
            </a:extLst>
          </p:cNvPr>
          <p:cNvSpPr txBox="1"/>
          <p:nvPr/>
        </p:nvSpPr>
        <p:spPr>
          <a:xfrm>
            <a:off x="2059271" y="3880413"/>
            <a:ext cx="5102086" cy="1105683"/>
          </a:xfrm>
          <a:prstGeom prst="roundRect">
            <a:avLst>
              <a:gd name="adj" fmla="val 50000"/>
            </a:avLst>
          </a:prstGeom>
          <a:solidFill>
            <a:srgbClr val="006EBE"/>
          </a:solidFill>
          <a:ln w="25400">
            <a:noFill/>
          </a:ln>
        </p:spPr>
        <p:txBody>
          <a:bodyPr wrap="square" anchor="ctr" anchorCtr="0">
            <a:noAutofit/>
          </a:bodyPr>
          <a:lstStyle/>
          <a:p>
            <a:pPr algn="ctr" defTabSz="266700">
              <a:spcBef>
                <a:spcPts val="400"/>
              </a:spcBef>
              <a:buClr>
                <a:schemeClr val="accent2"/>
              </a:buClr>
              <a:defRPr/>
            </a:pPr>
            <a:r>
              <a:rPr lang="ru-RU" sz="2800" b="1" dirty="0">
                <a:solidFill>
                  <a:schemeClr val="bg1"/>
                </a:solidFill>
              </a:rPr>
              <a:t>Обеспечена прозрачность ИТ-затрат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A84F7BC-3393-FB07-0634-0B90CFBD7EEE}"/>
              </a:ext>
            </a:extLst>
          </p:cNvPr>
          <p:cNvSpPr/>
          <p:nvPr/>
        </p:nvSpPr>
        <p:spPr>
          <a:xfrm>
            <a:off x="9625806" y="4436047"/>
            <a:ext cx="8110112" cy="5129434"/>
          </a:xfrm>
          <a:prstGeom prst="roundRect">
            <a:avLst>
              <a:gd name="adj" fmla="val 8781"/>
            </a:avLst>
          </a:prstGeom>
          <a:ln w="50800" cap="sq">
            <a:solidFill>
              <a:srgbClr val="5BAFE3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80000" tIns="792000" rtlCol="0" anchor="t"/>
          <a:lstStyle/>
          <a:p>
            <a:pPr marL="285750" indent="-285750" defTabSz="266700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solidFill>
                  <a:prstClr val="black"/>
                </a:solidFill>
              </a:rPr>
              <a:t>4 дирекции, 235 сотрудников</a:t>
            </a:r>
          </a:p>
          <a:p>
            <a:pPr marL="285750" indent="-285750" defTabSz="266700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solidFill>
                  <a:prstClr val="black"/>
                </a:solidFill>
              </a:rPr>
              <a:t>При расширении объема работ </a:t>
            </a:r>
            <a:br>
              <a:rPr lang="ru-RU" sz="2800" dirty="0">
                <a:solidFill>
                  <a:prstClr val="black"/>
                </a:solidFill>
              </a:rPr>
            </a:br>
            <a:r>
              <a:rPr lang="ru-RU" sz="2800" dirty="0">
                <a:solidFill>
                  <a:prstClr val="black"/>
                </a:solidFill>
              </a:rPr>
              <a:t>и повышении качества </a:t>
            </a:r>
            <a:r>
              <a:rPr lang="ru-RU" sz="2800" b="1" dirty="0">
                <a:solidFill>
                  <a:srgbClr val="006EBE"/>
                </a:solidFill>
              </a:rPr>
              <a:t>оптимизирована численность на 17% </a:t>
            </a:r>
            <a:r>
              <a:rPr lang="ru-RU" sz="2800" dirty="0">
                <a:solidFill>
                  <a:prstClr val="black"/>
                </a:solidFill>
              </a:rPr>
              <a:t>FTE в Москве</a:t>
            </a:r>
          </a:p>
          <a:p>
            <a:pPr marL="285750" indent="-285750" defTabSz="266700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solidFill>
                  <a:prstClr val="black"/>
                </a:solidFill>
              </a:rPr>
              <a:t>Централизованы и оптимизированы </a:t>
            </a:r>
            <a:br>
              <a:rPr lang="ru-RU" sz="2800" dirty="0">
                <a:solidFill>
                  <a:prstClr val="black"/>
                </a:solidFill>
              </a:rPr>
            </a:br>
            <a:r>
              <a:rPr lang="ru-RU" sz="2800" dirty="0">
                <a:solidFill>
                  <a:prstClr val="black"/>
                </a:solidFill>
              </a:rPr>
              <a:t>ИТ-службы в Москве</a:t>
            </a:r>
          </a:p>
          <a:p>
            <a:pPr marL="285750" indent="-285750" defTabSz="266700">
              <a:spcBef>
                <a:spcPts val="1200"/>
              </a:spcBef>
              <a:buClr>
                <a:srgbClr val="006EBE"/>
              </a:buClr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solidFill>
                  <a:prstClr val="black"/>
                </a:solidFill>
              </a:rPr>
              <a:t>Проводится системное внешнее обучение ИТ-сотрудников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F3FA6A-953D-A73A-00BB-9D5443AE0023}"/>
              </a:ext>
            </a:extLst>
          </p:cNvPr>
          <p:cNvSpPr txBox="1"/>
          <p:nvPr/>
        </p:nvSpPr>
        <p:spPr>
          <a:xfrm>
            <a:off x="11139711" y="3880413"/>
            <a:ext cx="5092194" cy="1105683"/>
          </a:xfrm>
          <a:prstGeom prst="roundRect">
            <a:avLst>
              <a:gd name="adj" fmla="val 50000"/>
            </a:avLst>
          </a:prstGeom>
          <a:solidFill>
            <a:srgbClr val="006EBE"/>
          </a:solidFill>
          <a:ln w="25400">
            <a:noFill/>
          </a:ln>
        </p:spPr>
        <p:txBody>
          <a:bodyPr wrap="square" anchor="ctr" anchorCtr="0">
            <a:noAutofit/>
          </a:bodyPr>
          <a:lstStyle>
            <a:defPPr>
              <a:defRPr lang="en-US"/>
            </a:defPPr>
            <a:lvl1pPr algn="ctr" defTabSz="266700">
              <a:spcBef>
                <a:spcPts val="400"/>
              </a:spcBef>
              <a:buClr>
                <a:schemeClr val="accent2"/>
              </a:buCl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Усиление команды Цифрового блока</a:t>
            </a:r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2A9AAB6C-EBF3-654C-BDCC-EB8020892392}"/>
              </a:ext>
            </a:extLst>
          </p:cNvPr>
          <p:cNvGrpSpPr/>
          <p:nvPr/>
        </p:nvGrpSpPr>
        <p:grpSpPr>
          <a:xfrm>
            <a:off x="12719894" y="1624381"/>
            <a:ext cx="1921936" cy="1921936"/>
            <a:chOff x="13049117" y="1850604"/>
            <a:chExt cx="1263490" cy="1263490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1C9D1E36-7F90-57FC-33DA-8AE575D509F7}"/>
                </a:ext>
              </a:extLst>
            </p:cNvPr>
            <p:cNvSpPr/>
            <p:nvPr/>
          </p:nvSpPr>
          <p:spPr>
            <a:xfrm>
              <a:off x="13049117" y="1850604"/>
              <a:ext cx="1263490" cy="1263490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ru-RU" sz="1799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517F8FDD-C709-3518-56BA-C05C65F5537B}"/>
                </a:ext>
              </a:extLst>
            </p:cNvPr>
            <p:cNvGrpSpPr/>
            <p:nvPr/>
          </p:nvGrpSpPr>
          <p:grpSpPr>
            <a:xfrm>
              <a:off x="13204068" y="2161540"/>
              <a:ext cx="953588" cy="641618"/>
              <a:chOff x="8080451" y="5000388"/>
              <a:chExt cx="1282787" cy="863119"/>
            </a:xfrm>
          </p:grpSpPr>
          <p:grpSp>
            <p:nvGrpSpPr>
              <p:cNvPr id="20" name="Рисунок 52">
                <a:extLst>
                  <a:ext uri="{FF2B5EF4-FFF2-40B4-BE49-F238E27FC236}">
                    <a16:creationId xmlns:a16="http://schemas.microsoft.com/office/drawing/2014/main" id="{AA332DF2-5EC2-1F99-86E8-411EE321CE73}"/>
                  </a:ext>
                </a:extLst>
              </p:cNvPr>
              <p:cNvGrpSpPr/>
              <p:nvPr/>
            </p:nvGrpSpPr>
            <p:grpSpPr>
              <a:xfrm>
                <a:off x="8469899" y="5102220"/>
                <a:ext cx="503892" cy="761287"/>
                <a:chOff x="8469899" y="5102220"/>
                <a:chExt cx="503892" cy="761287"/>
              </a:xfrm>
              <a:noFill/>
            </p:grpSpPr>
            <p:sp>
              <p:nvSpPr>
                <p:cNvPr id="30" name="Полилиния: фигура 29">
                  <a:extLst>
                    <a:ext uri="{FF2B5EF4-FFF2-40B4-BE49-F238E27FC236}">
                      <a16:creationId xmlns:a16="http://schemas.microsoft.com/office/drawing/2014/main" id="{4B7C29BD-6C88-3B9A-5BCD-86469CE6BBED}"/>
                    </a:ext>
                  </a:extLst>
                </p:cNvPr>
                <p:cNvSpPr/>
                <p:nvPr/>
              </p:nvSpPr>
              <p:spPr>
                <a:xfrm>
                  <a:off x="8860739" y="5468607"/>
                  <a:ext cx="113052" cy="394900"/>
                </a:xfrm>
                <a:custGeom>
                  <a:avLst/>
                  <a:gdLst>
                    <a:gd name="connsiteX0" fmla="*/ 0 w 113052"/>
                    <a:gd name="connsiteY0" fmla="*/ 0 h 394900"/>
                    <a:gd name="connsiteX1" fmla="*/ 76277 w 113052"/>
                    <a:gd name="connsiteY1" fmla="*/ 62646 h 394900"/>
                    <a:gd name="connsiteX2" fmla="*/ 113052 w 113052"/>
                    <a:gd name="connsiteY2" fmla="*/ 140489 h 394900"/>
                    <a:gd name="connsiteX3" fmla="*/ 113052 w 113052"/>
                    <a:gd name="connsiteY3" fmla="*/ 394900 h 394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3052" h="394900">
                      <a:moveTo>
                        <a:pt x="0" y="0"/>
                      </a:moveTo>
                      <a:lnTo>
                        <a:pt x="76277" y="62646"/>
                      </a:lnTo>
                      <a:cubicBezTo>
                        <a:pt x="99595" y="81788"/>
                        <a:pt x="113052" y="110384"/>
                        <a:pt x="113052" y="140489"/>
                      </a:cubicBezTo>
                      <a:lnTo>
                        <a:pt x="113052" y="394900"/>
                      </a:lnTo>
                    </a:path>
                  </a:pathLst>
                </a:custGeom>
                <a:noFill/>
                <a:ln w="31750" cap="rnd">
                  <a:solidFill>
                    <a:schemeClr val="bg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" name="Полилиния: фигура 30">
                  <a:extLst>
                    <a:ext uri="{FF2B5EF4-FFF2-40B4-BE49-F238E27FC236}">
                      <a16:creationId xmlns:a16="http://schemas.microsoft.com/office/drawing/2014/main" id="{B2DF70D8-037D-ABDB-F654-02420506BBE3}"/>
                    </a:ext>
                  </a:extLst>
                </p:cNvPr>
                <p:cNvSpPr/>
                <p:nvPr/>
              </p:nvSpPr>
              <p:spPr>
                <a:xfrm>
                  <a:off x="8469899" y="5468607"/>
                  <a:ext cx="113052" cy="394900"/>
                </a:xfrm>
                <a:custGeom>
                  <a:avLst/>
                  <a:gdLst>
                    <a:gd name="connsiteX0" fmla="*/ 113052 w 113052"/>
                    <a:gd name="connsiteY0" fmla="*/ 0 h 394900"/>
                    <a:gd name="connsiteX1" fmla="*/ 36775 w 113052"/>
                    <a:gd name="connsiteY1" fmla="*/ 62646 h 394900"/>
                    <a:gd name="connsiteX2" fmla="*/ 0 w 113052"/>
                    <a:gd name="connsiteY2" fmla="*/ 140489 h 394900"/>
                    <a:gd name="connsiteX3" fmla="*/ 0 w 113052"/>
                    <a:gd name="connsiteY3" fmla="*/ 394900 h 394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3052" h="394900">
                      <a:moveTo>
                        <a:pt x="113052" y="0"/>
                      </a:moveTo>
                      <a:lnTo>
                        <a:pt x="36775" y="62646"/>
                      </a:lnTo>
                      <a:cubicBezTo>
                        <a:pt x="13457" y="81788"/>
                        <a:pt x="0" y="110384"/>
                        <a:pt x="0" y="140489"/>
                      </a:cubicBezTo>
                      <a:lnTo>
                        <a:pt x="0" y="394900"/>
                      </a:lnTo>
                    </a:path>
                  </a:pathLst>
                </a:custGeom>
                <a:noFill/>
                <a:ln w="31750" cap="rnd">
                  <a:solidFill>
                    <a:schemeClr val="bg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" name="Полилиния: фигура 31">
                  <a:extLst>
                    <a:ext uri="{FF2B5EF4-FFF2-40B4-BE49-F238E27FC236}">
                      <a16:creationId xmlns:a16="http://schemas.microsoft.com/office/drawing/2014/main" id="{7E5079FA-3B04-2955-E72C-1364A158D3CF}"/>
                    </a:ext>
                  </a:extLst>
                </p:cNvPr>
                <p:cNvSpPr/>
                <p:nvPr/>
              </p:nvSpPr>
              <p:spPr>
                <a:xfrm>
                  <a:off x="8879010" y="5633574"/>
                  <a:ext cx="406" cy="209979"/>
                </a:xfrm>
                <a:custGeom>
                  <a:avLst/>
                  <a:gdLst>
                    <a:gd name="connsiteX0" fmla="*/ 0 w 406"/>
                    <a:gd name="connsiteY0" fmla="*/ 0 h 209979"/>
                    <a:gd name="connsiteX1" fmla="*/ 406 w 406"/>
                    <a:gd name="connsiteY1" fmla="*/ 53713 h 209979"/>
                    <a:gd name="connsiteX2" fmla="*/ 406 w 406"/>
                    <a:gd name="connsiteY2" fmla="*/ 209979 h 209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6" h="209979">
                      <a:moveTo>
                        <a:pt x="0" y="0"/>
                      </a:moveTo>
                      <a:lnTo>
                        <a:pt x="406" y="53713"/>
                      </a:lnTo>
                      <a:lnTo>
                        <a:pt x="406" y="209979"/>
                      </a:lnTo>
                    </a:path>
                  </a:pathLst>
                </a:custGeom>
                <a:noFill/>
                <a:ln w="31750" cap="rnd">
                  <a:solidFill>
                    <a:schemeClr val="bg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" name="Полилиния: фигура 32">
                  <a:extLst>
                    <a:ext uri="{FF2B5EF4-FFF2-40B4-BE49-F238E27FC236}">
                      <a16:creationId xmlns:a16="http://schemas.microsoft.com/office/drawing/2014/main" id="{9E5309A0-958D-D897-127E-2D90E997D346}"/>
                    </a:ext>
                  </a:extLst>
                </p:cNvPr>
                <p:cNvSpPr/>
                <p:nvPr/>
              </p:nvSpPr>
              <p:spPr>
                <a:xfrm>
                  <a:off x="8564273" y="5633574"/>
                  <a:ext cx="406" cy="209979"/>
                </a:xfrm>
                <a:custGeom>
                  <a:avLst/>
                  <a:gdLst>
                    <a:gd name="connsiteX0" fmla="*/ 406 w 406"/>
                    <a:gd name="connsiteY0" fmla="*/ 0 h 209979"/>
                    <a:gd name="connsiteX1" fmla="*/ 0 w 406"/>
                    <a:gd name="connsiteY1" fmla="*/ 53713 h 209979"/>
                    <a:gd name="connsiteX2" fmla="*/ 0 w 406"/>
                    <a:gd name="connsiteY2" fmla="*/ 209979 h 209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6" h="209979">
                      <a:moveTo>
                        <a:pt x="406" y="0"/>
                      </a:moveTo>
                      <a:lnTo>
                        <a:pt x="0" y="53713"/>
                      </a:lnTo>
                      <a:lnTo>
                        <a:pt x="0" y="209979"/>
                      </a:lnTo>
                    </a:path>
                  </a:pathLst>
                </a:custGeom>
                <a:noFill/>
                <a:ln w="31750" cap="rnd">
                  <a:solidFill>
                    <a:schemeClr val="bg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" name="Полилиния: фигура 33">
                  <a:extLst>
                    <a:ext uri="{FF2B5EF4-FFF2-40B4-BE49-F238E27FC236}">
                      <a16:creationId xmlns:a16="http://schemas.microsoft.com/office/drawing/2014/main" id="{FC51D5C8-F845-06EB-862D-433F07D112B3}"/>
                    </a:ext>
                  </a:extLst>
                </p:cNvPr>
                <p:cNvSpPr/>
                <p:nvPr/>
              </p:nvSpPr>
              <p:spPr>
                <a:xfrm rot="-4851601">
                  <a:off x="8563502" y="5125363"/>
                  <a:ext cx="316709" cy="316709"/>
                </a:xfrm>
                <a:custGeom>
                  <a:avLst/>
                  <a:gdLst>
                    <a:gd name="connsiteX0" fmla="*/ 316709 w 316709"/>
                    <a:gd name="connsiteY0" fmla="*/ 158354 h 316709"/>
                    <a:gd name="connsiteX1" fmla="*/ 158355 w 316709"/>
                    <a:gd name="connsiteY1" fmla="*/ 316709 h 316709"/>
                    <a:gd name="connsiteX2" fmla="*/ 0 w 316709"/>
                    <a:gd name="connsiteY2" fmla="*/ 158355 h 316709"/>
                    <a:gd name="connsiteX3" fmla="*/ 158355 w 316709"/>
                    <a:gd name="connsiteY3" fmla="*/ 0 h 316709"/>
                    <a:gd name="connsiteX4" fmla="*/ 316709 w 316709"/>
                    <a:gd name="connsiteY4" fmla="*/ 158354 h 316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6709" h="316709">
                      <a:moveTo>
                        <a:pt x="316709" y="158354"/>
                      </a:moveTo>
                      <a:cubicBezTo>
                        <a:pt x="316709" y="245811"/>
                        <a:pt x="245811" y="316709"/>
                        <a:pt x="158355" y="316709"/>
                      </a:cubicBezTo>
                      <a:cubicBezTo>
                        <a:pt x="70898" y="316709"/>
                        <a:pt x="0" y="245811"/>
                        <a:pt x="0" y="158355"/>
                      </a:cubicBezTo>
                      <a:cubicBezTo>
                        <a:pt x="0" y="70898"/>
                        <a:pt x="70898" y="0"/>
                        <a:pt x="158355" y="0"/>
                      </a:cubicBezTo>
                      <a:cubicBezTo>
                        <a:pt x="245811" y="0"/>
                        <a:pt x="316709" y="70898"/>
                        <a:pt x="316709" y="158354"/>
                      </a:cubicBezTo>
                      <a:close/>
                    </a:path>
                  </a:pathLst>
                </a:custGeom>
                <a:noFill/>
                <a:ln w="31750" cap="rnd">
                  <a:solidFill>
                    <a:schemeClr val="bg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ru-RU" dirty="0"/>
                </a:p>
              </p:txBody>
            </p:sp>
          </p:grpSp>
          <p:grpSp>
            <p:nvGrpSpPr>
              <p:cNvPr id="21" name="Рисунок 52">
                <a:extLst>
                  <a:ext uri="{FF2B5EF4-FFF2-40B4-BE49-F238E27FC236}">
                    <a16:creationId xmlns:a16="http://schemas.microsoft.com/office/drawing/2014/main" id="{E1023152-E527-C60E-1FFE-0D7FA8FFAE23}"/>
                  </a:ext>
                </a:extLst>
              </p:cNvPr>
              <p:cNvGrpSpPr/>
              <p:nvPr/>
            </p:nvGrpSpPr>
            <p:grpSpPr>
              <a:xfrm>
                <a:off x="8080451" y="5000388"/>
                <a:ext cx="1282787" cy="738117"/>
                <a:chOff x="8080451" y="5000388"/>
                <a:chExt cx="1282787" cy="738117"/>
              </a:xfrm>
              <a:noFill/>
            </p:grpSpPr>
            <p:grpSp>
              <p:nvGrpSpPr>
                <p:cNvPr id="22" name="Рисунок 52">
                  <a:extLst>
                    <a:ext uri="{FF2B5EF4-FFF2-40B4-BE49-F238E27FC236}">
                      <a16:creationId xmlns:a16="http://schemas.microsoft.com/office/drawing/2014/main" id="{8D7AF106-491A-63D0-1C4B-0AC104D4952C}"/>
                    </a:ext>
                  </a:extLst>
                </p:cNvPr>
                <p:cNvGrpSpPr/>
                <p:nvPr/>
              </p:nvGrpSpPr>
              <p:grpSpPr>
                <a:xfrm>
                  <a:off x="8080451" y="5000388"/>
                  <a:ext cx="410329" cy="738117"/>
                  <a:chOff x="8080451" y="5000388"/>
                  <a:chExt cx="410329" cy="738117"/>
                </a:xfrm>
                <a:noFill/>
              </p:grpSpPr>
              <p:sp>
                <p:nvSpPr>
                  <p:cNvPr id="27" name="Полилиния: фигура 26">
                    <a:extLst>
                      <a:ext uri="{FF2B5EF4-FFF2-40B4-BE49-F238E27FC236}">
                        <a16:creationId xmlns:a16="http://schemas.microsoft.com/office/drawing/2014/main" id="{3374ABDB-CF77-26E1-0333-70680C9AB157}"/>
                      </a:ext>
                    </a:extLst>
                  </p:cNvPr>
                  <p:cNvSpPr/>
                  <p:nvPr/>
                </p:nvSpPr>
                <p:spPr>
                  <a:xfrm>
                    <a:off x="8080451" y="5343605"/>
                    <a:ext cx="113052" cy="394900"/>
                  </a:xfrm>
                  <a:custGeom>
                    <a:avLst/>
                    <a:gdLst>
                      <a:gd name="connsiteX0" fmla="*/ 113052 w 113052"/>
                      <a:gd name="connsiteY0" fmla="*/ 0 h 394900"/>
                      <a:gd name="connsiteX1" fmla="*/ 36775 w 113052"/>
                      <a:gd name="connsiteY1" fmla="*/ 62646 h 394900"/>
                      <a:gd name="connsiteX2" fmla="*/ 0 w 113052"/>
                      <a:gd name="connsiteY2" fmla="*/ 140489 h 394900"/>
                      <a:gd name="connsiteX3" fmla="*/ 0 w 113052"/>
                      <a:gd name="connsiteY3" fmla="*/ 394900 h 3949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3052" h="394900">
                        <a:moveTo>
                          <a:pt x="113052" y="0"/>
                        </a:moveTo>
                        <a:lnTo>
                          <a:pt x="36775" y="62646"/>
                        </a:lnTo>
                        <a:cubicBezTo>
                          <a:pt x="13457" y="81788"/>
                          <a:pt x="0" y="110384"/>
                          <a:pt x="0" y="140489"/>
                        </a:cubicBezTo>
                        <a:lnTo>
                          <a:pt x="0" y="394900"/>
                        </a:lnTo>
                      </a:path>
                    </a:pathLst>
                  </a:custGeom>
                  <a:noFill/>
                  <a:ln w="31750" cap="rnd">
                    <a:solidFill>
                      <a:schemeClr val="bg1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28" name="Полилиния: фигура 27">
                    <a:extLst>
                      <a:ext uri="{FF2B5EF4-FFF2-40B4-BE49-F238E27FC236}">
                        <a16:creationId xmlns:a16="http://schemas.microsoft.com/office/drawing/2014/main" id="{3A980BCD-2D9D-2897-8EFD-01F5D94560C8}"/>
                      </a:ext>
                    </a:extLst>
                  </p:cNvPr>
                  <p:cNvSpPr/>
                  <p:nvPr/>
                </p:nvSpPr>
                <p:spPr>
                  <a:xfrm>
                    <a:off x="8174826" y="5508573"/>
                    <a:ext cx="406" cy="210037"/>
                  </a:xfrm>
                  <a:custGeom>
                    <a:avLst/>
                    <a:gdLst>
                      <a:gd name="connsiteX0" fmla="*/ 406 w 406"/>
                      <a:gd name="connsiteY0" fmla="*/ 0 h 210037"/>
                      <a:gd name="connsiteX1" fmla="*/ 0 w 406"/>
                      <a:gd name="connsiteY1" fmla="*/ 53713 h 210037"/>
                      <a:gd name="connsiteX2" fmla="*/ 0 w 406"/>
                      <a:gd name="connsiteY2" fmla="*/ 210037 h 2100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6" h="210037">
                        <a:moveTo>
                          <a:pt x="406" y="0"/>
                        </a:moveTo>
                        <a:lnTo>
                          <a:pt x="0" y="53713"/>
                        </a:lnTo>
                        <a:lnTo>
                          <a:pt x="0" y="210037"/>
                        </a:lnTo>
                      </a:path>
                    </a:pathLst>
                  </a:custGeom>
                  <a:noFill/>
                  <a:ln w="31750" cap="rnd">
                    <a:solidFill>
                      <a:schemeClr val="bg1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29" name="Полилиния: фигура 28">
                    <a:extLst>
                      <a:ext uri="{FF2B5EF4-FFF2-40B4-BE49-F238E27FC236}">
                        <a16:creationId xmlns:a16="http://schemas.microsoft.com/office/drawing/2014/main" id="{B25F18AC-9550-4D7E-E20B-2A598461D698}"/>
                      </a:ext>
                    </a:extLst>
                  </p:cNvPr>
                  <p:cNvSpPr/>
                  <p:nvPr/>
                </p:nvSpPr>
                <p:spPr>
                  <a:xfrm>
                    <a:off x="8174072" y="5000388"/>
                    <a:ext cx="316709" cy="316709"/>
                  </a:xfrm>
                  <a:custGeom>
                    <a:avLst/>
                    <a:gdLst>
                      <a:gd name="connsiteX0" fmla="*/ 316709 w 316709"/>
                      <a:gd name="connsiteY0" fmla="*/ 158355 h 316709"/>
                      <a:gd name="connsiteX1" fmla="*/ 158355 w 316709"/>
                      <a:gd name="connsiteY1" fmla="*/ 316709 h 316709"/>
                      <a:gd name="connsiteX2" fmla="*/ 0 w 316709"/>
                      <a:gd name="connsiteY2" fmla="*/ 158355 h 316709"/>
                      <a:gd name="connsiteX3" fmla="*/ 158355 w 316709"/>
                      <a:gd name="connsiteY3" fmla="*/ 0 h 316709"/>
                      <a:gd name="connsiteX4" fmla="*/ 316709 w 316709"/>
                      <a:gd name="connsiteY4" fmla="*/ 158355 h 3167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16709" h="316709">
                        <a:moveTo>
                          <a:pt x="316709" y="158355"/>
                        </a:moveTo>
                        <a:cubicBezTo>
                          <a:pt x="316709" y="245811"/>
                          <a:pt x="245811" y="316709"/>
                          <a:pt x="158355" y="316709"/>
                        </a:cubicBezTo>
                        <a:cubicBezTo>
                          <a:pt x="70898" y="316709"/>
                          <a:pt x="0" y="245811"/>
                          <a:pt x="0" y="158355"/>
                        </a:cubicBezTo>
                        <a:cubicBezTo>
                          <a:pt x="0" y="70898"/>
                          <a:pt x="70898" y="0"/>
                          <a:pt x="158355" y="0"/>
                        </a:cubicBezTo>
                        <a:cubicBezTo>
                          <a:pt x="245811" y="0"/>
                          <a:pt x="316709" y="70898"/>
                          <a:pt x="316709" y="158355"/>
                        </a:cubicBezTo>
                        <a:close/>
                      </a:path>
                    </a:pathLst>
                  </a:custGeom>
                  <a:noFill/>
                  <a:ln w="31750" cap="rnd">
                    <a:solidFill>
                      <a:schemeClr val="bg1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3" name="Рисунок 52">
                  <a:extLst>
                    <a:ext uri="{FF2B5EF4-FFF2-40B4-BE49-F238E27FC236}">
                      <a16:creationId xmlns:a16="http://schemas.microsoft.com/office/drawing/2014/main" id="{006CBADA-0F12-FEC8-4BA9-D4AEA8DC1FFB}"/>
                    </a:ext>
                  </a:extLst>
                </p:cNvPr>
                <p:cNvGrpSpPr/>
                <p:nvPr/>
              </p:nvGrpSpPr>
              <p:grpSpPr>
                <a:xfrm>
                  <a:off x="8952909" y="5000388"/>
                  <a:ext cx="410329" cy="738117"/>
                  <a:chOff x="8952909" y="5000388"/>
                  <a:chExt cx="410329" cy="738117"/>
                </a:xfrm>
                <a:noFill/>
              </p:grpSpPr>
              <p:sp>
                <p:nvSpPr>
                  <p:cNvPr id="24" name="Полилиния: фигура 23">
                    <a:extLst>
                      <a:ext uri="{FF2B5EF4-FFF2-40B4-BE49-F238E27FC236}">
                        <a16:creationId xmlns:a16="http://schemas.microsoft.com/office/drawing/2014/main" id="{E44298B6-FF69-98A0-544D-BDC689A9B573}"/>
                      </a:ext>
                    </a:extLst>
                  </p:cNvPr>
                  <p:cNvSpPr/>
                  <p:nvPr/>
                </p:nvSpPr>
                <p:spPr>
                  <a:xfrm>
                    <a:off x="9250186" y="5343605"/>
                    <a:ext cx="113052" cy="394900"/>
                  </a:xfrm>
                  <a:custGeom>
                    <a:avLst/>
                    <a:gdLst>
                      <a:gd name="connsiteX0" fmla="*/ 0 w 113052"/>
                      <a:gd name="connsiteY0" fmla="*/ 0 h 394900"/>
                      <a:gd name="connsiteX1" fmla="*/ 76277 w 113052"/>
                      <a:gd name="connsiteY1" fmla="*/ 62646 h 394900"/>
                      <a:gd name="connsiteX2" fmla="*/ 113052 w 113052"/>
                      <a:gd name="connsiteY2" fmla="*/ 140489 h 394900"/>
                      <a:gd name="connsiteX3" fmla="*/ 113052 w 113052"/>
                      <a:gd name="connsiteY3" fmla="*/ 394900 h 3949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3052" h="394900">
                        <a:moveTo>
                          <a:pt x="0" y="0"/>
                        </a:moveTo>
                        <a:lnTo>
                          <a:pt x="76277" y="62646"/>
                        </a:lnTo>
                        <a:cubicBezTo>
                          <a:pt x="99595" y="81788"/>
                          <a:pt x="113052" y="110384"/>
                          <a:pt x="113052" y="140489"/>
                        </a:cubicBezTo>
                        <a:lnTo>
                          <a:pt x="113052" y="394900"/>
                        </a:lnTo>
                      </a:path>
                    </a:pathLst>
                  </a:custGeom>
                  <a:noFill/>
                  <a:ln w="31750" cap="rnd">
                    <a:solidFill>
                      <a:schemeClr val="bg1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25" name="Полилиния: фигура 24">
                    <a:extLst>
                      <a:ext uri="{FF2B5EF4-FFF2-40B4-BE49-F238E27FC236}">
                        <a16:creationId xmlns:a16="http://schemas.microsoft.com/office/drawing/2014/main" id="{76E7CED7-6EAA-70BC-62AC-A3F1431D0CE2}"/>
                      </a:ext>
                    </a:extLst>
                  </p:cNvPr>
                  <p:cNvSpPr/>
                  <p:nvPr/>
                </p:nvSpPr>
                <p:spPr>
                  <a:xfrm>
                    <a:off x="9268458" y="5508573"/>
                    <a:ext cx="406" cy="210037"/>
                  </a:xfrm>
                  <a:custGeom>
                    <a:avLst/>
                    <a:gdLst>
                      <a:gd name="connsiteX0" fmla="*/ 0 w 406"/>
                      <a:gd name="connsiteY0" fmla="*/ 0 h 210037"/>
                      <a:gd name="connsiteX1" fmla="*/ 406 w 406"/>
                      <a:gd name="connsiteY1" fmla="*/ 53713 h 210037"/>
                      <a:gd name="connsiteX2" fmla="*/ 406 w 406"/>
                      <a:gd name="connsiteY2" fmla="*/ 210037 h 2100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6" h="210037">
                        <a:moveTo>
                          <a:pt x="0" y="0"/>
                        </a:moveTo>
                        <a:lnTo>
                          <a:pt x="406" y="53713"/>
                        </a:lnTo>
                        <a:lnTo>
                          <a:pt x="406" y="210037"/>
                        </a:lnTo>
                      </a:path>
                    </a:pathLst>
                  </a:custGeom>
                  <a:noFill/>
                  <a:ln w="31750" cap="rnd">
                    <a:solidFill>
                      <a:schemeClr val="bg1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26" name="Полилиния: фигура 25">
                    <a:extLst>
                      <a:ext uri="{FF2B5EF4-FFF2-40B4-BE49-F238E27FC236}">
                        <a16:creationId xmlns:a16="http://schemas.microsoft.com/office/drawing/2014/main" id="{0F2AF5EB-497B-8338-CA41-5786CA7B0501}"/>
                      </a:ext>
                    </a:extLst>
                  </p:cNvPr>
                  <p:cNvSpPr/>
                  <p:nvPr/>
                </p:nvSpPr>
                <p:spPr>
                  <a:xfrm>
                    <a:off x="8952909" y="5000388"/>
                    <a:ext cx="316709" cy="316709"/>
                  </a:xfrm>
                  <a:custGeom>
                    <a:avLst/>
                    <a:gdLst>
                      <a:gd name="connsiteX0" fmla="*/ 316709 w 316709"/>
                      <a:gd name="connsiteY0" fmla="*/ 158355 h 316709"/>
                      <a:gd name="connsiteX1" fmla="*/ 158355 w 316709"/>
                      <a:gd name="connsiteY1" fmla="*/ 316709 h 316709"/>
                      <a:gd name="connsiteX2" fmla="*/ 0 w 316709"/>
                      <a:gd name="connsiteY2" fmla="*/ 158355 h 316709"/>
                      <a:gd name="connsiteX3" fmla="*/ 158355 w 316709"/>
                      <a:gd name="connsiteY3" fmla="*/ 0 h 316709"/>
                      <a:gd name="connsiteX4" fmla="*/ 316709 w 316709"/>
                      <a:gd name="connsiteY4" fmla="*/ 158355 h 3167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16709" h="316709">
                        <a:moveTo>
                          <a:pt x="316709" y="158355"/>
                        </a:moveTo>
                        <a:cubicBezTo>
                          <a:pt x="316709" y="245811"/>
                          <a:pt x="245811" y="316709"/>
                          <a:pt x="158355" y="316709"/>
                        </a:cubicBezTo>
                        <a:cubicBezTo>
                          <a:pt x="70898" y="316709"/>
                          <a:pt x="0" y="245811"/>
                          <a:pt x="0" y="158355"/>
                        </a:cubicBezTo>
                        <a:cubicBezTo>
                          <a:pt x="0" y="70898"/>
                          <a:pt x="70898" y="0"/>
                          <a:pt x="158355" y="0"/>
                        </a:cubicBezTo>
                        <a:cubicBezTo>
                          <a:pt x="245811" y="0"/>
                          <a:pt x="316709" y="70898"/>
                          <a:pt x="316709" y="158355"/>
                        </a:cubicBezTo>
                        <a:close/>
                      </a:path>
                    </a:pathLst>
                  </a:custGeom>
                  <a:noFill/>
                  <a:ln w="31750" cap="rnd">
                    <a:solidFill>
                      <a:schemeClr val="bg1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</p:grpSp>
        </p:grp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6708A70-01FF-C874-3A89-A437683AFA98}"/>
              </a:ext>
            </a:extLst>
          </p:cNvPr>
          <p:cNvGrpSpPr/>
          <p:nvPr/>
        </p:nvGrpSpPr>
        <p:grpSpPr>
          <a:xfrm>
            <a:off x="3598473" y="1624381"/>
            <a:ext cx="1921936" cy="1921936"/>
            <a:chOff x="3978569" y="2269704"/>
            <a:chExt cx="1263490" cy="126349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D76C6EB0-FC65-016C-6584-70C79234E5FC}"/>
                </a:ext>
              </a:extLst>
            </p:cNvPr>
            <p:cNvSpPr/>
            <p:nvPr/>
          </p:nvSpPr>
          <p:spPr>
            <a:xfrm>
              <a:off x="3978569" y="2269704"/>
              <a:ext cx="1263490" cy="1263490"/>
            </a:xfrm>
            <a:prstGeom prst="ellipse">
              <a:avLst/>
            </a:prstGeom>
            <a:solidFill>
              <a:srgbClr val="5BA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ru-RU" sz="1799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76CD6059-5E15-47B6-09D6-F97F699B777D}"/>
                </a:ext>
              </a:extLst>
            </p:cNvPr>
            <p:cNvGrpSpPr/>
            <p:nvPr/>
          </p:nvGrpSpPr>
          <p:grpSpPr>
            <a:xfrm>
              <a:off x="4180284" y="2422922"/>
              <a:ext cx="856863" cy="856861"/>
              <a:chOff x="4180284" y="2422922"/>
              <a:chExt cx="856863" cy="856861"/>
            </a:xfrm>
          </p:grpSpPr>
          <p:grpSp>
            <p:nvGrpSpPr>
              <p:cNvPr id="18" name="Рисунок 85">
                <a:extLst>
                  <a:ext uri="{FF2B5EF4-FFF2-40B4-BE49-F238E27FC236}">
                    <a16:creationId xmlns:a16="http://schemas.microsoft.com/office/drawing/2014/main" id="{8FA53DD8-9537-88EC-589B-A1319B310676}"/>
                  </a:ext>
                </a:extLst>
              </p:cNvPr>
              <p:cNvGrpSpPr/>
              <p:nvPr/>
            </p:nvGrpSpPr>
            <p:grpSpPr>
              <a:xfrm rot="5400000">
                <a:off x="4180285" y="2422921"/>
                <a:ext cx="856861" cy="856863"/>
                <a:chOff x="9034049" y="4397700"/>
                <a:chExt cx="968430" cy="968430"/>
              </a:xfrm>
              <a:noFill/>
            </p:grpSpPr>
            <p:sp>
              <p:nvSpPr>
                <p:cNvPr id="42" name="Полилиния: фигура 41">
                  <a:extLst>
                    <a:ext uri="{FF2B5EF4-FFF2-40B4-BE49-F238E27FC236}">
                      <a16:creationId xmlns:a16="http://schemas.microsoft.com/office/drawing/2014/main" id="{65B0688A-ADFC-8602-7AFF-1899CA5CFAE7}"/>
                    </a:ext>
                  </a:extLst>
                </p:cNvPr>
                <p:cNvSpPr/>
                <p:nvPr/>
              </p:nvSpPr>
              <p:spPr>
                <a:xfrm>
                  <a:off x="9034049" y="4397700"/>
                  <a:ext cx="968430" cy="968430"/>
                </a:xfrm>
                <a:custGeom>
                  <a:avLst/>
                  <a:gdLst>
                    <a:gd name="connsiteX0" fmla="*/ 617506 w 968430"/>
                    <a:gd name="connsiteY0" fmla="*/ 246340 h 968430"/>
                    <a:gd name="connsiteX1" fmla="*/ 842201 w 968430"/>
                    <a:gd name="connsiteY1" fmla="*/ 21646 h 968430"/>
                    <a:gd name="connsiteX2" fmla="*/ 946785 w 968430"/>
                    <a:gd name="connsiteY2" fmla="*/ 21646 h 968430"/>
                    <a:gd name="connsiteX3" fmla="*/ 946785 w 968430"/>
                    <a:gd name="connsiteY3" fmla="*/ 21646 h 968430"/>
                    <a:gd name="connsiteX4" fmla="*/ 946785 w 968430"/>
                    <a:gd name="connsiteY4" fmla="*/ 126230 h 968430"/>
                    <a:gd name="connsiteX5" fmla="*/ 722090 w 968430"/>
                    <a:gd name="connsiteY5" fmla="*/ 350925 h 968430"/>
                    <a:gd name="connsiteX6" fmla="*/ 790575 w 968430"/>
                    <a:gd name="connsiteY6" fmla="*/ 573143 h 968430"/>
                    <a:gd name="connsiteX7" fmla="*/ 395287 w 968430"/>
                    <a:gd name="connsiteY7" fmla="*/ 968431 h 968430"/>
                    <a:gd name="connsiteX8" fmla="*/ 0 w 968430"/>
                    <a:gd name="connsiteY8" fmla="*/ 573143 h 968430"/>
                    <a:gd name="connsiteX9" fmla="*/ 395287 w 968430"/>
                    <a:gd name="connsiteY9" fmla="*/ 177856 h 968430"/>
                    <a:gd name="connsiteX10" fmla="*/ 617506 w 968430"/>
                    <a:gd name="connsiteY10" fmla="*/ 246340 h 968430"/>
                    <a:gd name="connsiteX11" fmla="*/ 617506 w 968430"/>
                    <a:gd name="connsiteY11" fmla="*/ 246340 h 968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968430" h="968430">
                      <a:moveTo>
                        <a:pt x="617506" y="246340"/>
                      </a:moveTo>
                      <a:lnTo>
                        <a:pt x="842201" y="21646"/>
                      </a:lnTo>
                      <a:cubicBezTo>
                        <a:pt x="871061" y="-7215"/>
                        <a:pt x="917924" y="-7215"/>
                        <a:pt x="946785" y="21646"/>
                      </a:cubicBezTo>
                      <a:lnTo>
                        <a:pt x="946785" y="21646"/>
                      </a:lnTo>
                      <a:cubicBezTo>
                        <a:pt x="975646" y="50506"/>
                        <a:pt x="975646" y="97369"/>
                        <a:pt x="946785" y="126230"/>
                      </a:cubicBezTo>
                      <a:lnTo>
                        <a:pt x="722090" y="350925"/>
                      </a:lnTo>
                      <a:cubicBezTo>
                        <a:pt x="765239" y="414266"/>
                        <a:pt x="790575" y="490752"/>
                        <a:pt x="790575" y="573143"/>
                      </a:cubicBezTo>
                      <a:cubicBezTo>
                        <a:pt x="790575" y="791456"/>
                        <a:pt x="613601" y="968431"/>
                        <a:pt x="395287" y="968431"/>
                      </a:cubicBezTo>
                      <a:cubicBezTo>
                        <a:pt x="176975" y="968431"/>
                        <a:pt x="0" y="791456"/>
                        <a:pt x="0" y="573143"/>
                      </a:cubicBezTo>
                      <a:cubicBezTo>
                        <a:pt x="0" y="354830"/>
                        <a:pt x="176975" y="177856"/>
                        <a:pt x="395287" y="177856"/>
                      </a:cubicBezTo>
                      <a:cubicBezTo>
                        <a:pt x="477679" y="177856"/>
                        <a:pt x="554165" y="203192"/>
                        <a:pt x="617506" y="246340"/>
                      </a:cubicBezTo>
                      <a:lnTo>
                        <a:pt x="617506" y="246340"/>
                      </a:lnTo>
                      <a:close/>
                    </a:path>
                  </a:pathLst>
                </a:custGeom>
                <a:noFill/>
                <a:ln w="31750" cap="rnd">
                  <a:solidFill>
                    <a:schemeClr val="bg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3" name="Полилиния: фигура 42">
                  <a:extLst>
                    <a:ext uri="{FF2B5EF4-FFF2-40B4-BE49-F238E27FC236}">
                      <a16:creationId xmlns:a16="http://schemas.microsoft.com/office/drawing/2014/main" id="{9D07EB96-410E-1BD6-F594-4E3DD362C743}"/>
                    </a:ext>
                  </a:extLst>
                </p:cNvPr>
                <p:cNvSpPr/>
                <p:nvPr/>
              </p:nvSpPr>
              <p:spPr>
                <a:xfrm>
                  <a:off x="9710801" y="4703286"/>
                  <a:ext cx="45338" cy="45338"/>
                </a:xfrm>
                <a:custGeom>
                  <a:avLst/>
                  <a:gdLst>
                    <a:gd name="connsiteX0" fmla="*/ 45339 w 45338"/>
                    <a:gd name="connsiteY0" fmla="*/ 45339 h 45338"/>
                    <a:gd name="connsiteX1" fmla="*/ 0 w 45338"/>
                    <a:gd name="connsiteY1" fmla="*/ 0 h 45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5338" h="45338">
                      <a:moveTo>
                        <a:pt x="45339" y="45339"/>
                      </a:moveTo>
                      <a:lnTo>
                        <a:pt x="0" y="0"/>
                      </a:lnTo>
                    </a:path>
                  </a:pathLst>
                </a:custGeom>
                <a:ln w="31750" cap="rnd">
                  <a:solidFill>
                    <a:schemeClr val="bg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8" name="Рисунок 71">
                <a:extLst>
                  <a:ext uri="{FF2B5EF4-FFF2-40B4-BE49-F238E27FC236}">
                    <a16:creationId xmlns:a16="http://schemas.microsoft.com/office/drawing/2014/main" id="{752475A6-2B58-4DA4-78F4-7E8B426B64A7}"/>
                  </a:ext>
                </a:extLst>
              </p:cNvPr>
              <p:cNvGrpSpPr/>
              <p:nvPr/>
            </p:nvGrpSpPr>
            <p:grpSpPr>
              <a:xfrm>
                <a:off x="4426436" y="2635821"/>
                <a:ext cx="202614" cy="290359"/>
                <a:chOff x="9083960" y="5104193"/>
                <a:chExt cx="120968" cy="173355"/>
              </a:xfrm>
              <a:noFill/>
            </p:grpSpPr>
            <p:sp>
              <p:nvSpPr>
                <p:cNvPr id="40" name="Полилиния: фигура 39">
                  <a:extLst>
                    <a:ext uri="{FF2B5EF4-FFF2-40B4-BE49-F238E27FC236}">
                      <a16:creationId xmlns:a16="http://schemas.microsoft.com/office/drawing/2014/main" id="{98397718-A304-6ED9-D240-4B4E2F0F0B42}"/>
                    </a:ext>
                  </a:extLst>
                </p:cNvPr>
                <p:cNvSpPr/>
                <p:nvPr/>
              </p:nvSpPr>
              <p:spPr>
                <a:xfrm>
                  <a:off x="9083960" y="5104193"/>
                  <a:ext cx="120968" cy="173355"/>
                </a:xfrm>
                <a:custGeom>
                  <a:avLst/>
                  <a:gdLst>
                    <a:gd name="connsiteX0" fmla="*/ 27623 w 120967"/>
                    <a:gd name="connsiteY0" fmla="*/ 173355 h 173355"/>
                    <a:gd name="connsiteX1" fmla="*/ 27623 w 120967"/>
                    <a:gd name="connsiteY1" fmla="*/ 0 h 173355"/>
                    <a:gd name="connsiteX2" fmla="*/ 77057 w 120967"/>
                    <a:gd name="connsiteY2" fmla="*/ 0 h 173355"/>
                    <a:gd name="connsiteX3" fmla="*/ 120968 w 120967"/>
                    <a:gd name="connsiteY3" fmla="*/ 43910 h 173355"/>
                    <a:gd name="connsiteX4" fmla="*/ 120968 w 120967"/>
                    <a:gd name="connsiteY4" fmla="*/ 43910 h 173355"/>
                    <a:gd name="connsiteX5" fmla="*/ 77057 w 120967"/>
                    <a:gd name="connsiteY5" fmla="*/ 87821 h 173355"/>
                    <a:gd name="connsiteX6" fmla="*/ 0 w 120967"/>
                    <a:gd name="connsiteY6" fmla="*/ 87821 h 1733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0967" h="173355">
                      <a:moveTo>
                        <a:pt x="27623" y="173355"/>
                      </a:moveTo>
                      <a:lnTo>
                        <a:pt x="27623" y="0"/>
                      </a:lnTo>
                      <a:lnTo>
                        <a:pt x="77057" y="0"/>
                      </a:lnTo>
                      <a:cubicBezTo>
                        <a:pt x="101346" y="0"/>
                        <a:pt x="120968" y="19622"/>
                        <a:pt x="120968" y="43910"/>
                      </a:cubicBezTo>
                      <a:lnTo>
                        <a:pt x="120968" y="43910"/>
                      </a:lnTo>
                      <a:cubicBezTo>
                        <a:pt x="120968" y="68199"/>
                        <a:pt x="101346" y="87821"/>
                        <a:pt x="77057" y="87821"/>
                      </a:cubicBezTo>
                      <a:lnTo>
                        <a:pt x="0" y="87821"/>
                      </a:lnTo>
                    </a:path>
                  </a:pathLst>
                </a:custGeom>
                <a:grpFill/>
                <a:ln w="317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1" name="Полилиния: фигура 40">
                  <a:extLst>
                    <a:ext uri="{FF2B5EF4-FFF2-40B4-BE49-F238E27FC236}">
                      <a16:creationId xmlns:a16="http://schemas.microsoft.com/office/drawing/2014/main" id="{650881AD-8233-56AB-4EEF-D7D7D8D8A1F7}"/>
                    </a:ext>
                  </a:extLst>
                </p:cNvPr>
                <p:cNvSpPr/>
                <p:nvPr/>
              </p:nvSpPr>
              <p:spPr>
                <a:xfrm>
                  <a:off x="9083960" y="5223065"/>
                  <a:ext cx="82010" cy="9525"/>
                </a:xfrm>
                <a:custGeom>
                  <a:avLst/>
                  <a:gdLst>
                    <a:gd name="connsiteX0" fmla="*/ 0 w 82010"/>
                    <a:gd name="connsiteY0" fmla="*/ 0 h 9525"/>
                    <a:gd name="connsiteX1" fmla="*/ 82010 w 82010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010" h="9525">
                      <a:moveTo>
                        <a:pt x="0" y="0"/>
                      </a:moveTo>
                      <a:lnTo>
                        <a:pt x="82010" y="0"/>
                      </a:lnTo>
                    </a:path>
                  </a:pathLst>
                </a:custGeom>
                <a:grpFill/>
                <a:ln w="31750" cap="rnd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BE74B9C0-5E91-08E4-03B0-0B417E3A01A8}"/>
                  </a:ext>
                </a:extLst>
              </p:cNvPr>
              <p:cNvSpPr/>
              <p:nvPr/>
            </p:nvSpPr>
            <p:spPr>
              <a:xfrm>
                <a:off x="4250991" y="2494933"/>
                <a:ext cx="553505" cy="553505"/>
              </a:xfrm>
              <a:prstGeom prst="ellipse">
                <a:avLst/>
              </a:prstGeom>
              <a:noFill/>
              <a:ln w="317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6278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4C27F-3212-D246-A69A-564DC9C07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D9967B4-552A-8DBE-6FE6-30F81B2D9DD8}"/>
              </a:ext>
            </a:extLst>
          </p:cNvPr>
          <p:cNvGrpSpPr/>
          <p:nvPr/>
        </p:nvGrpSpPr>
        <p:grpSpPr>
          <a:xfrm rot="12769341">
            <a:off x="-825472" y="1483293"/>
            <a:ext cx="10609047" cy="9003192"/>
            <a:chOff x="4200580" y="1984380"/>
            <a:chExt cx="10609047" cy="9003192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0B93E3C0-06E2-38D9-78CE-CC2712B64243}"/>
                </a:ext>
              </a:extLst>
            </p:cNvPr>
            <p:cNvSpPr/>
            <p:nvPr/>
          </p:nvSpPr>
          <p:spPr>
            <a:xfrm rot="14883854">
              <a:off x="8077709" y="1984380"/>
              <a:ext cx="3765739" cy="3765739"/>
            </a:xfrm>
            <a:prstGeom prst="ellipse">
              <a:avLst/>
            </a:prstGeom>
            <a:solidFill>
              <a:srgbClr val="E6F1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7026B0FA-D9E6-6AD8-7952-CB6A16704970}"/>
                </a:ext>
              </a:extLst>
            </p:cNvPr>
            <p:cNvSpPr/>
            <p:nvPr/>
          </p:nvSpPr>
          <p:spPr>
            <a:xfrm rot="14883854">
              <a:off x="4200580" y="4173940"/>
              <a:ext cx="5934339" cy="5934339"/>
            </a:xfrm>
            <a:prstGeom prst="ellipse">
              <a:avLst/>
            </a:prstGeom>
            <a:solidFill>
              <a:srgbClr val="D6E8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2AA9417D-B0F4-A149-B1F1-9FD141F8A63C}"/>
                </a:ext>
              </a:extLst>
            </p:cNvPr>
            <p:cNvSpPr/>
            <p:nvPr/>
          </p:nvSpPr>
          <p:spPr>
            <a:xfrm rot="14883854">
              <a:off x="9352636" y="8405899"/>
              <a:ext cx="2581672" cy="2581673"/>
            </a:xfrm>
            <a:prstGeom prst="ellipse">
              <a:avLst/>
            </a:prstGeom>
            <a:solidFill>
              <a:srgbClr val="E6F1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38C4205D-FC7B-030F-3111-566FF8577F4D}"/>
                </a:ext>
              </a:extLst>
            </p:cNvPr>
            <p:cNvSpPr/>
            <p:nvPr/>
          </p:nvSpPr>
          <p:spPr>
            <a:xfrm rot="14883854">
              <a:off x="5864741" y="10152515"/>
              <a:ext cx="371336" cy="371336"/>
            </a:xfrm>
            <a:prstGeom prst="ellipse">
              <a:avLst/>
            </a:prstGeom>
            <a:solidFill>
              <a:srgbClr val="B4D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76CE4330-8546-5682-6341-B0743A0C13BA}"/>
                </a:ext>
              </a:extLst>
            </p:cNvPr>
            <p:cNvSpPr/>
            <p:nvPr/>
          </p:nvSpPr>
          <p:spPr>
            <a:xfrm rot="14883854">
              <a:off x="11842108" y="4456657"/>
              <a:ext cx="1297652" cy="1297652"/>
            </a:xfrm>
            <a:prstGeom prst="ellipse">
              <a:avLst/>
            </a:prstGeom>
            <a:solidFill>
              <a:srgbClr val="E6F1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708040F1-C169-C2B7-9741-AD47383762DB}"/>
                </a:ext>
              </a:extLst>
            </p:cNvPr>
            <p:cNvSpPr/>
            <p:nvPr/>
          </p:nvSpPr>
          <p:spPr>
            <a:xfrm rot="14883854">
              <a:off x="8697576" y="3628687"/>
              <a:ext cx="6112051" cy="6112051"/>
            </a:xfrm>
            <a:prstGeom prst="ellipse">
              <a:avLst/>
            </a:prstGeom>
            <a:solidFill>
              <a:srgbClr val="B4D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E808E74-53AE-388C-CE73-4E495B2F8110}"/>
              </a:ext>
            </a:extLst>
          </p:cNvPr>
          <p:cNvSpPr txBox="1"/>
          <p:nvPr/>
        </p:nvSpPr>
        <p:spPr>
          <a:xfrm>
            <a:off x="624114" y="92601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noProof="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545CDC-732A-F22D-D936-4A64516DCC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22"/>
          <a:stretch>
            <a:fillRect/>
          </a:stretch>
        </p:blipFill>
        <p:spPr>
          <a:xfrm>
            <a:off x="520477" y="2400521"/>
            <a:ext cx="8367869" cy="6167812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8D2748-70F5-2F86-9BBC-C37C3A8305EE}"/>
              </a:ext>
            </a:extLst>
          </p:cNvPr>
          <p:cNvSpPr txBox="1"/>
          <p:nvPr/>
        </p:nvSpPr>
        <p:spPr>
          <a:xfrm>
            <a:off x="10008159" y="1830472"/>
            <a:ext cx="726060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2800" kern="0" dirty="0">
                <a:cs typeface="Arial"/>
              </a:rPr>
              <a:t>Финал Национальной профессиональной Премии «ИТД: Интеллект, Талант, Действие» на площадке XII Международного форума «ИТ-Диалог»</a:t>
            </a:r>
            <a:endParaRPr kumimoji="0" lang="ru-RU" sz="2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84F57-3D05-43A7-B624-1DC9B614A7E1}"/>
              </a:ext>
            </a:extLst>
          </p:cNvPr>
          <p:cNvSpPr txBox="1"/>
          <p:nvPr/>
        </p:nvSpPr>
        <p:spPr>
          <a:xfrm>
            <a:off x="10008159" y="7087809"/>
            <a:ext cx="713190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2800" kern="0" dirty="0">
                <a:cs typeface="Arial"/>
              </a:rPr>
              <a:t>Организаторы – Аналитический центр при Правительстве РФ, Министерство цифрового развития, связи и массовых коммуникаций РФ и Правительство Санкт-Петербурга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60B397-9968-837A-E74D-5F03D507E934}"/>
              </a:ext>
            </a:extLst>
          </p:cNvPr>
          <p:cNvSpPr txBox="1"/>
          <p:nvPr/>
        </p:nvSpPr>
        <p:spPr>
          <a:xfrm>
            <a:off x="394603" y="261795"/>
            <a:ext cx="16085618" cy="799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6880">
              <a:buClr>
                <a:srgbClr val="006EBE"/>
              </a:buClr>
            </a:pPr>
            <a:r>
              <a:rPr lang="ru-RU" sz="4597" b="1" noProof="0" dirty="0">
                <a:solidFill>
                  <a:srgbClr val="006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Лучшая цифровая трансформация в организации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421ED3B-57B0-C1B3-7CF8-8DF0B88C81D3}"/>
              </a:ext>
            </a:extLst>
          </p:cNvPr>
          <p:cNvSpPr/>
          <p:nvPr/>
        </p:nvSpPr>
        <p:spPr>
          <a:xfrm>
            <a:off x="10108642" y="3987932"/>
            <a:ext cx="7677708" cy="2736435"/>
          </a:xfrm>
          <a:prstGeom prst="roundRect">
            <a:avLst>
              <a:gd name="adj" fmla="val 17021"/>
            </a:avLst>
          </a:prstGeom>
          <a:solidFill>
            <a:schemeClr val="bg1"/>
          </a:solidFill>
          <a:ln w="50800" cap="sq">
            <a:solidFill>
              <a:srgbClr val="5BAFE3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80000" tIns="0" rtlCol="0" anchor="ctr" anchorCtr="0"/>
          <a:lstStyle/>
          <a:p>
            <a:pPr lvl="0" algn="ctr">
              <a:defRPr/>
            </a:pPr>
            <a:r>
              <a:rPr lang="ru-RU" sz="3200" kern="0" dirty="0">
                <a:solidFill>
                  <a:srgbClr val="006EBE"/>
                </a:solidFill>
                <a:cs typeface="Arial"/>
              </a:rPr>
              <a:t>Команда Цифрового блока </a:t>
            </a:r>
            <a:br>
              <a:rPr lang="ru-RU" sz="3200" kern="0" dirty="0">
                <a:solidFill>
                  <a:srgbClr val="006EBE"/>
                </a:solidFill>
                <a:cs typeface="Arial"/>
              </a:rPr>
            </a:br>
            <a:r>
              <a:rPr lang="ru-RU" sz="3200" kern="0" dirty="0">
                <a:solidFill>
                  <a:srgbClr val="006EBE"/>
                </a:solidFill>
                <a:cs typeface="Arial"/>
              </a:rPr>
              <a:t>победила в номинации </a:t>
            </a:r>
          </a:p>
          <a:p>
            <a:pPr lvl="0" algn="ctr">
              <a:defRPr/>
            </a:pPr>
            <a:r>
              <a:rPr lang="ru-RU" sz="3200" b="1" kern="0" dirty="0">
                <a:solidFill>
                  <a:srgbClr val="006EBE"/>
                </a:solidFill>
                <a:cs typeface="Arial"/>
              </a:rPr>
              <a:t>«Лучшая цифровая </a:t>
            </a:r>
            <a:br>
              <a:rPr lang="ru-RU" sz="3200" b="1" kern="0" dirty="0">
                <a:solidFill>
                  <a:srgbClr val="006EBE"/>
                </a:solidFill>
                <a:cs typeface="Arial"/>
              </a:rPr>
            </a:br>
            <a:r>
              <a:rPr lang="ru-RU" sz="3200" b="1" kern="0" dirty="0">
                <a:solidFill>
                  <a:srgbClr val="006EBE"/>
                </a:solidFill>
                <a:cs typeface="Arial"/>
              </a:rPr>
              <a:t>трансформация в организации»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0539B933-73BE-5222-2A08-76726B037884}"/>
              </a:ext>
            </a:extLst>
          </p:cNvPr>
          <p:cNvGrpSpPr/>
          <p:nvPr/>
        </p:nvGrpSpPr>
        <p:grpSpPr>
          <a:xfrm rot="669287">
            <a:off x="16608285" y="8672364"/>
            <a:ext cx="942177" cy="1000964"/>
            <a:chOff x="5056689" y="10041080"/>
            <a:chExt cx="1186866" cy="1260920"/>
          </a:xfrm>
        </p:grpSpPr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37741E36-1AD8-7782-DC25-09E06C02D147}"/>
                </a:ext>
              </a:extLst>
            </p:cNvPr>
            <p:cNvSpPr/>
            <p:nvPr/>
          </p:nvSpPr>
          <p:spPr>
            <a:xfrm>
              <a:off x="5220164" y="10041080"/>
              <a:ext cx="860678" cy="456628"/>
            </a:xfrm>
            <a:custGeom>
              <a:avLst/>
              <a:gdLst>
                <a:gd name="connsiteX0" fmla="*/ 430340 w 860678"/>
                <a:gd name="connsiteY0" fmla="*/ 0 h 456628"/>
                <a:gd name="connsiteX1" fmla="*/ 0 w 860678"/>
                <a:gd name="connsiteY1" fmla="*/ 0 h 456628"/>
                <a:gd name="connsiteX2" fmla="*/ 94107 w 860678"/>
                <a:gd name="connsiteY2" fmla="*/ 288798 h 456628"/>
                <a:gd name="connsiteX3" fmla="*/ 381667 w 860678"/>
                <a:gd name="connsiteY3" fmla="*/ 456629 h 456628"/>
                <a:gd name="connsiteX4" fmla="*/ 479012 w 860678"/>
                <a:gd name="connsiteY4" fmla="*/ 456629 h 456628"/>
                <a:gd name="connsiteX5" fmla="*/ 766572 w 860678"/>
                <a:gd name="connsiteY5" fmla="*/ 288798 h 456628"/>
                <a:gd name="connsiteX6" fmla="*/ 860679 w 860678"/>
                <a:gd name="connsiteY6" fmla="*/ 0 h 456628"/>
                <a:gd name="connsiteX7" fmla="*/ 430340 w 860678"/>
                <a:gd name="connsiteY7" fmla="*/ 0 h 456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60678" h="456628">
                  <a:moveTo>
                    <a:pt x="430340" y="0"/>
                  </a:moveTo>
                  <a:lnTo>
                    <a:pt x="0" y="0"/>
                  </a:lnTo>
                  <a:cubicBezTo>
                    <a:pt x="17050" y="122301"/>
                    <a:pt x="54388" y="217646"/>
                    <a:pt x="94107" y="288798"/>
                  </a:cubicBezTo>
                  <a:cubicBezTo>
                    <a:pt x="152210" y="392811"/>
                    <a:pt x="262604" y="456629"/>
                    <a:pt x="381667" y="456629"/>
                  </a:cubicBezTo>
                  <a:lnTo>
                    <a:pt x="479012" y="456629"/>
                  </a:lnTo>
                  <a:cubicBezTo>
                    <a:pt x="598075" y="456629"/>
                    <a:pt x="708470" y="392811"/>
                    <a:pt x="766572" y="288798"/>
                  </a:cubicBezTo>
                  <a:cubicBezTo>
                    <a:pt x="806291" y="217646"/>
                    <a:pt x="843629" y="122396"/>
                    <a:pt x="860679" y="0"/>
                  </a:cubicBezTo>
                  <a:lnTo>
                    <a:pt x="430340" y="0"/>
                  </a:lnTo>
                  <a:close/>
                </a:path>
              </a:pathLst>
            </a:custGeom>
            <a:noFill/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E5A6199A-3A05-0A51-82AD-EC555A10D265}"/>
                </a:ext>
              </a:extLst>
            </p:cNvPr>
            <p:cNvSpPr/>
            <p:nvPr/>
          </p:nvSpPr>
          <p:spPr>
            <a:xfrm>
              <a:off x="5557540" y="10497613"/>
              <a:ext cx="9525" cy="125349"/>
            </a:xfrm>
            <a:custGeom>
              <a:avLst/>
              <a:gdLst>
                <a:gd name="connsiteX0" fmla="*/ 0 w 9525"/>
                <a:gd name="connsiteY0" fmla="*/ 125349 h 125349"/>
                <a:gd name="connsiteX1" fmla="*/ 0 w 9525"/>
                <a:gd name="connsiteY1" fmla="*/ 0 h 125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25349">
                  <a:moveTo>
                    <a:pt x="0" y="125349"/>
                  </a:moveTo>
                  <a:lnTo>
                    <a:pt x="0" y="0"/>
                  </a:lnTo>
                </a:path>
              </a:pathLst>
            </a:custGeom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76630882-DECD-F5AD-50BD-49DEE087354E}"/>
                </a:ext>
              </a:extLst>
            </p:cNvPr>
            <p:cNvSpPr/>
            <p:nvPr/>
          </p:nvSpPr>
          <p:spPr>
            <a:xfrm>
              <a:off x="5743372" y="10497613"/>
              <a:ext cx="9525" cy="125349"/>
            </a:xfrm>
            <a:custGeom>
              <a:avLst/>
              <a:gdLst>
                <a:gd name="connsiteX0" fmla="*/ 0 w 9525"/>
                <a:gd name="connsiteY0" fmla="*/ 0 h 125349"/>
                <a:gd name="connsiteX1" fmla="*/ 0 w 9525"/>
                <a:gd name="connsiteY1" fmla="*/ 125349 h 125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25349">
                  <a:moveTo>
                    <a:pt x="0" y="0"/>
                  </a:moveTo>
                  <a:lnTo>
                    <a:pt x="0" y="125349"/>
                  </a:lnTo>
                </a:path>
              </a:pathLst>
            </a:custGeom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D1FFF4D7-1731-4D3E-6472-60BB2F2A37CD}"/>
                </a:ext>
              </a:extLst>
            </p:cNvPr>
            <p:cNvSpPr/>
            <p:nvPr/>
          </p:nvSpPr>
          <p:spPr>
            <a:xfrm>
              <a:off x="5953208" y="10121376"/>
              <a:ext cx="290347" cy="257365"/>
            </a:xfrm>
            <a:custGeom>
              <a:avLst/>
              <a:gdLst>
                <a:gd name="connsiteX0" fmla="*/ 113347 w 290347"/>
                <a:gd name="connsiteY0" fmla="*/ 0 h 257365"/>
                <a:gd name="connsiteX1" fmla="*/ 290227 w 290347"/>
                <a:gd name="connsiteY1" fmla="*/ 0 h 257365"/>
                <a:gd name="connsiteX2" fmla="*/ 0 w 290347"/>
                <a:gd name="connsiteY2" fmla="*/ 257366 h 257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0347" h="257365">
                  <a:moveTo>
                    <a:pt x="113347" y="0"/>
                  </a:moveTo>
                  <a:lnTo>
                    <a:pt x="290227" y="0"/>
                  </a:lnTo>
                  <a:cubicBezTo>
                    <a:pt x="290227" y="0"/>
                    <a:pt x="305276" y="235363"/>
                    <a:pt x="0" y="257366"/>
                  </a:cubicBezTo>
                </a:path>
              </a:pathLst>
            </a:custGeom>
            <a:noFill/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51B10BE6-35D9-BC10-F64B-E3D77F8D438B}"/>
                </a:ext>
              </a:extLst>
            </p:cNvPr>
            <p:cNvSpPr/>
            <p:nvPr/>
          </p:nvSpPr>
          <p:spPr>
            <a:xfrm>
              <a:off x="5056689" y="10121376"/>
              <a:ext cx="290443" cy="257270"/>
            </a:xfrm>
            <a:custGeom>
              <a:avLst/>
              <a:gdLst>
                <a:gd name="connsiteX0" fmla="*/ 177096 w 290443"/>
                <a:gd name="connsiteY0" fmla="*/ 0 h 257270"/>
                <a:gd name="connsiteX1" fmla="*/ 121 w 290443"/>
                <a:gd name="connsiteY1" fmla="*/ 0 h 257270"/>
                <a:gd name="connsiteX2" fmla="*/ 290443 w 290443"/>
                <a:gd name="connsiteY2" fmla="*/ 257270 h 257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0443" h="257270">
                  <a:moveTo>
                    <a:pt x="177096" y="0"/>
                  </a:moveTo>
                  <a:lnTo>
                    <a:pt x="121" y="0"/>
                  </a:lnTo>
                  <a:cubicBezTo>
                    <a:pt x="121" y="0"/>
                    <a:pt x="-14928" y="235363"/>
                    <a:pt x="290443" y="257270"/>
                  </a:cubicBezTo>
                </a:path>
              </a:pathLst>
            </a:custGeom>
            <a:noFill/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D50D8274-96FE-375D-448C-617C614E54D6}"/>
                </a:ext>
              </a:extLst>
            </p:cNvPr>
            <p:cNvSpPr/>
            <p:nvPr/>
          </p:nvSpPr>
          <p:spPr>
            <a:xfrm>
              <a:off x="5425480" y="11065780"/>
              <a:ext cx="449951" cy="236220"/>
            </a:xfrm>
            <a:custGeom>
              <a:avLst/>
              <a:gdLst>
                <a:gd name="connsiteX0" fmla="*/ 346086 w 449951"/>
                <a:gd name="connsiteY0" fmla="*/ 0 h 236220"/>
                <a:gd name="connsiteX1" fmla="*/ 448956 w 449951"/>
                <a:gd name="connsiteY1" fmla="*/ 236220 h 236220"/>
                <a:gd name="connsiteX2" fmla="*/ 995 w 449951"/>
                <a:gd name="connsiteY2" fmla="*/ 236220 h 236220"/>
                <a:gd name="connsiteX3" fmla="*/ 103865 w 449951"/>
                <a:gd name="connsiteY3" fmla="*/ 0 h 236220"/>
                <a:gd name="connsiteX4" fmla="*/ 346086 w 449951"/>
                <a:gd name="connsiteY4" fmla="*/ 0 h 236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951" h="236220">
                  <a:moveTo>
                    <a:pt x="346086" y="0"/>
                  </a:moveTo>
                  <a:cubicBezTo>
                    <a:pt x="467339" y="77915"/>
                    <a:pt x="448956" y="236220"/>
                    <a:pt x="448956" y="236220"/>
                  </a:cubicBezTo>
                  <a:lnTo>
                    <a:pt x="995" y="236220"/>
                  </a:lnTo>
                  <a:cubicBezTo>
                    <a:pt x="995" y="236220"/>
                    <a:pt x="-17388" y="77915"/>
                    <a:pt x="103865" y="0"/>
                  </a:cubicBezTo>
                  <a:lnTo>
                    <a:pt x="346086" y="0"/>
                  </a:lnTo>
                  <a:close/>
                </a:path>
              </a:pathLst>
            </a:custGeom>
            <a:noFill/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ABF5336A-FFC7-8D9C-0416-88F44DA1D59F}"/>
                </a:ext>
              </a:extLst>
            </p:cNvPr>
            <p:cNvSpPr/>
            <p:nvPr/>
          </p:nvSpPr>
          <p:spPr>
            <a:xfrm>
              <a:off x="5516487" y="10717165"/>
              <a:ext cx="40705" cy="348614"/>
            </a:xfrm>
            <a:custGeom>
              <a:avLst/>
              <a:gdLst>
                <a:gd name="connsiteX0" fmla="*/ 0 w 40705"/>
                <a:gd name="connsiteY0" fmla="*/ 0 h 348614"/>
                <a:gd name="connsiteX1" fmla="*/ 12859 w 40705"/>
                <a:gd name="connsiteY1" fmla="*/ 348615 h 348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705" h="348614">
                  <a:moveTo>
                    <a:pt x="0" y="0"/>
                  </a:moveTo>
                  <a:cubicBezTo>
                    <a:pt x="0" y="0"/>
                    <a:pt x="82296" y="154591"/>
                    <a:pt x="12859" y="348615"/>
                  </a:cubicBezTo>
                </a:path>
              </a:pathLst>
            </a:custGeom>
            <a:noFill/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A1C52F22-6DAC-FDFE-E822-F55FB9737388}"/>
                </a:ext>
              </a:extLst>
            </p:cNvPr>
            <p:cNvSpPr/>
            <p:nvPr/>
          </p:nvSpPr>
          <p:spPr>
            <a:xfrm>
              <a:off x="5739147" y="10717165"/>
              <a:ext cx="40705" cy="348614"/>
            </a:xfrm>
            <a:custGeom>
              <a:avLst/>
              <a:gdLst>
                <a:gd name="connsiteX0" fmla="*/ 40706 w 40705"/>
                <a:gd name="connsiteY0" fmla="*/ 0 h 348614"/>
                <a:gd name="connsiteX1" fmla="*/ 27847 w 40705"/>
                <a:gd name="connsiteY1" fmla="*/ 348615 h 348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705" h="348614">
                  <a:moveTo>
                    <a:pt x="40706" y="0"/>
                  </a:moveTo>
                  <a:cubicBezTo>
                    <a:pt x="40706" y="0"/>
                    <a:pt x="-41590" y="154591"/>
                    <a:pt x="27847" y="348615"/>
                  </a:cubicBezTo>
                </a:path>
              </a:pathLst>
            </a:custGeom>
            <a:noFill/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F04CFC3B-20EC-59E0-F069-BB805033EBCE}"/>
                </a:ext>
              </a:extLst>
            </p:cNvPr>
            <p:cNvSpPr/>
            <p:nvPr/>
          </p:nvSpPr>
          <p:spPr>
            <a:xfrm>
              <a:off x="5445335" y="10632392"/>
              <a:ext cx="410336" cy="84772"/>
            </a:xfrm>
            <a:custGeom>
              <a:avLst/>
              <a:gdLst>
                <a:gd name="connsiteX0" fmla="*/ 367951 w 410336"/>
                <a:gd name="connsiteY0" fmla="*/ 84773 h 84772"/>
                <a:gd name="connsiteX1" fmla="*/ 42386 w 410336"/>
                <a:gd name="connsiteY1" fmla="*/ 84773 h 84772"/>
                <a:gd name="connsiteX2" fmla="*/ 0 w 410336"/>
                <a:gd name="connsiteY2" fmla="*/ 42386 h 84772"/>
                <a:gd name="connsiteX3" fmla="*/ 0 w 410336"/>
                <a:gd name="connsiteY3" fmla="*/ 42386 h 84772"/>
                <a:gd name="connsiteX4" fmla="*/ 42386 w 410336"/>
                <a:gd name="connsiteY4" fmla="*/ 0 h 84772"/>
                <a:gd name="connsiteX5" fmla="*/ 367951 w 410336"/>
                <a:gd name="connsiteY5" fmla="*/ 0 h 84772"/>
                <a:gd name="connsiteX6" fmla="*/ 410337 w 410336"/>
                <a:gd name="connsiteY6" fmla="*/ 42386 h 84772"/>
                <a:gd name="connsiteX7" fmla="*/ 410337 w 410336"/>
                <a:gd name="connsiteY7" fmla="*/ 42386 h 84772"/>
                <a:gd name="connsiteX8" fmla="*/ 367951 w 410336"/>
                <a:gd name="connsiteY8" fmla="*/ 84773 h 8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0336" h="84772">
                  <a:moveTo>
                    <a:pt x="367951" y="84773"/>
                  </a:moveTo>
                  <a:lnTo>
                    <a:pt x="42386" y="84773"/>
                  </a:lnTo>
                  <a:cubicBezTo>
                    <a:pt x="18955" y="84773"/>
                    <a:pt x="0" y="65818"/>
                    <a:pt x="0" y="42386"/>
                  </a:cubicBezTo>
                  <a:lnTo>
                    <a:pt x="0" y="42386"/>
                  </a:lnTo>
                  <a:cubicBezTo>
                    <a:pt x="0" y="18955"/>
                    <a:pt x="18955" y="0"/>
                    <a:pt x="42386" y="0"/>
                  </a:cubicBezTo>
                  <a:lnTo>
                    <a:pt x="367951" y="0"/>
                  </a:lnTo>
                  <a:cubicBezTo>
                    <a:pt x="391382" y="0"/>
                    <a:pt x="410337" y="18955"/>
                    <a:pt x="410337" y="42386"/>
                  </a:cubicBezTo>
                  <a:lnTo>
                    <a:pt x="410337" y="42386"/>
                  </a:lnTo>
                  <a:cubicBezTo>
                    <a:pt x="410337" y="65818"/>
                    <a:pt x="391382" y="84773"/>
                    <a:pt x="367951" y="84773"/>
                  </a:cubicBezTo>
                  <a:close/>
                </a:path>
              </a:pathLst>
            </a:custGeom>
            <a:noFill/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935840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9D4F-7F75-3623-A9F9-AE38D97B9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36135A21-6773-3E06-DB90-B4415000ABA1}"/>
              </a:ext>
            </a:extLst>
          </p:cNvPr>
          <p:cNvGrpSpPr/>
          <p:nvPr/>
        </p:nvGrpSpPr>
        <p:grpSpPr>
          <a:xfrm rot="10800000">
            <a:off x="-1346418" y="-879036"/>
            <a:ext cx="16862414" cy="11890837"/>
            <a:chOff x="343559" y="871607"/>
            <a:chExt cx="16862414" cy="11890837"/>
          </a:xfrm>
        </p:grpSpPr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4A6550BC-EE77-F350-22C9-4BD39BE1336B}"/>
                </a:ext>
              </a:extLst>
            </p:cNvPr>
            <p:cNvSpPr/>
            <p:nvPr/>
          </p:nvSpPr>
          <p:spPr>
            <a:xfrm rot="14883854">
              <a:off x="9476885" y="8879835"/>
              <a:ext cx="3765739" cy="3765739"/>
            </a:xfrm>
            <a:prstGeom prst="ellipse">
              <a:avLst/>
            </a:prstGeom>
            <a:solidFill>
              <a:srgbClr val="E6F1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8182A175-7130-609C-5BE2-250470B48E77}"/>
                </a:ext>
              </a:extLst>
            </p:cNvPr>
            <p:cNvSpPr/>
            <p:nvPr/>
          </p:nvSpPr>
          <p:spPr>
            <a:xfrm rot="14883854">
              <a:off x="3145742" y="871607"/>
              <a:ext cx="5934339" cy="5934339"/>
            </a:xfrm>
            <a:prstGeom prst="ellipse">
              <a:avLst/>
            </a:prstGeom>
            <a:solidFill>
              <a:srgbClr val="D6E8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38957853-9855-35FA-5401-D7649F70296C}"/>
                </a:ext>
              </a:extLst>
            </p:cNvPr>
            <p:cNvSpPr/>
            <p:nvPr/>
          </p:nvSpPr>
          <p:spPr>
            <a:xfrm rot="14883854">
              <a:off x="5867326" y="7515609"/>
              <a:ext cx="2581672" cy="2581673"/>
            </a:xfrm>
            <a:prstGeom prst="ellipse">
              <a:avLst/>
            </a:prstGeom>
            <a:solidFill>
              <a:srgbClr val="E6F1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BCA16324-529D-EB98-0117-683FDBE79BE4}"/>
                </a:ext>
              </a:extLst>
            </p:cNvPr>
            <p:cNvSpPr/>
            <p:nvPr/>
          </p:nvSpPr>
          <p:spPr>
            <a:xfrm rot="14883854">
              <a:off x="343559" y="10426049"/>
              <a:ext cx="371336" cy="371336"/>
            </a:xfrm>
            <a:prstGeom prst="ellipse">
              <a:avLst/>
            </a:prstGeom>
            <a:solidFill>
              <a:srgbClr val="B4D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E80FD5CE-889E-A8E4-CC96-59A3FC7EB779}"/>
                </a:ext>
              </a:extLst>
            </p:cNvPr>
            <p:cNvSpPr/>
            <p:nvPr/>
          </p:nvSpPr>
          <p:spPr>
            <a:xfrm rot="14883854">
              <a:off x="1500658" y="2177794"/>
              <a:ext cx="1297652" cy="1297652"/>
            </a:xfrm>
            <a:prstGeom prst="ellipse">
              <a:avLst/>
            </a:prstGeom>
            <a:solidFill>
              <a:srgbClr val="E6F1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4A7AD725-BF8F-BEB1-86F9-AFBEA5FFF451}"/>
                </a:ext>
              </a:extLst>
            </p:cNvPr>
            <p:cNvSpPr/>
            <p:nvPr/>
          </p:nvSpPr>
          <p:spPr>
            <a:xfrm rot="14883854">
              <a:off x="10391721" y="5948192"/>
              <a:ext cx="6814252" cy="6814252"/>
            </a:xfrm>
            <a:prstGeom prst="ellipse">
              <a:avLst/>
            </a:prstGeom>
            <a:solidFill>
              <a:srgbClr val="B4D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</p:grp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9FF64CC-45ED-63F9-590C-AA0C4FDF6E11}"/>
              </a:ext>
            </a:extLst>
          </p:cNvPr>
          <p:cNvSpPr/>
          <p:nvPr/>
        </p:nvSpPr>
        <p:spPr>
          <a:xfrm>
            <a:off x="6870700" y="3949748"/>
            <a:ext cx="10915650" cy="3273028"/>
          </a:xfrm>
          <a:prstGeom prst="roundRect">
            <a:avLst>
              <a:gd name="adj" fmla="val 17021"/>
            </a:avLst>
          </a:prstGeom>
          <a:solidFill>
            <a:schemeClr val="bg1"/>
          </a:solidFill>
          <a:ln w="50800" cap="sq">
            <a:solidFill>
              <a:srgbClr val="5BAFE3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80000" tIns="0" rtlCol="0" anchor="ctr" anchorCtr="0"/>
          <a:lstStyle/>
          <a:p>
            <a:pPr lvl="0" algn="ctr">
              <a:defRPr/>
            </a:pPr>
            <a:endParaRPr lang="ru-RU" sz="3200" kern="0" dirty="0">
              <a:cs typeface="Aria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AFE81A9-EAA7-2080-17A6-FF0C22334661}"/>
              </a:ext>
            </a:extLst>
          </p:cNvPr>
          <p:cNvSpPr txBox="1"/>
          <p:nvPr/>
        </p:nvSpPr>
        <p:spPr>
          <a:xfrm>
            <a:off x="8942242" y="2322096"/>
            <a:ext cx="9209025" cy="47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600" b="1" kern="0" dirty="0">
                <a:solidFill>
                  <a:srgbClr val="006EBE"/>
                </a:solidFill>
                <a:latin typeface="Arial"/>
                <a:cs typeface="Arial"/>
              </a:rPr>
              <a:t>Победа в специальной номинации </a:t>
            </a:r>
            <a:r>
              <a:rPr lang="ru-RU" sz="4600" b="1" kern="0" noProof="0" dirty="0">
                <a:solidFill>
                  <a:srgbClr val="006EBE"/>
                </a:solidFill>
                <a:latin typeface="Arial"/>
                <a:cs typeface="Arial"/>
              </a:rPr>
              <a:t>от </a:t>
            </a:r>
            <a:r>
              <a:rPr lang="en-US" sz="4600" b="1" kern="0" noProof="0" dirty="0">
                <a:solidFill>
                  <a:srgbClr val="006EBE"/>
                </a:solidFill>
                <a:latin typeface="Arial"/>
                <a:cs typeface="Arial"/>
              </a:rPr>
              <a:t>hh.ru</a:t>
            </a:r>
            <a:endParaRPr lang="ru-RU" sz="4600" b="1" kern="0" noProof="0" dirty="0">
              <a:solidFill>
                <a:srgbClr val="006EBE"/>
              </a:solidFill>
              <a:latin typeface="Arial"/>
              <a:cs typeface="Arial"/>
            </a:endParaRPr>
          </a:p>
          <a:p>
            <a:pPr lvl="0" algn="ctr">
              <a:spcBef>
                <a:spcPts val="3000"/>
              </a:spcBef>
              <a:defRPr/>
            </a:pPr>
            <a:r>
              <a:rPr lang="ru-RU" sz="4600" b="1" kern="0" dirty="0">
                <a:solidFill>
                  <a:srgbClr val="006EBE"/>
                </a:solidFill>
                <a:latin typeface="Arial"/>
                <a:cs typeface="Arial"/>
              </a:rPr>
              <a:t>«</a:t>
            </a:r>
            <a:r>
              <a:rPr lang="ru-RU" sz="4600" b="1" kern="0" dirty="0">
                <a:solidFill>
                  <a:srgbClr val="006EBE"/>
                </a:solidFill>
                <a:cs typeface="Arial"/>
              </a:rPr>
              <a:t>ИТ и цифровизация </a:t>
            </a:r>
            <a:br>
              <a:rPr lang="ru-RU" sz="4600" b="1" kern="0" dirty="0">
                <a:solidFill>
                  <a:srgbClr val="006EBE"/>
                </a:solidFill>
                <a:cs typeface="Arial"/>
              </a:rPr>
            </a:br>
            <a:r>
              <a:rPr lang="ru-RU" sz="4600" b="1" kern="0" dirty="0">
                <a:solidFill>
                  <a:srgbClr val="006EBE"/>
                </a:solidFill>
                <a:cs typeface="Arial"/>
              </a:rPr>
              <a:t>для развития </a:t>
            </a:r>
            <a:br>
              <a:rPr lang="ru-RU" sz="4600" b="1" kern="0" dirty="0">
                <a:solidFill>
                  <a:srgbClr val="006EBE"/>
                </a:solidFill>
                <a:cs typeface="Arial"/>
              </a:rPr>
            </a:br>
            <a:r>
              <a:rPr lang="ru-RU" sz="4600" b="1" kern="0" dirty="0">
                <a:solidFill>
                  <a:srgbClr val="006EBE"/>
                </a:solidFill>
                <a:cs typeface="Arial"/>
              </a:rPr>
              <a:t>человеческого </a:t>
            </a:r>
            <a:br>
              <a:rPr lang="ru-RU" sz="4600" b="1" kern="0" dirty="0">
                <a:solidFill>
                  <a:srgbClr val="006EBE"/>
                </a:solidFill>
                <a:cs typeface="Arial"/>
              </a:rPr>
            </a:br>
            <a:r>
              <a:rPr lang="ru-RU" sz="4600" b="1" kern="0" dirty="0">
                <a:solidFill>
                  <a:srgbClr val="006EBE"/>
                </a:solidFill>
                <a:latin typeface="Arial"/>
                <a:cs typeface="Arial"/>
              </a:rPr>
              <a:t>капитала»</a:t>
            </a:r>
            <a:endParaRPr kumimoji="0" lang="ru-RU" sz="4600" b="1" i="0" u="none" strike="noStrike" kern="0" cap="none" spc="0" normalizeH="0" baseline="0" noProof="0" dirty="0">
              <a:ln>
                <a:noFill/>
              </a:ln>
              <a:solidFill>
                <a:srgbClr val="006EB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50312B-A82D-5C1C-305F-779B40FBF5D4}"/>
              </a:ext>
            </a:extLst>
          </p:cNvPr>
          <p:cNvSpPr txBox="1"/>
          <p:nvPr/>
        </p:nvSpPr>
        <p:spPr>
          <a:xfrm>
            <a:off x="624114" y="88290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noProof="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0422B5-09EE-9081-77C7-6A2E9656D6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" r="932" b="790"/>
          <a:stretch>
            <a:fillRect/>
          </a:stretch>
        </p:blipFill>
        <p:spPr>
          <a:xfrm>
            <a:off x="499932" y="851588"/>
            <a:ext cx="7897587" cy="8791246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14E8CDF9-FF40-94F1-357B-8E46F7521998}"/>
              </a:ext>
            </a:extLst>
          </p:cNvPr>
          <p:cNvGrpSpPr/>
          <p:nvPr/>
        </p:nvGrpSpPr>
        <p:grpSpPr>
          <a:xfrm rot="20747078">
            <a:off x="8789813" y="1900856"/>
            <a:ext cx="1198884" cy="1273688"/>
            <a:chOff x="5056689" y="10041080"/>
            <a:chExt cx="1186866" cy="1260920"/>
          </a:xfrm>
        </p:grpSpPr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C5637A99-4C61-64D2-DB7E-5A553C0FBE19}"/>
                </a:ext>
              </a:extLst>
            </p:cNvPr>
            <p:cNvSpPr/>
            <p:nvPr/>
          </p:nvSpPr>
          <p:spPr>
            <a:xfrm>
              <a:off x="5220164" y="10041080"/>
              <a:ext cx="860678" cy="456628"/>
            </a:xfrm>
            <a:custGeom>
              <a:avLst/>
              <a:gdLst>
                <a:gd name="connsiteX0" fmla="*/ 430340 w 860678"/>
                <a:gd name="connsiteY0" fmla="*/ 0 h 456628"/>
                <a:gd name="connsiteX1" fmla="*/ 0 w 860678"/>
                <a:gd name="connsiteY1" fmla="*/ 0 h 456628"/>
                <a:gd name="connsiteX2" fmla="*/ 94107 w 860678"/>
                <a:gd name="connsiteY2" fmla="*/ 288798 h 456628"/>
                <a:gd name="connsiteX3" fmla="*/ 381667 w 860678"/>
                <a:gd name="connsiteY3" fmla="*/ 456629 h 456628"/>
                <a:gd name="connsiteX4" fmla="*/ 479012 w 860678"/>
                <a:gd name="connsiteY4" fmla="*/ 456629 h 456628"/>
                <a:gd name="connsiteX5" fmla="*/ 766572 w 860678"/>
                <a:gd name="connsiteY5" fmla="*/ 288798 h 456628"/>
                <a:gd name="connsiteX6" fmla="*/ 860679 w 860678"/>
                <a:gd name="connsiteY6" fmla="*/ 0 h 456628"/>
                <a:gd name="connsiteX7" fmla="*/ 430340 w 860678"/>
                <a:gd name="connsiteY7" fmla="*/ 0 h 456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60678" h="456628">
                  <a:moveTo>
                    <a:pt x="430340" y="0"/>
                  </a:moveTo>
                  <a:lnTo>
                    <a:pt x="0" y="0"/>
                  </a:lnTo>
                  <a:cubicBezTo>
                    <a:pt x="17050" y="122301"/>
                    <a:pt x="54388" y="217646"/>
                    <a:pt x="94107" y="288798"/>
                  </a:cubicBezTo>
                  <a:cubicBezTo>
                    <a:pt x="152210" y="392811"/>
                    <a:pt x="262604" y="456629"/>
                    <a:pt x="381667" y="456629"/>
                  </a:cubicBezTo>
                  <a:lnTo>
                    <a:pt x="479012" y="456629"/>
                  </a:lnTo>
                  <a:cubicBezTo>
                    <a:pt x="598075" y="456629"/>
                    <a:pt x="708470" y="392811"/>
                    <a:pt x="766572" y="288798"/>
                  </a:cubicBezTo>
                  <a:cubicBezTo>
                    <a:pt x="806291" y="217646"/>
                    <a:pt x="843629" y="122396"/>
                    <a:pt x="860679" y="0"/>
                  </a:cubicBezTo>
                  <a:lnTo>
                    <a:pt x="430340" y="0"/>
                  </a:lnTo>
                  <a:close/>
                </a:path>
              </a:pathLst>
            </a:custGeom>
            <a:noFill/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C68F5CCA-A876-B817-EB3C-4CD7CC61EF97}"/>
                </a:ext>
              </a:extLst>
            </p:cNvPr>
            <p:cNvSpPr/>
            <p:nvPr/>
          </p:nvSpPr>
          <p:spPr>
            <a:xfrm>
              <a:off x="5557540" y="10497613"/>
              <a:ext cx="9525" cy="125349"/>
            </a:xfrm>
            <a:custGeom>
              <a:avLst/>
              <a:gdLst>
                <a:gd name="connsiteX0" fmla="*/ 0 w 9525"/>
                <a:gd name="connsiteY0" fmla="*/ 125349 h 125349"/>
                <a:gd name="connsiteX1" fmla="*/ 0 w 9525"/>
                <a:gd name="connsiteY1" fmla="*/ 0 h 125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25349">
                  <a:moveTo>
                    <a:pt x="0" y="125349"/>
                  </a:moveTo>
                  <a:lnTo>
                    <a:pt x="0" y="0"/>
                  </a:lnTo>
                </a:path>
              </a:pathLst>
            </a:custGeom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5460E1CA-5AC8-4B2B-A8DD-399D9CBAC676}"/>
                </a:ext>
              </a:extLst>
            </p:cNvPr>
            <p:cNvSpPr/>
            <p:nvPr/>
          </p:nvSpPr>
          <p:spPr>
            <a:xfrm>
              <a:off x="5743372" y="10497613"/>
              <a:ext cx="9525" cy="125349"/>
            </a:xfrm>
            <a:custGeom>
              <a:avLst/>
              <a:gdLst>
                <a:gd name="connsiteX0" fmla="*/ 0 w 9525"/>
                <a:gd name="connsiteY0" fmla="*/ 0 h 125349"/>
                <a:gd name="connsiteX1" fmla="*/ 0 w 9525"/>
                <a:gd name="connsiteY1" fmla="*/ 125349 h 125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25349">
                  <a:moveTo>
                    <a:pt x="0" y="0"/>
                  </a:moveTo>
                  <a:lnTo>
                    <a:pt x="0" y="125349"/>
                  </a:lnTo>
                </a:path>
              </a:pathLst>
            </a:custGeom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46C8ABDC-A474-942E-48D5-B792634A17F2}"/>
                </a:ext>
              </a:extLst>
            </p:cNvPr>
            <p:cNvSpPr/>
            <p:nvPr/>
          </p:nvSpPr>
          <p:spPr>
            <a:xfrm>
              <a:off x="5953208" y="10121376"/>
              <a:ext cx="290347" cy="257365"/>
            </a:xfrm>
            <a:custGeom>
              <a:avLst/>
              <a:gdLst>
                <a:gd name="connsiteX0" fmla="*/ 113347 w 290347"/>
                <a:gd name="connsiteY0" fmla="*/ 0 h 257365"/>
                <a:gd name="connsiteX1" fmla="*/ 290227 w 290347"/>
                <a:gd name="connsiteY1" fmla="*/ 0 h 257365"/>
                <a:gd name="connsiteX2" fmla="*/ 0 w 290347"/>
                <a:gd name="connsiteY2" fmla="*/ 257366 h 257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0347" h="257365">
                  <a:moveTo>
                    <a:pt x="113347" y="0"/>
                  </a:moveTo>
                  <a:lnTo>
                    <a:pt x="290227" y="0"/>
                  </a:lnTo>
                  <a:cubicBezTo>
                    <a:pt x="290227" y="0"/>
                    <a:pt x="305276" y="235363"/>
                    <a:pt x="0" y="257366"/>
                  </a:cubicBezTo>
                </a:path>
              </a:pathLst>
            </a:custGeom>
            <a:noFill/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1D838BA7-27C0-2254-A73A-94B4734FB07D}"/>
                </a:ext>
              </a:extLst>
            </p:cNvPr>
            <p:cNvSpPr/>
            <p:nvPr/>
          </p:nvSpPr>
          <p:spPr>
            <a:xfrm>
              <a:off x="5056689" y="10121376"/>
              <a:ext cx="290443" cy="257270"/>
            </a:xfrm>
            <a:custGeom>
              <a:avLst/>
              <a:gdLst>
                <a:gd name="connsiteX0" fmla="*/ 177096 w 290443"/>
                <a:gd name="connsiteY0" fmla="*/ 0 h 257270"/>
                <a:gd name="connsiteX1" fmla="*/ 121 w 290443"/>
                <a:gd name="connsiteY1" fmla="*/ 0 h 257270"/>
                <a:gd name="connsiteX2" fmla="*/ 290443 w 290443"/>
                <a:gd name="connsiteY2" fmla="*/ 257270 h 257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0443" h="257270">
                  <a:moveTo>
                    <a:pt x="177096" y="0"/>
                  </a:moveTo>
                  <a:lnTo>
                    <a:pt x="121" y="0"/>
                  </a:lnTo>
                  <a:cubicBezTo>
                    <a:pt x="121" y="0"/>
                    <a:pt x="-14928" y="235363"/>
                    <a:pt x="290443" y="257270"/>
                  </a:cubicBezTo>
                </a:path>
              </a:pathLst>
            </a:custGeom>
            <a:noFill/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FCB83077-F8A3-E3C5-3F85-0866885B99A4}"/>
                </a:ext>
              </a:extLst>
            </p:cNvPr>
            <p:cNvSpPr/>
            <p:nvPr/>
          </p:nvSpPr>
          <p:spPr>
            <a:xfrm>
              <a:off x="5425480" y="11065780"/>
              <a:ext cx="449951" cy="236220"/>
            </a:xfrm>
            <a:custGeom>
              <a:avLst/>
              <a:gdLst>
                <a:gd name="connsiteX0" fmla="*/ 346086 w 449951"/>
                <a:gd name="connsiteY0" fmla="*/ 0 h 236220"/>
                <a:gd name="connsiteX1" fmla="*/ 448956 w 449951"/>
                <a:gd name="connsiteY1" fmla="*/ 236220 h 236220"/>
                <a:gd name="connsiteX2" fmla="*/ 995 w 449951"/>
                <a:gd name="connsiteY2" fmla="*/ 236220 h 236220"/>
                <a:gd name="connsiteX3" fmla="*/ 103865 w 449951"/>
                <a:gd name="connsiteY3" fmla="*/ 0 h 236220"/>
                <a:gd name="connsiteX4" fmla="*/ 346086 w 449951"/>
                <a:gd name="connsiteY4" fmla="*/ 0 h 236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951" h="236220">
                  <a:moveTo>
                    <a:pt x="346086" y="0"/>
                  </a:moveTo>
                  <a:cubicBezTo>
                    <a:pt x="467339" y="77915"/>
                    <a:pt x="448956" y="236220"/>
                    <a:pt x="448956" y="236220"/>
                  </a:cubicBezTo>
                  <a:lnTo>
                    <a:pt x="995" y="236220"/>
                  </a:lnTo>
                  <a:cubicBezTo>
                    <a:pt x="995" y="236220"/>
                    <a:pt x="-17388" y="77915"/>
                    <a:pt x="103865" y="0"/>
                  </a:cubicBezTo>
                  <a:lnTo>
                    <a:pt x="346086" y="0"/>
                  </a:lnTo>
                  <a:close/>
                </a:path>
              </a:pathLst>
            </a:custGeom>
            <a:noFill/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A55F64AC-9048-2E21-0637-11989BEE9666}"/>
                </a:ext>
              </a:extLst>
            </p:cNvPr>
            <p:cNvSpPr/>
            <p:nvPr/>
          </p:nvSpPr>
          <p:spPr>
            <a:xfrm>
              <a:off x="5516487" y="10717165"/>
              <a:ext cx="40705" cy="348614"/>
            </a:xfrm>
            <a:custGeom>
              <a:avLst/>
              <a:gdLst>
                <a:gd name="connsiteX0" fmla="*/ 0 w 40705"/>
                <a:gd name="connsiteY0" fmla="*/ 0 h 348614"/>
                <a:gd name="connsiteX1" fmla="*/ 12859 w 40705"/>
                <a:gd name="connsiteY1" fmla="*/ 348615 h 348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705" h="348614">
                  <a:moveTo>
                    <a:pt x="0" y="0"/>
                  </a:moveTo>
                  <a:cubicBezTo>
                    <a:pt x="0" y="0"/>
                    <a:pt x="82296" y="154591"/>
                    <a:pt x="12859" y="348615"/>
                  </a:cubicBezTo>
                </a:path>
              </a:pathLst>
            </a:custGeom>
            <a:noFill/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29ADA5DE-F432-FEFC-CB61-470937E63615}"/>
                </a:ext>
              </a:extLst>
            </p:cNvPr>
            <p:cNvSpPr/>
            <p:nvPr/>
          </p:nvSpPr>
          <p:spPr>
            <a:xfrm>
              <a:off x="5739147" y="10717165"/>
              <a:ext cx="40705" cy="348614"/>
            </a:xfrm>
            <a:custGeom>
              <a:avLst/>
              <a:gdLst>
                <a:gd name="connsiteX0" fmla="*/ 40706 w 40705"/>
                <a:gd name="connsiteY0" fmla="*/ 0 h 348614"/>
                <a:gd name="connsiteX1" fmla="*/ 27847 w 40705"/>
                <a:gd name="connsiteY1" fmla="*/ 348615 h 348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705" h="348614">
                  <a:moveTo>
                    <a:pt x="40706" y="0"/>
                  </a:moveTo>
                  <a:cubicBezTo>
                    <a:pt x="40706" y="0"/>
                    <a:pt x="-41590" y="154591"/>
                    <a:pt x="27847" y="348615"/>
                  </a:cubicBezTo>
                </a:path>
              </a:pathLst>
            </a:custGeom>
            <a:noFill/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011E43A9-0EF7-F618-76F3-B8813CB9265E}"/>
                </a:ext>
              </a:extLst>
            </p:cNvPr>
            <p:cNvSpPr/>
            <p:nvPr/>
          </p:nvSpPr>
          <p:spPr>
            <a:xfrm>
              <a:off x="5445335" y="10632392"/>
              <a:ext cx="410336" cy="84772"/>
            </a:xfrm>
            <a:custGeom>
              <a:avLst/>
              <a:gdLst>
                <a:gd name="connsiteX0" fmla="*/ 367951 w 410336"/>
                <a:gd name="connsiteY0" fmla="*/ 84773 h 84772"/>
                <a:gd name="connsiteX1" fmla="*/ 42386 w 410336"/>
                <a:gd name="connsiteY1" fmla="*/ 84773 h 84772"/>
                <a:gd name="connsiteX2" fmla="*/ 0 w 410336"/>
                <a:gd name="connsiteY2" fmla="*/ 42386 h 84772"/>
                <a:gd name="connsiteX3" fmla="*/ 0 w 410336"/>
                <a:gd name="connsiteY3" fmla="*/ 42386 h 84772"/>
                <a:gd name="connsiteX4" fmla="*/ 42386 w 410336"/>
                <a:gd name="connsiteY4" fmla="*/ 0 h 84772"/>
                <a:gd name="connsiteX5" fmla="*/ 367951 w 410336"/>
                <a:gd name="connsiteY5" fmla="*/ 0 h 84772"/>
                <a:gd name="connsiteX6" fmla="*/ 410337 w 410336"/>
                <a:gd name="connsiteY6" fmla="*/ 42386 h 84772"/>
                <a:gd name="connsiteX7" fmla="*/ 410337 w 410336"/>
                <a:gd name="connsiteY7" fmla="*/ 42386 h 84772"/>
                <a:gd name="connsiteX8" fmla="*/ 367951 w 410336"/>
                <a:gd name="connsiteY8" fmla="*/ 84773 h 8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0336" h="84772">
                  <a:moveTo>
                    <a:pt x="367951" y="84773"/>
                  </a:moveTo>
                  <a:lnTo>
                    <a:pt x="42386" y="84773"/>
                  </a:lnTo>
                  <a:cubicBezTo>
                    <a:pt x="18955" y="84773"/>
                    <a:pt x="0" y="65818"/>
                    <a:pt x="0" y="42386"/>
                  </a:cubicBezTo>
                  <a:lnTo>
                    <a:pt x="0" y="42386"/>
                  </a:lnTo>
                  <a:cubicBezTo>
                    <a:pt x="0" y="18955"/>
                    <a:pt x="18955" y="0"/>
                    <a:pt x="42386" y="0"/>
                  </a:cubicBezTo>
                  <a:lnTo>
                    <a:pt x="367951" y="0"/>
                  </a:lnTo>
                  <a:cubicBezTo>
                    <a:pt x="391382" y="0"/>
                    <a:pt x="410337" y="18955"/>
                    <a:pt x="410337" y="42386"/>
                  </a:cubicBezTo>
                  <a:lnTo>
                    <a:pt x="410337" y="42386"/>
                  </a:lnTo>
                  <a:cubicBezTo>
                    <a:pt x="410337" y="65818"/>
                    <a:pt x="391382" y="84773"/>
                    <a:pt x="367951" y="84773"/>
                  </a:cubicBezTo>
                  <a:close/>
                </a:path>
              </a:pathLst>
            </a:custGeom>
            <a:noFill/>
            <a:ln w="28575" cap="rnd">
              <a:solidFill>
                <a:srgbClr val="5BA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0A1F5FA4-5FC0-33AE-B4A7-F0C9BBE82C5F}"/>
              </a:ext>
            </a:extLst>
          </p:cNvPr>
          <p:cNvGrpSpPr/>
          <p:nvPr/>
        </p:nvGrpSpPr>
        <p:grpSpPr>
          <a:xfrm>
            <a:off x="15914391" y="6036027"/>
            <a:ext cx="1475420" cy="2814401"/>
            <a:chOff x="16117460" y="5800436"/>
            <a:chExt cx="1205675" cy="229985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90464185-976C-2BB4-E18D-0B19431C04A3}"/>
                </a:ext>
              </a:extLst>
            </p:cNvPr>
            <p:cNvSpPr/>
            <p:nvPr/>
          </p:nvSpPr>
          <p:spPr>
            <a:xfrm>
              <a:off x="16117460" y="5800436"/>
              <a:ext cx="1205675" cy="22998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" name="Рисунок 5" descr="Изображение выглядит как Графика, снимок экрана, графический дизайн, дизайн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031734B2-9AE5-80DA-1CF2-256EE8FD7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176464" y="6051315"/>
              <a:ext cx="1087655" cy="18857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93509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A031E2CE-5AFA-B51E-1FE5-0063A75161EE}"/>
              </a:ext>
            </a:extLst>
          </p:cNvPr>
          <p:cNvGrpSpPr/>
          <p:nvPr/>
        </p:nvGrpSpPr>
        <p:grpSpPr>
          <a:xfrm>
            <a:off x="-1006559" y="199828"/>
            <a:ext cx="19663335" cy="10581461"/>
            <a:chOff x="-977984" y="194837"/>
            <a:chExt cx="19663335" cy="10581461"/>
          </a:xfrm>
        </p:grpSpPr>
        <p:sp>
          <p:nvSpPr>
            <p:cNvPr id="3" name="Овал 2">
              <a:extLst>
                <a:ext uri="{FF2B5EF4-FFF2-40B4-BE49-F238E27FC236}">
                  <a16:creationId xmlns:a16="http://schemas.microsoft.com/office/drawing/2014/main" id="{7250C617-654A-AE8E-2610-6F7FB8E0433C}"/>
                </a:ext>
              </a:extLst>
            </p:cNvPr>
            <p:cNvSpPr/>
            <p:nvPr/>
          </p:nvSpPr>
          <p:spPr>
            <a:xfrm rot="14883854">
              <a:off x="-977984" y="2440125"/>
              <a:ext cx="4154677" cy="4154677"/>
            </a:xfrm>
            <a:prstGeom prst="ellipse">
              <a:avLst/>
            </a:prstGeom>
            <a:solidFill>
              <a:srgbClr val="D6E8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49047EE-F8A8-EE57-951E-7AEEB07B6A6D}"/>
                </a:ext>
              </a:extLst>
            </p:cNvPr>
            <p:cNvSpPr/>
            <p:nvPr/>
          </p:nvSpPr>
          <p:spPr>
            <a:xfrm rot="14883854">
              <a:off x="8077709" y="1984380"/>
              <a:ext cx="3765739" cy="3765739"/>
            </a:xfrm>
            <a:prstGeom prst="ellipse">
              <a:avLst/>
            </a:prstGeom>
            <a:solidFill>
              <a:srgbClr val="E6F1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F9ECC11E-E98E-66E2-9405-B03830BA5069}"/>
                </a:ext>
              </a:extLst>
            </p:cNvPr>
            <p:cNvSpPr/>
            <p:nvPr/>
          </p:nvSpPr>
          <p:spPr>
            <a:xfrm rot="14883854">
              <a:off x="3732620" y="3859868"/>
              <a:ext cx="6916430" cy="6916430"/>
            </a:xfrm>
            <a:prstGeom prst="ellipse">
              <a:avLst/>
            </a:prstGeom>
            <a:solidFill>
              <a:srgbClr val="D6E8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23DB0F17-F53F-A06D-C4B2-7F89CDC2D4A1}"/>
                </a:ext>
              </a:extLst>
            </p:cNvPr>
            <p:cNvSpPr/>
            <p:nvPr/>
          </p:nvSpPr>
          <p:spPr>
            <a:xfrm rot="14883854">
              <a:off x="1046959" y="6528289"/>
              <a:ext cx="3600186" cy="3600186"/>
            </a:xfrm>
            <a:prstGeom prst="ellipse">
              <a:avLst/>
            </a:prstGeom>
            <a:solidFill>
              <a:srgbClr val="C6DF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FCC70CD8-978C-15D7-6F15-FF0CC74336E3}"/>
                </a:ext>
              </a:extLst>
            </p:cNvPr>
            <p:cNvSpPr/>
            <p:nvPr/>
          </p:nvSpPr>
          <p:spPr>
            <a:xfrm rot="14883854">
              <a:off x="16103679" y="5888661"/>
              <a:ext cx="2581672" cy="2581673"/>
            </a:xfrm>
            <a:prstGeom prst="ellipse">
              <a:avLst/>
            </a:prstGeom>
            <a:solidFill>
              <a:srgbClr val="E6F1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B57CD1B9-C85C-0DC6-68C4-A2BBB252D2C6}"/>
                </a:ext>
              </a:extLst>
            </p:cNvPr>
            <p:cNvSpPr/>
            <p:nvPr/>
          </p:nvSpPr>
          <p:spPr>
            <a:xfrm rot="14883854">
              <a:off x="5255439" y="9465134"/>
              <a:ext cx="371336" cy="371336"/>
            </a:xfrm>
            <a:prstGeom prst="ellipse">
              <a:avLst/>
            </a:prstGeom>
            <a:solidFill>
              <a:srgbClr val="B4D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ACF08C35-1099-C60C-24DB-47701EBE4C64}"/>
                </a:ext>
              </a:extLst>
            </p:cNvPr>
            <p:cNvSpPr/>
            <p:nvPr/>
          </p:nvSpPr>
          <p:spPr>
            <a:xfrm rot="14883854">
              <a:off x="11842108" y="4456657"/>
              <a:ext cx="1297652" cy="1297652"/>
            </a:xfrm>
            <a:prstGeom prst="ellipse">
              <a:avLst/>
            </a:prstGeom>
            <a:solidFill>
              <a:srgbClr val="E6F1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25853847-DA00-B7F2-3014-ED16502D2051}"/>
                </a:ext>
              </a:extLst>
            </p:cNvPr>
            <p:cNvSpPr/>
            <p:nvPr/>
          </p:nvSpPr>
          <p:spPr>
            <a:xfrm rot="14883854">
              <a:off x="8266535" y="3129752"/>
              <a:ext cx="6681206" cy="6681206"/>
            </a:xfrm>
            <a:prstGeom prst="ellipse">
              <a:avLst/>
            </a:prstGeom>
            <a:solidFill>
              <a:srgbClr val="B4D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16F94C05-2C76-08C8-B5A6-03EF90B6E538}"/>
                </a:ext>
              </a:extLst>
            </p:cNvPr>
            <p:cNvSpPr/>
            <p:nvPr/>
          </p:nvSpPr>
          <p:spPr>
            <a:xfrm rot="14883854">
              <a:off x="11563882" y="194837"/>
              <a:ext cx="3817564" cy="3817564"/>
            </a:xfrm>
            <a:prstGeom prst="ellipse">
              <a:avLst/>
            </a:prstGeom>
            <a:solidFill>
              <a:srgbClr val="E6F1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880"/>
              <a:endParaRPr lang="ru-RU" sz="1799" noProof="0" dirty="0">
                <a:solidFill>
                  <a:schemeClr val="tx1"/>
                </a:solidFill>
                <a:latin typeface="Arial"/>
              </a:endParaRPr>
            </a:p>
          </p:txBody>
        </p:sp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BB62D60-1D86-7E3E-773D-D24709531E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20856904">
            <a:off x="1841858" y="5155703"/>
            <a:ext cx="2426889" cy="2807189"/>
          </a:xfrm>
          <a:prstGeom prst="rect">
            <a:avLst/>
          </a:prstGeom>
          <a:ln w="76200">
            <a:solidFill>
              <a:schemeClr val="bg1"/>
            </a:solidFill>
            <a:miter lim="800000"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E8DDA77-6B0C-2881-90B9-12A23507A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16467563" flipH="1">
            <a:off x="10519675" y="2314781"/>
            <a:ext cx="3498203" cy="2623652"/>
          </a:xfrm>
          <a:prstGeom prst="rect">
            <a:avLst/>
          </a:prstGeom>
          <a:ln w="76199">
            <a:solidFill>
              <a:schemeClr val="bg1"/>
            </a:solidFill>
            <a:prstDash val="solid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CAE954E-1F74-BA88-4F46-8B3326393C16}"/>
              </a:ext>
            </a:extLst>
          </p:cNvPr>
          <p:cNvSpPr txBox="1"/>
          <p:nvPr/>
        </p:nvSpPr>
        <p:spPr bwMode="auto">
          <a:xfrm>
            <a:off x="370211" y="259226"/>
            <a:ext cx="1191695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1" i="0" u="none" strike="noStrike" kern="0" cap="none" spc="0" normalizeH="0" baseline="0" noProof="0" dirty="0">
                <a:ln>
                  <a:noFill/>
                </a:ln>
                <a:solidFill>
                  <a:srgbClr val="C71D4A"/>
                </a:solidFill>
                <a:effectLst/>
                <a:uLnTx/>
                <a:uFillTx/>
                <a:latin typeface="Arial Black" panose="020B0A04020102020204" pitchFamily="34" charset="0"/>
                <a:cs typeface="Arial"/>
              </a:rPr>
              <a:t>МЫ</a:t>
            </a:r>
            <a:r>
              <a:rPr kumimoji="0" lang="ru-RU" sz="4400" b="1" i="0" u="none" strike="noStrike" kern="0" cap="none" spc="0" normalizeH="0" baseline="0" noProof="0" dirty="0">
                <a:ln>
                  <a:noFill/>
                </a:ln>
                <a:solidFill>
                  <a:srgbClr val="D52B1E"/>
                </a:solidFill>
                <a:effectLst/>
                <a:uLnTx/>
                <a:uFillTx/>
                <a:latin typeface="Arial Black" panose="020B0A04020102020204" pitchFamily="34" charset="0"/>
                <a:cs typeface="Arial"/>
              </a:rPr>
              <a:t> </a:t>
            </a:r>
            <a:r>
              <a:rPr kumimoji="0" lang="ru-RU" sz="4400" b="1" i="0" u="none" strike="noStrike" kern="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– лидер цифровизации </a:t>
            </a:r>
            <a:br>
              <a:rPr kumimoji="0" lang="ru-RU" sz="4400" b="1" i="0" u="none" strike="noStrike" kern="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ru-RU" sz="4400" b="1" i="0" u="none" strike="noStrike" kern="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в образовательной отрасли страны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rgbClr val="006EB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" name="图片 31">
            <a:extLst>
              <a:ext uri="{FF2B5EF4-FFF2-40B4-BE49-F238E27FC236}">
                <a16:creationId xmlns:a16="http://schemas.microsoft.com/office/drawing/2014/main" id="{529F0138-9A0D-F390-DFC1-C9A0F925C7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260442">
            <a:off x="8442946" y="5889330"/>
            <a:ext cx="4584674" cy="2812455"/>
          </a:xfrm>
          <a:prstGeom prst="rect">
            <a:avLst/>
          </a:prstGeom>
          <a:ln w="76200">
            <a:solidFill>
              <a:schemeClr val="bg1"/>
            </a:solidFill>
            <a:miter lim="800000"/>
          </a:ln>
        </p:spPr>
      </p:pic>
      <p:pic>
        <p:nvPicPr>
          <p:cNvPr id="15" name="Рисунок 14" descr="Изображение выглядит как одежда, человек, костюм, в помещени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8407B40-07F2-127E-3239-DE7DC6C553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21397232">
            <a:off x="4596543" y="2415026"/>
            <a:ext cx="6332825" cy="3340103"/>
          </a:xfrm>
          <a:prstGeom prst="roundRect">
            <a:avLst>
              <a:gd name="adj" fmla="val 0"/>
            </a:avLst>
          </a:prstGeom>
          <a:ln w="76200">
            <a:solidFill>
              <a:sysClr val="window" lastClr="FFFFFF"/>
            </a:solidFill>
            <a:miter lim="800000"/>
          </a:ln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E618A56-8DE9-41C3-BB29-06441CA9B6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48548">
            <a:off x="826673" y="2630533"/>
            <a:ext cx="3671719" cy="2682076"/>
          </a:xfrm>
          <a:prstGeom prst="rect">
            <a:avLst/>
          </a:prstGeom>
          <a:ln w="76200">
            <a:solidFill>
              <a:schemeClr val="bg1"/>
            </a:solidFill>
            <a:miter lim="800000"/>
          </a:ln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3A5710F-8EB2-61BB-F456-AEC1B05149C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61"/>
          <a:stretch>
            <a:fillRect/>
          </a:stretch>
        </p:blipFill>
        <p:spPr>
          <a:xfrm rot="210454">
            <a:off x="13559268" y="1421609"/>
            <a:ext cx="3896588" cy="5099923"/>
          </a:xfrm>
          <a:prstGeom prst="rect">
            <a:avLst/>
          </a:prstGeom>
          <a:ln w="76200">
            <a:solidFill>
              <a:schemeClr val="bg1"/>
            </a:solidFill>
            <a:miter lim="800000"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8A58AA8-CE18-2FBD-4684-B3F6848E2F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 rot="798612">
            <a:off x="14043844" y="5675726"/>
            <a:ext cx="3488207" cy="2616156"/>
          </a:xfrm>
          <a:prstGeom prst="rect">
            <a:avLst/>
          </a:prstGeom>
          <a:ln w="76200">
            <a:solidFill>
              <a:schemeClr val="bg1"/>
            </a:solidFill>
            <a:miter lim="800000"/>
          </a:ln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0E5A4A0-EE0B-7366-D6D1-F8198F2901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12601707" y="6886752"/>
            <a:ext cx="2734254" cy="286285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A680D9E-3A6D-407E-ABD8-B0F3277EC82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22"/>
          <a:stretch>
            <a:fillRect/>
          </a:stretch>
        </p:blipFill>
        <p:spPr bwMode="auto">
          <a:xfrm rot="21415984">
            <a:off x="5532954" y="5702100"/>
            <a:ext cx="2527596" cy="3087653"/>
          </a:xfrm>
          <a:prstGeom prst="rect">
            <a:avLst/>
          </a:prstGeom>
          <a:ln w="76200">
            <a:solidFill>
              <a:schemeClr val="bg1"/>
            </a:solidFill>
            <a:miter lim="800000"/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16E9779-B09C-AA24-5663-81B45F01B2C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21133718">
            <a:off x="1319683" y="6741066"/>
            <a:ext cx="4696817" cy="3072040"/>
          </a:xfrm>
          <a:prstGeom prst="rect">
            <a:avLst/>
          </a:prstGeom>
          <a:ln w="76200">
            <a:solidFill>
              <a:schemeClr val="bg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3694796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Ранхигс_2023_2">
      <a:dk1>
        <a:sysClr val="windowText" lastClr="000000"/>
      </a:dk1>
      <a:lt1>
        <a:sysClr val="window" lastClr="FFFFFF"/>
      </a:lt1>
      <a:dk2>
        <a:srgbClr val="808080"/>
      </a:dk2>
      <a:lt2>
        <a:srgbClr val="414141"/>
      </a:lt2>
      <a:accent1>
        <a:srgbClr val="D9D9D9"/>
      </a:accent1>
      <a:accent2>
        <a:srgbClr val="A30236"/>
      </a:accent2>
      <a:accent3>
        <a:srgbClr val="BB496F"/>
      </a:accent3>
      <a:accent4>
        <a:srgbClr val="3F5CBD"/>
      </a:accent4>
      <a:accent5>
        <a:srgbClr val="70AD47"/>
      </a:accent5>
      <a:accent6>
        <a:srgbClr val="FF941A"/>
      </a:accent6>
      <a:hlink>
        <a:srgbClr val="0563C1"/>
      </a:hlink>
      <a:folHlink>
        <a:srgbClr val="0563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34323</TotalTime>
  <Words>2873</Words>
  <Application>Microsoft Office PowerPoint</Application>
  <PresentationFormat>Произвольный</PresentationFormat>
  <Paragraphs>609</Paragraphs>
  <Slides>35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1" baseType="lpstr">
      <vt:lpstr>Arial</vt:lpstr>
      <vt:lpstr>Arial Black</vt:lpstr>
      <vt:lpstr>Arial Bold</vt:lpstr>
      <vt:lpstr>Arial Regular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Создана архитектура ИС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Клепинин Павел Сергеевич</dc:creator>
  <cp:lastModifiedBy>Office</cp:lastModifiedBy>
  <cp:revision>2138</cp:revision>
  <dcterms:created xsi:type="dcterms:W3CDTF">2019-01-16T11:23:20Z</dcterms:created>
  <dcterms:modified xsi:type="dcterms:W3CDTF">2025-11-27T10:08:24Z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Fix">
    <vt:lpwstr>2023 - МАКЕТ</vt:lpwstr>
  </property>
</Properties>
</file>